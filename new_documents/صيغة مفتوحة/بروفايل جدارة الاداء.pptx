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6" r:id="rId18"/>
    <p:sldId id="273" r:id="rId19"/>
    <p:sldId id="274" r:id="rId20"/>
    <p:sldId id="275" r:id="rId21"/>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E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5" d="100"/>
          <a:sy n="95" d="100"/>
        </p:scale>
        <p:origin x="1602"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2300" b="1" i="0">
                <a:solidFill>
                  <a:srgbClr val="D6E5F5"/>
                </a:solidFill>
                <a:latin typeface="Arial"/>
                <a:cs typeface="Arial"/>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Verdana"/>
                <a:cs typeface="Verdana"/>
              </a:defRPr>
            </a:lvl1pPr>
          </a:lstStyle>
          <a:p>
            <a:pPr marL="75565">
              <a:lnSpc>
                <a:spcPct val="100000"/>
              </a:lnSpc>
              <a:spcBef>
                <a:spcPts val="6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D6E5F5"/>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Verdana"/>
                <a:cs typeface="Verdana"/>
              </a:defRPr>
            </a:lvl1pPr>
          </a:lstStyle>
          <a:p>
            <a:pPr marL="75565">
              <a:lnSpc>
                <a:spcPct val="100000"/>
              </a:lnSpc>
              <a:spcBef>
                <a:spcPts val="6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D6E5F5"/>
                </a:solidFill>
                <a:latin typeface="Arial"/>
                <a:cs typeface="Arial"/>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7" name="Holder 7"/>
          <p:cNvSpPr>
            <a:spLocks noGrp="1"/>
          </p:cNvSpPr>
          <p:nvPr>
            <p:ph type="sldNum" sz="quarter" idx="7"/>
          </p:nvPr>
        </p:nvSpPr>
        <p:spPr/>
        <p:txBody>
          <a:bodyPr lIns="0" tIns="0" rIns="0" bIns="0"/>
          <a:lstStyle>
            <a:lvl1pPr>
              <a:defRPr sz="1000" b="0" i="0">
                <a:solidFill>
                  <a:schemeClr val="tx1"/>
                </a:solidFill>
                <a:latin typeface="Verdana"/>
                <a:cs typeface="Verdana"/>
              </a:defRPr>
            </a:lvl1pPr>
          </a:lstStyle>
          <a:p>
            <a:pPr marL="75565">
              <a:lnSpc>
                <a:spcPct val="100000"/>
              </a:lnSpc>
              <a:spcBef>
                <a:spcPts val="6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D6E5F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5" name="Holder 5"/>
          <p:cNvSpPr>
            <a:spLocks noGrp="1"/>
          </p:cNvSpPr>
          <p:nvPr>
            <p:ph type="sldNum" sz="quarter" idx="7"/>
          </p:nvPr>
        </p:nvSpPr>
        <p:spPr/>
        <p:txBody>
          <a:bodyPr lIns="0" tIns="0" rIns="0" bIns="0"/>
          <a:lstStyle>
            <a:lvl1pPr>
              <a:defRPr sz="1000" b="0" i="0">
                <a:solidFill>
                  <a:schemeClr val="tx1"/>
                </a:solidFill>
                <a:latin typeface="Verdana"/>
                <a:cs typeface="Verdana"/>
              </a:defRPr>
            </a:lvl1pPr>
          </a:lstStyle>
          <a:p>
            <a:pPr marL="75565">
              <a:lnSpc>
                <a:spcPct val="100000"/>
              </a:lnSpc>
              <a:spcBef>
                <a:spcPts val="6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4" name="Holder 4"/>
          <p:cNvSpPr>
            <a:spLocks noGrp="1"/>
          </p:cNvSpPr>
          <p:nvPr>
            <p:ph type="sldNum" sz="quarter" idx="7"/>
          </p:nvPr>
        </p:nvSpPr>
        <p:spPr/>
        <p:txBody>
          <a:bodyPr lIns="0" tIns="0" rIns="0" bIns="0"/>
          <a:lstStyle>
            <a:lvl1pPr>
              <a:defRPr sz="1000" b="0" i="0">
                <a:solidFill>
                  <a:schemeClr val="tx1"/>
                </a:solidFill>
                <a:latin typeface="Verdana"/>
                <a:cs typeface="Verdana"/>
              </a:defRPr>
            </a:lvl1pPr>
          </a:lstStyle>
          <a:p>
            <a:pPr marL="75565">
              <a:lnSpc>
                <a:spcPct val="100000"/>
              </a:lnSpc>
              <a:spcBef>
                <a:spcPts val="6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993145" y="1305649"/>
            <a:ext cx="1436370" cy="787400"/>
          </a:xfrm>
          <a:prstGeom prst="rect">
            <a:avLst/>
          </a:prstGeom>
        </p:spPr>
        <p:txBody>
          <a:bodyPr wrap="square" lIns="0" tIns="0" rIns="0" bIns="0">
            <a:spAutoFit/>
          </a:bodyPr>
          <a:lstStyle>
            <a:lvl1pPr>
              <a:defRPr sz="2300" b="1" i="0">
                <a:solidFill>
                  <a:srgbClr val="D6E5F5"/>
                </a:solidFill>
                <a:latin typeface="Arial"/>
                <a:cs typeface="Arial"/>
              </a:defRPr>
            </a:lvl1pPr>
          </a:lstStyle>
          <a:p>
            <a:endParaRPr/>
          </a:p>
        </p:txBody>
      </p:sp>
      <p:sp>
        <p:nvSpPr>
          <p:cNvPr id="3" name="Holder 3"/>
          <p:cNvSpPr>
            <a:spLocks noGrp="1"/>
          </p:cNvSpPr>
          <p:nvPr>
            <p:ph type="body" idx="1"/>
          </p:nvPr>
        </p:nvSpPr>
        <p:spPr>
          <a:xfrm>
            <a:off x="2697510" y="2160169"/>
            <a:ext cx="4517390" cy="35477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a:xfrm>
            <a:off x="10253885" y="7115302"/>
            <a:ext cx="201295" cy="215444"/>
          </a:xfrm>
          <a:prstGeom prst="rect">
            <a:avLst/>
          </a:prstGeom>
        </p:spPr>
        <p:txBody>
          <a:bodyPr wrap="square" lIns="0" tIns="0" rIns="0" bIns="0">
            <a:spAutoFit/>
          </a:bodyPr>
          <a:lstStyle>
            <a:lvl1pPr>
              <a:defRPr sz="700" b="0" i="0">
                <a:solidFill>
                  <a:schemeClr val="tx1"/>
                </a:solidFill>
                <a:latin typeface="Verdana"/>
                <a:cs typeface="Verdana"/>
              </a:defRPr>
            </a:lvl1pPr>
          </a:lstStyle>
          <a:p>
            <a:pPr marL="75565">
              <a:spcBef>
                <a:spcPts val="65"/>
              </a:spcBef>
            </a:pPr>
            <a:fld id="{81D60167-4931-47E6-BA6A-407CBD079E47}" type="slidenum">
              <a:rPr lang="en-US" spc="-50" smtClean="0"/>
              <a:pPr marL="75565">
                <a:spcBef>
                  <a:spcPts val="65"/>
                </a:spcBef>
              </a:pPr>
              <a:t>‹#›</a:t>
            </a:fld>
            <a:endParaRPr lang="en-US" sz="700"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jp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18.xml.rels><?xml version="1.0" encoding="UTF-8" standalone="yes"?>
<Relationships xmlns="http://schemas.openxmlformats.org/package/2006/relationships"><Relationship Id="rId8" Type="http://schemas.openxmlformats.org/officeDocument/2006/relationships/image" Target="../media/image36.jpg"/><Relationship Id="rId13" Type="http://schemas.openxmlformats.org/officeDocument/2006/relationships/image" Target="../media/image41.jpg"/><Relationship Id="rId18" Type="http://schemas.openxmlformats.org/officeDocument/2006/relationships/image" Target="../media/image46.jp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jpg"/><Relationship Id="rId7" Type="http://schemas.openxmlformats.org/officeDocument/2006/relationships/image" Target="../media/image35.jpg"/><Relationship Id="rId12" Type="http://schemas.openxmlformats.org/officeDocument/2006/relationships/image" Target="../media/image40.jpg"/><Relationship Id="rId17" Type="http://schemas.openxmlformats.org/officeDocument/2006/relationships/image" Target="../media/image45.jpg"/><Relationship Id="rId25" Type="http://schemas.openxmlformats.org/officeDocument/2006/relationships/image" Target="../media/image53.jpg"/><Relationship Id="rId2" Type="http://schemas.openxmlformats.org/officeDocument/2006/relationships/image" Target="../media/image30.jpg"/><Relationship Id="rId16" Type="http://schemas.openxmlformats.org/officeDocument/2006/relationships/image" Target="../media/image44.jpg"/><Relationship Id="rId20" Type="http://schemas.openxmlformats.org/officeDocument/2006/relationships/image" Target="../media/image48.jpg"/><Relationship Id="rId1" Type="http://schemas.openxmlformats.org/officeDocument/2006/relationships/slideLayout" Target="../slideLayouts/slideLayout5.xml"/><Relationship Id="rId6" Type="http://schemas.openxmlformats.org/officeDocument/2006/relationships/image" Target="../media/image34.jpg"/><Relationship Id="rId11" Type="http://schemas.openxmlformats.org/officeDocument/2006/relationships/image" Target="../media/image39.jpg"/><Relationship Id="rId24" Type="http://schemas.openxmlformats.org/officeDocument/2006/relationships/image" Target="../media/image52.jpg"/><Relationship Id="rId5" Type="http://schemas.openxmlformats.org/officeDocument/2006/relationships/image" Target="../media/image33.jpg"/><Relationship Id="rId15" Type="http://schemas.openxmlformats.org/officeDocument/2006/relationships/image" Target="../media/image43.jpg"/><Relationship Id="rId23" Type="http://schemas.openxmlformats.org/officeDocument/2006/relationships/image" Target="../media/image51.jpg"/><Relationship Id="rId10" Type="http://schemas.openxmlformats.org/officeDocument/2006/relationships/image" Target="../media/image38.jpg"/><Relationship Id="rId19" Type="http://schemas.openxmlformats.org/officeDocument/2006/relationships/image" Target="../media/image47.jpg"/><Relationship Id="rId4" Type="http://schemas.openxmlformats.org/officeDocument/2006/relationships/image" Target="../media/image32.jpg"/><Relationship Id="rId9" Type="http://schemas.openxmlformats.org/officeDocument/2006/relationships/image" Target="../media/image37.jpg"/><Relationship Id="rId14" Type="http://schemas.openxmlformats.org/officeDocument/2006/relationships/image" Target="../media/image42.jpg"/><Relationship Id="rId22" Type="http://schemas.openxmlformats.org/officeDocument/2006/relationships/image" Target="../media/image5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2"/>
            <a:ext cx="10692130" cy="7560309"/>
          </a:xfrm>
          <a:custGeom>
            <a:avLst/>
            <a:gdLst/>
            <a:ahLst/>
            <a:cxnLst/>
            <a:rect l="l" t="t" r="r" b="b"/>
            <a:pathLst>
              <a:path w="10692130" h="7560309">
                <a:moveTo>
                  <a:pt x="10692003" y="0"/>
                </a:moveTo>
                <a:lnTo>
                  <a:pt x="0" y="0"/>
                </a:lnTo>
                <a:lnTo>
                  <a:pt x="0" y="7559992"/>
                </a:lnTo>
                <a:lnTo>
                  <a:pt x="10692003" y="7559992"/>
                </a:lnTo>
                <a:lnTo>
                  <a:pt x="10692003" y="0"/>
                </a:lnTo>
                <a:close/>
              </a:path>
            </a:pathLst>
          </a:custGeom>
          <a:solidFill>
            <a:srgbClr val="05123B"/>
          </a:solidFill>
        </p:spPr>
        <p:txBody>
          <a:bodyPr wrap="square" lIns="0" tIns="0" rIns="0" bIns="0" rtlCol="0"/>
          <a:lstStyle/>
          <a:p>
            <a:endParaRPr/>
          </a:p>
        </p:txBody>
      </p:sp>
      <p:sp>
        <p:nvSpPr>
          <p:cNvPr id="3" name="object 3"/>
          <p:cNvSpPr/>
          <p:nvPr/>
        </p:nvSpPr>
        <p:spPr>
          <a:xfrm>
            <a:off x="0" y="648017"/>
            <a:ext cx="6955155" cy="6912609"/>
          </a:xfrm>
          <a:custGeom>
            <a:avLst/>
            <a:gdLst/>
            <a:ahLst/>
            <a:cxnLst/>
            <a:rect l="l" t="t" r="r" b="b"/>
            <a:pathLst>
              <a:path w="6955155" h="6912609">
                <a:moveTo>
                  <a:pt x="6576174" y="876617"/>
                </a:moveTo>
                <a:lnTo>
                  <a:pt x="5699582" y="0"/>
                </a:lnTo>
                <a:lnTo>
                  <a:pt x="3051975" y="876350"/>
                </a:lnTo>
                <a:lnTo>
                  <a:pt x="0" y="3927538"/>
                </a:lnTo>
                <a:lnTo>
                  <a:pt x="0" y="6911988"/>
                </a:lnTo>
                <a:lnTo>
                  <a:pt x="539534" y="6911988"/>
                </a:lnTo>
                <a:lnTo>
                  <a:pt x="6576174" y="876617"/>
                </a:lnTo>
                <a:close/>
              </a:path>
              <a:path w="6955155" h="6912609">
                <a:moveTo>
                  <a:pt x="6954672" y="4339920"/>
                </a:moveTo>
                <a:lnTo>
                  <a:pt x="6078080" y="3463328"/>
                </a:lnTo>
                <a:lnTo>
                  <a:pt x="3430473" y="4339653"/>
                </a:lnTo>
                <a:lnTo>
                  <a:pt x="857453" y="6911988"/>
                </a:lnTo>
                <a:lnTo>
                  <a:pt x="4382059" y="6911988"/>
                </a:lnTo>
                <a:lnTo>
                  <a:pt x="6954672" y="4339920"/>
                </a:lnTo>
                <a:close/>
              </a:path>
            </a:pathLst>
          </a:custGeom>
          <a:solidFill>
            <a:srgbClr val="004CBA"/>
          </a:solidFill>
        </p:spPr>
        <p:txBody>
          <a:bodyPr wrap="square" lIns="0" tIns="0" rIns="0" bIns="0" rtlCol="0"/>
          <a:lstStyle/>
          <a:p>
            <a:endParaRPr/>
          </a:p>
        </p:txBody>
      </p:sp>
      <p:grpSp>
        <p:nvGrpSpPr>
          <p:cNvPr id="4" name="object 4"/>
          <p:cNvGrpSpPr/>
          <p:nvPr/>
        </p:nvGrpSpPr>
        <p:grpSpPr>
          <a:xfrm>
            <a:off x="8658004" y="6951841"/>
            <a:ext cx="975994" cy="187960"/>
            <a:chOff x="8658004" y="6951841"/>
            <a:chExt cx="975994" cy="187960"/>
          </a:xfrm>
        </p:grpSpPr>
        <p:pic>
          <p:nvPicPr>
            <p:cNvPr id="5" name="object 5"/>
            <p:cNvPicPr/>
            <p:nvPr/>
          </p:nvPicPr>
          <p:blipFill>
            <a:blip r:embed="rId2" cstate="print"/>
            <a:stretch>
              <a:fillRect/>
            </a:stretch>
          </p:blipFill>
          <p:spPr>
            <a:xfrm>
              <a:off x="8658004" y="6951844"/>
              <a:ext cx="263307" cy="187921"/>
            </a:xfrm>
            <a:prstGeom prst="rect">
              <a:avLst/>
            </a:prstGeom>
          </p:spPr>
        </p:pic>
        <p:pic>
          <p:nvPicPr>
            <p:cNvPr id="6" name="object 6"/>
            <p:cNvPicPr/>
            <p:nvPr/>
          </p:nvPicPr>
          <p:blipFill>
            <a:blip r:embed="rId3" cstate="print"/>
            <a:stretch>
              <a:fillRect/>
            </a:stretch>
          </p:blipFill>
          <p:spPr>
            <a:xfrm>
              <a:off x="8941031" y="6951841"/>
              <a:ext cx="337104" cy="185447"/>
            </a:xfrm>
            <a:prstGeom prst="rect">
              <a:avLst/>
            </a:prstGeom>
          </p:spPr>
        </p:pic>
        <p:pic>
          <p:nvPicPr>
            <p:cNvPr id="7" name="object 7"/>
            <p:cNvPicPr/>
            <p:nvPr/>
          </p:nvPicPr>
          <p:blipFill>
            <a:blip r:embed="rId4" cstate="print"/>
            <a:stretch>
              <a:fillRect/>
            </a:stretch>
          </p:blipFill>
          <p:spPr>
            <a:xfrm>
              <a:off x="9297861" y="6951842"/>
              <a:ext cx="335586" cy="185446"/>
            </a:xfrm>
            <a:prstGeom prst="rect">
              <a:avLst/>
            </a:prstGeom>
          </p:spPr>
        </p:pic>
      </p:grpSp>
      <p:sp>
        <p:nvSpPr>
          <p:cNvPr id="8" name="object 8"/>
          <p:cNvSpPr/>
          <p:nvPr/>
        </p:nvSpPr>
        <p:spPr>
          <a:xfrm>
            <a:off x="8659190" y="6506120"/>
            <a:ext cx="304800" cy="406400"/>
          </a:xfrm>
          <a:custGeom>
            <a:avLst/>
            <a:gdLst/>
            <a:ahLst/>
            <a:cxnLst/>
            <a:rect l="l" t="t" r="r" b="b"/>
            <a:pathLst>
              <a:path w="304800" h="406400">
                <a:moveTo>
                  <a:pt x="86410" y="18135"/>
                </a:moveTo>
                <a:lnTo>
                  <a:pt x="84112" y="10960"/>
                </a:lnTo>
                <a:lnTo>
                  <a:pt x="74904" y="2197"/>
                </a:lnTo>
                <a:lnTo>
                  <a:pt x="69037" y="0"/>
                </a:lnTo>
                <a:lnTo>
                  <a:pt x="47218" y="0"/>
                </a:lnTo>
                <a:lnTo>
                  <a:pt x="41351" y="2197"/>
                </a:lnTo>
                <a:lnTo>
                  <a:pt x="32143" y="10960"/>
                </a:lnTo>
                <a:lnTo>
                  <a:pt x="29845" y="18135"/>
                </a:lnTo>
                <a:lnTo>
                  <a:pt x="29845" y="37769"/>
                </a:lnTo>
                <a:lnTo>
                  <a:pt x="32143" y="44805"/>
                </a:lnTo>
                <a:lnTo>
                  <a:pt x="41351" y="53555"/>
                </a:lnTo>
                <a:lnTo>
                  <a:pt x="47218" y="55753"/>
                </a:lnTo>
                <a:lnTo>
                  <a:pt x="54343" y="55753"/>
                </a:lnTo>
                <a:lnTo>
                  <a:pt x="69037" y="55753"/>
                </a:lnTo>
                <a:lnTo>
                  <a:pt x="74904" y="53555"/>
                </a:lnTo>
                <a:lnTo>
                  <a:pt x="84112" y="44805"/>
                </a:lnTo>
                <a:lnTo>
                  <a:pt x="86410" y="37769"/>
                </a:lnTo>
                <a:lnTo>
                  <a:pt x="86410" y="18135"/>
                </a:lnTo>
                <a:close/>
              </a:path>
              <a:path w="304800" h="406400">
                <a:moveTo>
                  <a:pt x="152768" y="18135"/>
                </a:moveTo>
                <a:lnTo>
                  <a:pt x="150469" y="10960"/>
                </a:lnTo>
                <a:lnTo>
                  <a:pt x="141262" y="2197"/>
                </a:lnTo>
                <a:lnTo>
                  <a:pt x="135394" y="0"/>
                </a:lnTo>
                <a:lnTo>
                  <a:pt x="113576" y="0"/>
                </a:lnTo>
                <a:lnTo>
                  <a:pt x="107708" y="2197"/>
                </a:lnTo>
                <a:lnTo>
                  <a:pt x="98501" y="10960"/>
                </a:lnTo>
                <a:lnTo>
                  <a:pt x="96202" y="18135"/>
                </a:lnTo>
                <a:lnTo>
                  <a:pt x="96202" y="37769"/>
                </a:lnTo>
                <a:lnTo>
                  <a:pt x="98501" y="44805"/>
                </a:lnTo>
                <a:lnTo>
                  <a:pt x="107708" y="53555"/>
                </a:lnTo>
                <a:lnTo>
                  <a:pt x="113576" y="55753"/>
                </a:lnTo>
                <a:lnTo>
                  <a:pt x="120700" y="55753"/>
                </a:lnTo>
                <a:lnTo>
                  <a:pt x="135394" y="55753"/>
                </a:lnTo>
                <a:lnTo>
                  <a:pt x="141262" y="53555"/>
                </a:lnTo>
                <a:lnTo>
                  <a:pt x="150469" y="44805"/>
                </a:lnTo>
                <a:lnTo>
                  <a:pt x="152768" y="37769"/>
                </a:lnTo>
                <a:lnTo>
                  <a:pt x="152768" y="18135"/>
                </a:lnTo>
                <a:close/>
              </a:path>
              <a:path w="304800" h="406400">
                <a:moveTo>
                  <a:pt x="179501" y="206692"/>
                </a:moveTo>
                <a:lnTo>
                  <a:pt x="173228" y="167093"/>
                </a:lnTo>
                <a:lnTo>
                  <a:pt x="162852" y="145046"/>
                </a:lnTo>
                <a:lnTo>
                  <a:pt x="161823" y="143179"/>
                </a:lnTo>
                <a:lnTo>
                  <a:pt x="153327" y="131229"/>
                </a:lnTo>
                <a:lnTo>
                  <a:pt x="142887" y="119164"/>
                </a:lnTo>
                <a:lnTo>
                  <a:pt x="138963" y="115303"/>
                </a:lnTo>
                <a:lnTo>
                  <a:pt x="138963" y="203974"/>
                </a:lnTo>
                <a:lnTo>
                  <a:pt x="138963" y="210324"/>
                </a:lnTo>
                <a:lnTo>
                  <a:pt x="112788" y="240741"/>
                </a:lnTo>
                <a:lnTo>
                  <a:pt x="94424" y="242951"/>
                </a:lnTo>
                <a:lnTo>
                  <a:pt x="85521" y="242951"/>
                </a:lnTo>
                <a:lnTo>
                  <a:pt x="76885" y="242404"/>
                </a:lnTo>
                <a:lnTo>
                  <a:pt x="76123" y="242404"/>
                </a:lnTo>
                <a:lnTo>
                  <a:pt x="43980" y="221767"/>
                </a:lnTo>
                <a:lnTo>
                  <a:pt x="40982" y="208051"/>
                </a:lnTo>
                <a:lnTo>
                  <a:pt x="40982" y="200202"/>
                </a:lnTo>
                <a:lnTo>
                  <a:pt x="68148" y="160464"/>
                </a:lnTo>
                <a:lnTo>
                  <a:pt x="82854" y="145046"/>
                </a:lnTo>
                <a:lnTo>
                  <a:pt x="85966" y="145046"/>
                </a:lnTo>
                <a:lnTo>
                  <a:pt x="120764" y="176441"/>
                </a:lnTo>
                <a:lnTo>
                  <a:pt x="138963" y="203974"/>
                </a:lnTo>
                <a:lnTo>
                  <a:pt x="138963" y="115303"/>
                </a:lnTo>
                <a:lnTo>
                  <a:pt x="130505" y="106972"/>
                </a:lnTo>
                <a:lnTo>
                  <a:pt x="120256" y="97447"/>
                </a:lnTo>
                <a:lnTo>
                  <a:pt x="62801" y="97447"/>
                </a:lnTo>
                <a:lnTo>
                  <a:pt x="29171" y="135255"/>
                </a:lnTo>
                <a:lnTo>
                  <a:pt x="7264" y="175463"/>
                </a:lnTo>
                <a:lnTo>
                  <a:pt x="0" y="214845"/>
                </a:lnTo>
                <a:lnTo>
                  <a:pt x="1384" y="232981"/>
                </a:lnTo>
                <a:lnTo>
                  <a:pt x="1473" y="234162"/>
                </a:lnTo>
                <a:lnTo>
                  <a:pt x="23609" y="278993"/>
                </a:lnTo>
                <a:lnTo>
                  <a:pt x="69786" y="300888"/>
                </a:lnTo>
                <a:lnTo>
                  <a:pt x="89979" y="302336"/>
                </a:lnTo>
                <a:lnTo>
                  <a:pt x="110134" y="300723"/>
                </a:lnTo>
                <a:lnTo>
                  <a:pt x="156121" y="276491"/>
                </a:lnTo>
                <a:lnTo>
                  <a:pt x="174396" y="242951"/>
                </a:lnTo>
                <a:lnTo>
                  <a:pt x="178003" y="227685"/>
                </a:lnTo>
                <a:lnTo>
                  <a:pt x="178041" y="227545"/>
                </a:lnTo>
                <a:lnTo>
                  <a:pt x="179400" y="208051"/>
                </a:lnTo>
                <a:lnTo>
                  <a:pt x="179501" y="206692"/>
                </a:lnTo>
                <a:close/>
              </a:path>
              <a:path w="304800" h="406400">
                <a:moveTo>
                  <a:pt x="304215" y="268338"/>
                </a:moveTo>
                <a:lnTo>
                  <a:pt x="300202" y="216331"/>
                </a:lnTo>
                <a:lnTo>
                  <a:pt x="290410" y="155473"/>
                </a:lnTo>
                <a:lnTo>
                  <a:pt x="247205" y="162725"/>
                </a:lnTo>
                <a:lnTo>
                  <a:pt x="258559" y="233273"/>
                </a:lnTo>
                <a:lnTo>
                  <a:pt x="261010" y="254215"/>
                </a:lnTo>
                <a:lnTo>
                  <a:pt x="261454" y="262153"/>
                </a:lnTo>
                <a:lnTo>
                  <a:pt x="261454" y="269697"/>
                </a:lnTo>
                <a:lnTo>
                  <a:pt x="251599" y="316064"/>
                </a:lnTo>
                <a:lnTo>
                  <a:pt x="219252" y="341833"/>
                </a:lnTo>
                <a:lnTo>
                  <a:pt x="182626" y="346760"/>
                </a:lnTo>
                <a:lnTo>
                  <a:pt x="165252" y="346760"/>
                </a:lnTo>
                <a:lnTo>
                  <a:pt x="165252" y="406133"/>
                </a:lnTo>
                <a:lnTo>
                  <a:pt x="183070" y="406133"/>
                </a:lnTo>
                <a:lnTo>
                  <a:pt x="198132" y="405498"/>
                </a:lnTo>
                <a:lnTo>
                  <a:pt x="237185" y="395935"/>
                </a:lnTo>
                <a:lnTo>
                  <a:pt x="275043" y="367385"/>
                </a:lnTo>
                <a:lnTo>
                  <a:pt x="297091" y="323862"/>
                </a:lnTo>
                <a:lnTo>
                  <a:pt x="303771" y="283210"/>
                </a:lnTo>
                <a:lnTo>
                  <a:pt x="304215" y="268338"/>
                </a:lnTo>
                <a:close/>
              </a:path>
            </a:pathLst>
          </a:custGeom>
          <a:solidFill>
            <a:srgbClr val="FFFFFF"/>
          </a:solidFill>
        </p:spPr>
        <p:txBody>
          <a:bodyPr wrap="square" lIns="0" tIns="0" rIns="0" bIns="0" rtlCol="0"/>
          <a:lstStyle/>
          <a:p>
            <a:endParaRPr/>
          </a:p>
        </p:txBody>
      </p:sp>
      <p:sp>
        <p:nvSpPr>
          <p:cNvPr id="9" name="object 9"/>
          <p:cNvSpPr/>
          <p:nvPr/>
        </p:nvSpPr>
        <p:spPr>
          <a:xfrm>
            <a:off x="9008389" y="6468046"/>
            <a:ext cx="620395" cy="431165"/>
          </a:xfrm>
          <a:custGeom>
            <a:avLst/>
            <a:gdLst/>
            <a:ahLst/>
            <a:cxnLst/>
            <a:rect l="l" t="t" r="r" b="b"/>
            <a:pathLst>
              <a:path w="620395" h="431165">
                <a:moveTo>
                  <a:pt x="47663" y="0"/>
                </a:moveTo>
                <a:lnTo>
                  <a:pt x="0" y="0"/>
                </a:lnTo>
                <a:lnTo>
                  <a:pt x="0" y="335432"/>
                </a:lnTo>
                <a:lnTo>
                  <a:pt x="47663" y="335432"/>
                </a:lnTo>
                <a:lnTo>
                  <a:pt x="47663" y="0"/>
                </a:lnTo>
                <a:close/>
              </a:path>
              <a:path w="620395" h="431165">
                <a:moveTo>
                  <a:pt x="507758" y="393001"/>
                </a:moveTo>
                <a:lnTo>
                  <a:pt x="505460" y="385813"/>
                </a:lnTo>
                <a:lnTo>
                  <a:pt x="496252" y="377063"/>
                </a:lnTo>
                <a:lnTo>
                  <a:pt x="490385" y="374865"/>
                </a:lnTo>
                <a:lnTo>
                  <a:pt x="475691" y="374865"/>
                </a:lnTo>
                <a:lnTo>
                  <a:pt x="468566" y="374865"/>
                </a:lnTo>
                <a:lnTo>
                  <a:pt x="462699" y="377063"/>
                </a:lnTo>
                <a:lnTo>
                  <a:pt x="453491" y="385813"/>
                </a:lnTo>
                <a:lnTo>
                  <a:pt x="451192" y="393001"/>
                </a:lnTo>
                <a:lnTo>
                  <a:pt x="451192" y="412635"/>
                </a:lnTo>
                <a:lnTo>
                  <a:pt x="453491" y="419658"/>
                </a:lnTo>
                <a:lnTo>
                  <a:pt x="462699" y="428421"/>
                </a:lnTo>
                <a:lnTo>
                  <a:pt x="468566" y="430618"/>
                </a:lnTo>
                <a:lnTo>
                  <a:pt x="490385" y="430618"/>
                </a:lnTo>
                <a:lnTo>
                  <a:pt x="496252" y="428421"/>
                </a:lnTo>
                <a:lnTo>
                  <a:pt x="505460" y="419658"/>
                </a:lnTo>
                <a:lnTo>
                  <a:pt x="507758" y="412635"/>
                </a:lnTo>
                <a:lnTo>
                  <a:pt x="507758" y="393001"/>
                </a:lnTo>
                <a:close/>
              </a:path>
              <a:path w="620395" h="431165">
                <a:moveTo>
                  <a:pt x="620001" y="187210"/>
                </a:moveTo>
                <a:lnTo>
                  <a:pt x="574802" y="184454"/>
                </a:lnTo>
                <a:lnTo>
                  <a:pt x="535381" y="176669"/>
                </a:lnTo>
                <a:lnTo>
                  <a:pt x="442734" y="151930"/>
                </a:lnTo>
                <a:lnTo>
                  <a:pt x="431152" y="148653"/>
                </a:lnTo>
                <a:lnTo>
                  <a:pt x="412229" y="144449"/>
                </a:lnTo>
                <a:lnTo>
                  <a:pt x="402501" y="143687"/>
                </a:lnTo>
                <a:lnTo>
                  <a:pt x="400418" y="143687"/>
                </a:lnTo>
                <a:lnTo>
                  <a:pt x="378587" y="147142"/>
                </a:lnTo>
                <a:lnTo>
                  <a:pt x="363004" y="157518"/>
                </a:lnTo>
                <a:lnTo>
                  <a:pt x="353644" y="174802"/>
                </a:lnTo>
                <a:lnTo>
                  <a:pt x="350532" y="198983"/>
                </a:lnTo>
                <a:lnTo>
                  <a:pt x="350532" y="233895"/>
                </a:lnTo>
                <a:lnTo>
                  <a:pt x="395528" y="233895"/>
                </a:lnTo>
                <a:lnTo>
                  <a:pt x="395528" y="198081"/>
                </a:lnTo>
                <a:lnTo>
                  <a:pt x="470357" y="217182"/>
                </a:lnTo>
                <a:lnTo>
                  <a:pt x="539838" y="232194"/>
                </a:lnTo>
                <a:lnTo>
                  <a:pt x="539838" y="234454"/>
                </a:lnTo>
                <a:lnTo>
                  <a:pt x="496125" y="255485"/>
                </a:lnTo>
                <a:lnTo>
                  <a:pt x="451434" y="269646"/>
                </a:lnTo>
                <a:lnTo>
                  <a:pt x="396379" y="275551"/>
                </a:lnTo>
                <a:lnTo>
                  <a:pt x="363893" y="276047"/>
                </a:lnTo>
                <a:lnTo>
                  <a:pt x="319354" y="276047"/>
                </a:lnTo>
                <a:lnTo>
                  <a:pt x="285381" y="244411"/>
                </a:lnTo>
                <a:lnTo>
                  <a:pt x="232498" y="93827"/>
                </a:lnTo>
                <a:lnTo>
                  <a:pt x="183057" y="111963"/>
                </a:lnTo>
                <a:lnTo>
                  <a:pt x="223151" y="228003"/>
                </a:lnTo>
                <a:lnTo>
                  <a:pt x="225526" y="234048"/>
                </a:lnTo>
                <a:lnTo>
                  <a:pt x="227380" y="239483"/>
                </a:lnTo>
                <a:lnTo>
                  <a:pt x="230047" y="249148"/>
                </a:lnTo>
                <a:lnTo>
                  <a:pt x="230720" y="253238"/>
                </a:lnTo>
                <a:lnTo>
                  <a:pt x="230720" y="263804"/>
                </a:lnTo>
                <a:lnTo>
                  <a:pt x="195529" y="276047"/>
                </a:lnTo>
                <a:lnTo>
                  <a:pt x="134962" y="276047"/>
                </a:lnTo>
                <a:lnTo>
                  <a:pt x="134962" y="245224"/>
                </a:lnTo>
                <a:lnTo>
                  <a:pt x="89522" y="245224"/>
                </a:lnTo>
                <a:lnTo>
                  <a:pt x="89522" y="276948"/>
                </a:lnTo>
                <a:lnTo>
                  <a:pt x="90436" y="290931"/>
                </a:lnTo>
                <a:lnTo>
                  <a:pt x="112331" y="327393"/>
                </a:lnTo>
                <a:lnTo>
                  <a:pt x="145643" y="335432"/>
                </a:lnTo>
                <a:lnTo>
                  <a:pt x="179057" y="335432"/>
                </a:lnTo>
                <a:lnTo>
                  <a:pt x="221145" y="322732"/>
                </a:lnTo>
                <a:lnTo>
                  <a:pt x="239623" y="280123"/>
                </a:lnTo>
                <a:lnTo>
                  <a:pt x="241414" y="279679"/>
                </a:lnTo>
                <a:lnTo>
                  <a:pt x="261531" y="313740"/>
                </a:lnTo>
                <a:lnTo>
                  <a:pt x="302704" y="333895"/>
                </a:lnTo>
                <a:lnTo>
                  <a:pt x="325589" y="335432"/>
                </a:lnTo>
                <a:lnTo>
                  <a:pt x="374230" y="335318"/>
                </a:lnTo>
                <a:lnTo>
                  <a:pt x="413308" y="332460"/>
                </a:lnTo>
                <a:lnTo>
                  <a:pt x="453237" y="322618"/>
                </a:lnTo>
                <a:lnTo>
                  <a:pt x="497687" y="302209"/>
                </a:lnTo>
                <a:lnTo>
                  <a:pt x="537603" y="277863"/>
                </a:lnTo>
                <a:lnTo>
                  <a:pt x="584822" y="246583"/>
                </a:lnTo>
                <a:lnTo>
                  <a:pt x="620001" y="246583"/>
                </a:lnTo>
                <a:lnTo>
                  <a:pt x="620001" y="187210"/>
                </a:lnTo>
                <a:close/>
              </a:path>
            </a:pathLst>
          </a:custGeom>
          <a:solidFill>
            <a:srgbClr val="FFFFFF"/>
          </a:solidFill>
        </p:spPr>
        <p:txBody>
          <a:bodyPr wrap="square" lIns="0" tIns="0" rIns="0" bIns="0" rtlCol="0"/>
          <a:lstStyle/>
          <a:p>
            <a:endParaRPr/>
          </a:p>
        </p:txBody>
      </p:sp>
      <p:sp>
        <p:nvSpPr>
          <p:cNvPr id="10" name="object 10"/>
          <p:cNvSpPr/>
          <p:nvPr/>
        </p:nvSpPr>
        <p:spPr>
          <a:xfrm>
            <a:off x="9732604" y="6359775"/>
            <a:ext cx="671830" cy="912494"/>
          </a:xfrm>
          <a:custGeom>
            <a:avLst/>
            <a:gdLst/>
            <a:ahLst/>
            <a:cxnLst/>
            <a:rect l="l" t="t" r="r" b="b"/>
            <a:pathLst>
              <a:path w="671829" h="912495">
                <a:moveTo>
                  <a:pt x="671398" y="0"/>
                </a:moveTo>
                <a:lnTo>
                  <a:pt x="447344" y="0"/>
                </a:lnTo>
                <a:lnTo>
                  <a:pt x="447344" y="226593"/>
                </a:lnTo>
                <a:lnTo>
                  <a:pt x="335419" y="0"/>
                </a:lnTo>
                <a:lnTo>
                  <a:pt x="223964" y="0"/>
                </a:lnTo>
                <a:lnTo>
                  <a:pt x="223964" y="228003"/>
                </a:lnTo>
                <a:lnTo>
                  <a:pt x="447344" y="228003"/>
                </a:lnTo>
                <a:lnTo>
                  <a:pt x="447332" y="684225"/>
                </a:lnTo>
                <a:lnTo>
                  <a:pt x="0" y="684161"/>
                </a:lnTo>
                <a:lnTo>
                  <a:pt x="112610" y="912164"/>
                </a:lnTo>
                <a:lnTo>
                  <a:pt x="335419" y="912228"/>
                </a:lnTo>
                <a:lnTo>
                  <a:pt x="447332" y="685660"/>
                </a:lnTo>
                <a:lnTo>
                  <a:pt x="447332" y="912228"/>
                </a:lnTo>
                <a:lnTo>
                  <a:pt x="558787" y="912228"/>
                </a:lnTo>
                <a:lnTo>
                  <a:pt x="671398" y="684250"/>
                </a:lnTo>
                <a:lnTo>
                  <a:pt x="671398" y="0"/>
                </a:lnTo>
                <a:close/>
              </a:path>
            </a:pathLst>
          </a:custGeom>
          <a:solidFill>
            <a:srgbClr val="D6E5F5"/>
          </a:solidFill>
        </p:spPr>
        <p:txBody>
          <a:bodyPr wrap="square" lIns="0" tIns="0" rIns="0" bIns="0" rtlCol="0"/>
          <a:lstStyle/>
          <a:p>
            <a:endParaRPr/>
          </a:p>
        </p:txBody>
      </p:sp>
      <p:sp>
        <p:nvSpPr>
          <p:cNvPr id="11" name="object 11" descr="$PPTXTitle"/>
          <p:cNvSpPr txBox="1">
            <a:spLocks noGrp="1"/>
          </p:cNvSpPr>
          <p:nvPr>
            <p:ph type="title"/>
          </p:nvPr>
        </p:nvSpPr>
        <p:spPr>
          <a:xfrm>
            <a:off x="3975100" y="3323452"/>
            <a:ext cx="6467439" cy="1738938"/>
          </a:xfrm>
          <a:prstGeom prst="rect">
            <a:avLst/>
          </a:prstGeom>
        </p:spPr>
        <p:txBody>
          <a:bodyPr vert="horz" wrap="square" lIns="0" tIns="15240" rIns="0" bIns="0" rtlCol="0">
            <a:spAutoFit/>
          </a:bodyPr>
          <a:lstStyle/>
          <a:p>
            <a:pPr marL="38100" marR="30480" algn="r" rtl="1">
              <a:lnSpc>
                <a:spcPct val="100000"/>
              </a:lnSpc>
              <a:spcBef>
                <a:spcPts val="120"/>
              </a:spcBef>
            </a:pPr>
            <a:r>
              <a:rPr lang="ar-SA" sz="4000" spc="-25" dirty="0">
                <a:solidFill>
                  <a:srgbClr val="FFFFFF"/>
                </a:solidFill>
                <a:latin typeface="Zanjabeel" pitchFamily="50" charset="-78"/>
                <a:cs typeface="Zanjabeel" pitchFamily="50" charset="-78"/>
              </a:rPr>
              <a:t>قيادة التحول</a:t>
            </a:r>
            <a:br>
              <a:rPr lang="ar-SA" sz="4000" spc="-25" dirty="0">
                <a:solidFill>
                  <a:srgbClr val="FFFFFF"/>
                </a:solidFill>
                <a:latin typeface="Zanjabeel" pitchFamily="50" charset="-78"/>
                <a:cs typeface="Zanjabeel" pitchFamily="50" charset="-78"/>
              </a:rPr>
            </a:br>
            <a:r>
              <a:rPr lang="ar-SA" sz="4000" spc="-25" dirty="0">
                <a:solidFill>
                  <a:srgbClr val="FFFFFF"/>
                </a:solidFill>
                <a:latin typeface="Zanjabeel" pitchFamily="50" charset="-78"/>
                <a:cs typeface="Zanjabeel" pitchFamily="50" charset="-78"/>
              </a:rPr>
              <a:t>تعزيز الأداء, تحقيق الأثر</a:t>
            </a:r>
            <a:br>
              <a:rPr lang="ar-SA" sz="4000" spc="-25" dirty="0">
                <a:solidFill>
                  <a:srgbClr val="FFFFFF"/>
                </a:solidFill>
                <a:latin typeface="Zanjabeel" pitchFamily="50" charset="-78"/>
                <a:cs typeface="Zanjabeel" pitchFamily="50" charset="-78"/>
              </a:rPr>
            </a:br>
            <a:r>
              <a:rPr lang="en-US" sz="1400" b="0" spc="-25" dirty="0">
                <a:solidFill>
                  <a:srgbClr val="FFFFFF"/>
                </a:solidFill>
                <a:latin typeface="Alexandria Light" pitchFamily="2" charset="-78"/>
                <a:cs typeface="Alexandria Light" pitchFamily="2" charset="-78"/>
              </a:rPr>
              <a:t>Driving Transformation. Enabling Performance. Delivering Impact</a:t>
            </a:r>
            <a:r>
              <a:rPr lang="en-US" sz="1050" b="0" spc="-25" dirty="0">
                <a:solidFill>
                  <a:srgbClr val="FFFFFF"/>
                </a:solidFill>
                <a:latin typeface="Alexandria" pitchFamily="2" charset="-78"/>
                <a:cs typeface="Alexandria" pitchFamily="2" charset="-78"/>
              </a:rPr>
              <a:t>.        </a:t>
            </a:r>
            <a:r>
              <a:rPr lang="en-US" sz="2800" b="0" spc="-25" dirty="0">
                <a:solidFill>
                  <a:srgbClr val="FFFFFF"/>
                </a:solidFill>
                <a:latin typeface="Alexandria" pitchFamily="2" charset="-78"/>
                <a:cs typeface="Alexandria" pitchFamily="2" charset="-78"/>
              </a:rPr>
              <a:t> </a:t>
            </a:r>
            <a:endParaRPr sz="4000" b="0" baseline="47523" dirty="0">
              <a:latin typeface="Alexandria" pitchFamily="2" charset="-78"/>
              <a:cs typeface="Alexandria" pitchFamily="2" charset="-78"/>
            </a:endParaRPr>
          </a:p>
        </p:txBody>
      </p:sp>
      <p:sp>
        <p:nvSpPr>
          <p:cNvPr id="13" name="object 13"/>
          <p:cNvSpPr txBox="1"/>
          <p:nvPr/>
        </p:nvSpPr>
        <p:spPr>
          <a:xfrm>
            <a:off x="2949980" y="6939176"/>
            <a:ext cx="1293247" cy="197490"/>
          </a:xfrm>
          <a:prstGeom prst="rect">
            <a:avLst/>
          </a:prstGeom>
        </p:spPr>
        <p:txBody>
          <a:bodyPr vert="horz" wrap="square" lIns="0" tIns="12700" rIns="0" bIns="0" rtlCol="0">
            <a:spAutoFit/>
          </a:bodyPr>
          <a:lstStyle/>
          <a:p>
            <a:pPr marL="38100" marR="30480" algn="r" rtl="1">
              <a:lnSpc>
                <a:spcPct val="100000"/>
              </a:lnSpc>
              <a:spcBef>
                <a:spcPts val="100"/>
              </a:spcBef>
            </a:pPr>
            <a:r>
              <a:rPr lang="ar-SA" sz="1200" dirty="0">
                <a:solidFill>
                  <a:schemeClr val="bg1"/>
                </a:solidFill>
                <a:latin typeface="Zanjabeel" pitchFamily="50" charset="-78"/>
                <a:cs typeface="Zanjabeel" pitchFamily="50" charset="-78"/>
              </a:rPr>
              <a:t>بيانات التواصل:</a:t>
            </a:r>
            <a:endParaRPr sz="1200" dirty="0">
              <a:solidFill>
                <a:schemeClr val="bg1"/>
              </a:solidFill>
              <a:latin typeface="Zanjabeel" pitchFamily="50" charset="-78"/>
              <a:cs typeface="Zanjabeel" pitchFamily="50" charset="-78"/>
            </a:endParaRPr>
          </a:p>
        </p:txBody>
      </p:sp>
      <p:sp>
        <p:nvSpPr>
          <p:cNvPr id="15" name="object 13">
            <a:extLst>
              <a:ext uri="{FF2B5EF4-FFF2-40B4-BE49-F238E27FC236}">
                <a16:creationId xmlns:a16="http://schemas.microsoft.com/office/drawing/2014/main" id="{8A26E5C2-6310-7033-DE9D-2B41F4E159B4}"/>
              </a:ext>
            </a:extLst>
          </p:cNvPr>
          <p:cNvSpPr txBox="1"/>
          <p:nvPr/>
        </p:nvSpPr>
        <p:spPr>
          <a:xfrm>
            <a:off x="2802181" y="7274993"/>
            <a:ext cx="1445372" cy="166712"/>
          </a:xfrm>
          <a:prstGeom prst="rect">
            <a:avLst/>
          </a:prstGeom>
        </p:spPr>
        <p:txBody>
          <a:bodyPr vert="horz" wrap="square" lIns="0" tIns="12700" rIns="0" bIns="0" rtlCol="0">
            <a:spAutoFit/>
          </a:bodyPr>
          <a:lstStyle/>
          <a:p>
            <a:pPr marL="38100" marR="30480" algn="r" rtl="1">
              <a:lnSpc>
                <a:spcPct val="100000"/>
              </a:lnSpc>
              <a:spcBef>
                <a:spcPts val="100"/>
              </a:spcBef>
            </a:pPr>
            <a:r>
              <a:rPr lang="ar-SA" sz="1000" dirty="0">
                <a:solidFill>
                  <a:schemeClr val="bg1"/>
                </a:solidFill>
                <a:latin typeface="Zanjabeel Light" pitchFamily="50" charset="-78"/>
                <a:cs typeface="Zanjabeel Light" pitchFamily="50" charset="-78"/>
              </a:rPr>
              <a:t>الرياض – حي القيروان </a:t>
            </a:r>
            <a:endParaRPr sz="1000" dirty="0">
              <a:solidFill>
                <a:schemeClr val="bg1"/>
              </a:solidFill>
              <a:latin typeface="Zanjabeel Light" pitchFamily="50" charset="-78"/>
              <a:cs typeface="Zanjabeel Light" pitchFamily="50" charset="-78"/>
            </a:endParaRPr>
          </a:p>
        </p:txBody>
      </p:sp>
      <p:sp>
        <p:nvSpPr>
          <p:cNvPr id="16" name="object 13">
            <a:extLst>
              <a:ext uri="{FF2B5EF4-FFF2-40B4-BE49-F238E27FC236}">
                <a16:creationId xmlns:a16="http://schemas.microsoft.com/office/drawing/2014/main" id="{E5F66C2E-E4C9-7F0C-083B-1CEE0455CC48}"/>
              </a:ext>
            </a:extLst>
          </p:cNvPr>
          <p:cNvSpPr txBox="1"/>
          <p:nvPr/>
        </p:nvSpPr>
        <p:spPr>
          <a:xfrm>
            <a:off x="1384427" y="7295015"/>
            <a:ext cx="1371600" cy="166712"/>
          </a:xfrm>
          <a:prstGeom prst="rect">
            <a:avLst/>
          </a:prstGeom>
        </p:spPr>
        <p:txBody>
          <a:bodyPr vert="horz" wrap="square" lIns="0" tIns="12700" rIns="0" bIns="0" rtlCol="0">
            <a:spAutoFit/>
          </a:bodyPr>
          <a:lstStyle/>
          <a:p>
            <a:pPr marL="38100" marR="30480" algn="r" rtl="1">
              <a:spcBef>
                <a:spcPts val="100"/>
              </a:spcBef>
            </a:pPr>
            <a:r>
              <a:rPr lang="en-US" sz="1000" dirty="0">
                <a:solidFill>
                  <a:schemeClr val="bg1"/>
                </a:solidFill>
                <a:latin typeface="Alexandria Light" pitchFamily="2" charset="-78"/>
                <a:cs typeface="Alexandria Light" pitchFamily="2" charset="-78"/>
              </a:rPr>
              <a:t>055 848 9483</a:t>
            </a:r>
            <a:endParaRPr sz="1000" dirty="0">
              <a:solidFill>
                <a:schemeClr val="bg1"/>
              </a:solidFill>
              <a:latin typeface="Alexandria Light" pitchFamily="2" charset="-78"/>
              <a:cs typeface="Alexandria Light" pitchFamily="2" charset="-78"/>
            </a:endParaRPr>
          </a:p>
        </p:txBody>
      </p:sp>
      <p:sp>
        <p:nvSpPr>
          <p:cNvPr id="17" name="object 13">
            <a:extLst>
              <a:ext uri="{FF2B5EF4-FFF2-40B4-BE49-F238E27FC236}">
                <a16:creationId xmlns:a16="http://schemas.microsoft.com/office/drawing/2014/main" id="{A1B6133D-DCAC-2815-8AFC-09DE4222479F}"/>
              </a:ext>
            </a:extLst>
          </p:cNvPr>
          <p:cNvSpPr txBox="1"/>
          <p:nvPr/>
        </p:nvSpPr>
        <p:spPr>
          <a:xfrm>
            <a:off x="-259086" y="7282686"/>
            <a:ext cx="1984324" cy="166712"/>
          </a:xfrm>
          <a:prstGeom prst="rect">
            <a:avLst/>
          </a:prstGeom>
        </p:spPr>
        <p:txBody>
          <a:bodyPr vert="horz" wrap="square" lIns="0" tIns="12700" rIns="0" bIns="0" rtlCol="0">
            <a:spAutoFit/>
          </a:bodyPr>
          <a:lstStyle/>
          <a:p>
            <a:pPr marL="38100" marR="30480" algn="r" rtl="1">
              <a:lnSpc>
                <a:spcPct val="100000"/>
              </a:lnSpc>
              <a:spcBef>
                <a:spcPts val="100"/>
              </a:spcBef>
            </a:pPr>
            <a:r>
              <a:rPr lang="en-US" sz="1000" dirty="0">
                <a:solidFill>
                  <a:schemeClr val="bg1"/>
                </a:solidFill>
                <a:latin typeface="Alexandria Light" pitchFamily="2" charset="-78"/>
                <a:cs typeface="Alexandria Light" pitchFamily="2" charset="-78"/>
              </a:rPr>
              <a:t>info@jadara-aladaa.com</a:t>
            </a:r>
            <a:endParaRPr sz="1000" dirty="0">
              <a:solidFill>
                <a:schemeClr val="bg1"/>
              </a:solidFill>
              <a:latin typeface="Alexandria Light" pitchFamily="2" charset="-78"/>
              <a:cs typeface="Alexandria Light"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latin typeface="Zanjabeel" pitchFamily="50" charset="-78"/>
              <a:cs typeface="Zanjabeel" pitchFamily="50" charset="-78"/>
            </a:endParaRPr>
          </a:p>
        </p:txBody>
      </p:sp>
      <p:sp>
        <p:nvSpPr>
          <p:cNvPr id="5" name="object 5"/>
          <p:cNvSpPr/>
          <p:nvPr/>
        </p:nvSpPr>
        <p:spPr>
          <a:xfrm>
            <a:off x="9230126" y="870010"/>
            <a:ext cx="1085850" cy="431165"/>
          </a:xfrm>
          <a:custGeom>
            <a:avLst/>
            <a:gdLst/>
            <a:ahLst/>
            <a:cxnLst/>
            <a:rect l="l" t="t" r="r" b="b"/>
            <a:pathLst>
              <a:path w="1085850" h="431165">
                <a:moveTo>
                  <a:pt x="868425" y="12"/>
                </a:moveTo>
                <a:lnTo>
                  <a:pt x="0" y="0"/>
                </a:lnTo>
                <a:lnTo>
                  <a:pt x="0" y="107975"/>
                </a:lnTo>
                <a:lnTo>
                  <a:pt x="216954" y="217030"/>
                </a:lnTo>
                <a:lnTo>
                  <a:pt x="216954" y="431126"/>
                </a:lnTo>
                <a:lnTo>
                  <a:pt x="1085380" y="431139"/>
                </a:lnTo>
                <a:lnTo>
                  <a:pt x="1085380" y="323164"/>
                </a:lnTo>
                <a:lnTo>
                  <a:pt x="868425" y="214109"/>
                </a:lnTo>
                <a:lnTo>
                  <a:pt x="868425" y="12"/>
                </a:lnTo>
                <a:close/>
              </a:path>
            </a:pathLst>
          </a:custGeom>
          <a:solidFill>
            <a:srgbClr val="D6E5F5"/>
          </a:solidFill>
        </p:spPr>
        <p:txBody>
          <a:bodyPr wrap="square" lIns="0" tIns="0" rIns="0" bIns="0" rtlCol="0"/>
          <a:lstStyle/>
          <a:p>
            <a:endParaRPr>
              <a:latin typeface="Zanjabeel" pitchFamily="50" charset="-78"/>
              <a:cs typeface="Zanjabeel" pitchFamily="50" charset="-78"/>
            </a:endParaRPr>
          </a:p>
        </p:txBody>
      </p:sp>
      <p:grpSp>
        <p:nvGrpSpPr>
          <p:cNvPr id="6" name="object 6"/>
          <p:cNvGrpSpPr/>
          <p:nvPr/>
        </p:nvGrpSpPr>
        <p:grpSpPr>
          <a:xfrm>
            <a:off x="0" y="1602003"/>
            <a:ext cx="10692130" cy="4958080"/>
            <a:chOff x="0" y="1602003"/>
            <a:chExt cx="10692130" cy="4958080"/>
          </a:xfrm>
        </p:grpSpPr>
        <p:sp>
          <p:nvSpPr>
            <p:cNvPr id="7" name="object 7"/>
            <p:cNvSpPr/>
            <p:nvPr/>
          </p:nvSpPr>
          <p:spPr>
            <a:xfrm>
              <a:off x="0" y="1602003"/>
              <a:ext cx="10692130" cy="3944620"/>
            </a:xfrm>
            <a:custGeom>
              <a:avLst/>
              <a:gdLst/>
              <a:ahLst/>
              <a:cxnLst/>
              <a:rect l="l" t="t" r="r" b="b"/>
              <a:pathLst>
                <a:path w="10692130" h="3944620">
                  <a:moveTo>
                    <a:pt x="10692003" y="0"/>
                  </a:moveTo>
                  <a:lnTo>
                    <a:pt x="0" y="0"/>
                  </a:lnTo>
                  <a:lnTo>
                    <a:pt x="0" y="3944569"/>
                  </a:lnTo>
                  <a:lnTo>
                    <a:pt x="10692003" y="3944569"/>
                  </a:lnTo>
                  <a:lnTo>
                    <a:pt x="10692003" y="0"/>
                  </a:lnTo>
                  <a:close/>
                </a:path>
              </a:pathLst>
            </a:custGeom>
            <a:solidFill>
              <a:srgbClr val="D6E5F5"/>
            </a:solidFill>
          </p:spPr>
          <p:txBody>
            <a:bodyPr wrap="square" lIns="0" tIns="0" rIns="0" bIns="0" rtlCol="0"/>
            <a:lstStyle/>
            <a:p>
              <a:endParaRPr dirty="0">
                <a:latin typeface="Zanjabeel" pitchFamily="50" charset="-78"/>
                <a:cs typeface="Zanjabeel" pitchFamily="50" charset="-78"/>
              </a:endParaRPr>
            </a:p>
          </p:txBody>
        </p:sp>
        <p:sp>
          <p:nvSpPr>
            <p:cNvPr id="8" name="object 8"/>
            <p:cNvSpPr/>
            <p:nvPr/>
          </p:nvSpPr>
          <p:spPr>
            <a:xfrm>
              <a:off x="1310398" y="4646625"/>
              <a:ext cx="5004435" cy="1913255"/>
            </a:xfrm>
            <a:custGeom>
              <a:avLst/>
              <a:gdLst/>
              <a:ahLst/>
              <a:cxnLst/>
              <a:rect l="l" t="t" r="r" b="b"/>
              <a:pathLst>
                <a:path w="5004435" h="1913254">
                  <a:moveTo>
                    <a:pt x="5004003" y="0"/>
                  </a:moveTo>
                  <a:lnTo>
                    <a:pt x="0" y="0"/>
                  </a:lnTo>
                  <a:lnTo>
                    <a:pt x="0" y="1913089"/>
                  </a:lnTo>
                  <a:lnTo>
                    <a:pt x="5004003" y="1913089"/>
                  </a:lnTo>
                  <a:lnTo>
                    <a:pt x="5004003" y="0"/>
                  </a:lnTo>
                  <a:close/>
                </a:path>
              </a:pathLst>
            </a:custGeom>
            <a:solidFill>
              <a:srgbClr val="05123B"/>
            </a:solidFill>
          </p:spPr>
          <p:txBody>
            <a:bodyPr wrap="square" lIns="0" tIns="0" rIns="0" bIns="0" rtlCol="0"/>
            <a:lstStyle/>
            <a:p>
              <a:endParaRPr>
                <a:latin typeface="Zanjabeel" pitchFamily="50" charset="-78"/>
                <a:cs typeface="Zanjabeel" pitchFamily="50" charset="-78"/>
              </a:endParaRPr>
            </a:p>
          </p:txBody>
        </p:sp>
      </p:grpSp>
      <p:sp>
        <p:nvSpPr>
          <p:cNvPr id="9" name="object 9" descr="$PPTXTitle"/>
          <p:cNvSpPr txBox="1">
            <a:spLocks noGrp="1"/>
          </p:cNvSpPr>
          <p:nvPr>
            <p:ph type="title"/>
          </p:nvPr>
        </p:nvSpPr>
        <p:spPr>
          <a:xfrm>
            <a:off x="6870700" y="829246"/>
            <a:ext cx="3105785" cy="324448"/>
          </a:xfrm>
          <a:prstGeom prst="rect">
            <a:avLst/>
          </a:prstGeom>
        </p:spPr>
        <p:txBody>
          <a:bodyPr vert="horz" wrap="square" lIns="0" tIns="16510" rIns="0" bIns="0" rtlCol="0">
            <a:spAutoFit/>
          </a:bodyPr>
          <a:lstStyle/>
          <a:p>
            <a:pPr marL="38100" marR="30480" algn="r">
              <a:lnSpc>
                <a:spcPct val="100000"/>
              </a:lnSpc>
              <a:spcBef>
                <a:spcPts val="130"/>
              </a:spcBef>
            </a:pPr>
            <a:r>
              <a:rPr lang="ar-SA" sz="3000" spc="-140" baseline="-15700" dirty="0">
                <a:solidFill>
                  <a:srgbClr val="000101"/>
                </a:solidFill>
                <a:latin typeface="Zanjabeel" pitchFamily="50" charset="-78"/>
                <a:cs typeface="Zanjabeel" pitchFamily="50" charset="-78"/>
              </a:rPr>
              <a:t>جدارة الأداء بالأرقام</a:t>
            </a:r>
            <a:endParaRPr lang="ar-SA" sz="3000" baseline="-15700" dirty="0">
              <a:latin typeface="Zanjabeel" pitchFamily="50" charset="-78"/>
              <a:cs typeface="Zanjabeel" pitchFamily="50" charset="-78"/>
            </a:endParaRPr>
          </a:p>
        </p:txBody>
      </p:sp>
      <p:sp>
        <p:nvSpPr>
          <p:cNvPr id="10" name="object 10"/>
          <p:cNvSpPr txBox="1"/>
          <p:nvPr/>
        </p:nvSpPr>
        <p:spPr>
          <a:xfrm>
            <a:off x="2013698" y="5309807"/>
            <a:ext cx="3597910" cy="566822"/>
          </a:xfrm>
          <a:prstGeom prst="rect">
            <a:avLst/>
          </a:prstGeom>
        </p:spPr>
        <p:txBody>
          <a:bodyPr vert="horz" wrap="square" lIns="0" tIns="12700" rIns="0" bIns="0" rtlCol="0">
            <a:spAutoFit/>
          </a:bodyPr>
          <a:lstStyle/>
          <a:p>
            <a:pPr marL="258445" marR="55880" algn="r">
              <a:lnSpc>
                <a:spcPct val="100000"/>
              </a:lnSpc>
              <a:spcBef>
                <a:spcPts val="100"/>
              </a:spcBef>
            </a:pPr>
            <a:r>
              <a:rPr lang="ar-SA" sz="1200" dirty="0">
                <a:solidFill>
                  <a:schemeClr val="bg1"/>
                </a:solidFill>
                <a:latin typeface="Zanjabeel" pitchFamily="50" charset="-78"/>
                <a:cs typeface="Zanjabeel" pitchFamily="50" charset="-78"/>
              </a:rPr>
              <a:t>تمثل هذه المؤشرات سجلًا عمليًا في قيادة مشاريع تطوير وتحول مؤسسي عبر قطاعات متعددة.</a:t>
            </a:r>
            <a:endParaRPr sz="1200" dirty="0">
              <a:solidFill>
                <a:schemeClr val="bg1"/>
              </a:solidFill>
              <a:latin typeface="Zanjabeel" pitchFamily="50" charset="-78"/>
              <a:cs typeface="Zanjabeel" pitchFamily="50" charset="-78"/>
            </a:endParaRPr>
          </a:p>
        </p:txBody>
      </p:sp>
      <p:sp>
        <p:nvSpPr>
          <p:cNvPr id="11" name="object 11"/>
          <p:cNvSpPr txBox="1"/>
          <p:nvPr/>
        </p:nvSpPr>
        <p:spPr>
          <a:xfrm>
            <a:off x="7556500" y="2603126"/>
            <a:ext cx="1850881" cy="351378"/>
          </a:xfrm>
          <a:prstGeom prst="rect">
            <a:avLst/>
          </a:prstGeom>
        </p:spPr>
        <p:txBody>
          <a:bodyPr vert="horz" wrap="square" lIns="0" tIns="12700" rIns="0" bIns="0" rtlCol="0">
            <a:spAutoFit/>
          </a:bodyPr>
          <a:lstStyle/>
          <a:p>
            <a:pPr marL="38100" marR="55880" algn="r">
              <a:lnSpc>
                <a:spcPct val="100000"/>
              </a:lnSpc>
              <a:spcBef>
                <a:spcPts val="100"/>
              </a:spcBef>
            </a:pPr>
            <a:r>
              <a:rPr lang="ar-SA" sz="1100" dirty="0">
                <a:latin typeface="Zanjabeel" pitchFamily="50" charset="-78"/>
                <a:cs typeface="Zanjabeel" pitchFamily="50" charset="-78"/>
              </a:rPr>
              <a:t>استراتيجية مؤسسية تم تطويرها</a:t>
            </a:r>
            <a:endParaRPr sz="1100" dirty="0">
              <a:latin typeface="Zanjabeel" pitchFamily="50" charset="-78"/>
              <a:cs typeface="Zanjabeel" pitchFamily="50" charset="-78"/>
            </a:endParaRPr>
          </a:p>
        </p:txBody>
      </p:sp>
      <p:sp>
        <p:nvSpPr>
          <p:cNvPr id="13" name="object 13"/>
          <p:cNvSpPr txBox="1"/>
          <p:nvPr/>
        </p:nvSpPr>
        <p:spPr>
          <a:xfrm>
            <a:off x="7900068" y="4630046"/>
            <a:ext cx="1532890" cy="351378"/>
          </a:xfrm>
          <a:prstGeom prst="rect">
            <a:avLst/>
          </a:prstGeom>
        </p:spPr>
        <p:txBody>
          <a:bodyPr vert="horz" wrap="square" lIns="0" tIns="12700" rIns="0" bIns="0" rtlCol="0">
            <a:spAutoFit/>
          </a:bodyPr>
          <a:lstStyle/>
          <a:p>
            <a:pPr marL="50800" marR="43180" algn="r">
              <a:lnSpc>
                <a:spcPct val="100000"/>
              </a:lnSpc>
              <a:spcBef>
                <a:spcPts val="100"/>
              </a:spcBef>
            </a:pPr>
            <a:r>
              <a:rPr lang="ar-SA" sz="1100" dirty="0">
                <a:latin typeface="Zanjabeel" pitchFamily="50" charset="-78"/>
                <a:cs typeface="Zanjabeel" pitchFamily="50" charset="-78"/>
              </a:rPr>
              <a:t>ورشة عمل وبرنامج احترافي</a:t>
            </a:r>
            <a:endParaRPr sz="1100" dirty="0">
              <a:latin typeface="Zanjabeel" pitchFamily="50" charset="-78"/>
              <a:cs typeface="Zanjabeel" pitchFamily="50" charset="-78"/>
            </a:endParaRPr>
          </a:p>
        </p:txBody>
      </p:sp>
      <p:sp>
        <p:nvSpPr>
          <p:cNvPr id="14" name="object 14"/>
          <p:cNvSpPr txBox="1"/>
          <p:nvPr/>
        </p:nvSpPr>
        <p:spPr>
          <a:xfrm>
            <a:off x="7592335" y="3612318"/>
            <a:ext cx="1840624" cy="182101"/>
          </a:xfrm>
          <a:prstGeom prst="rect">
            <a:avLst/>
          </a:prstGeom>
        </p:spPr>
        <p:txBody>
          <a:bodyPr vert="horz" wrap="square" lIns="0" tIns="12700" rIns="0" bIns="0" rtlCol="0">
            <a:spAutoFit/>
          </a:bodyPr>
          <a:lstStyle/>
          <a:p>
            <a:pPr marL="50800" marR="43180" algn="r">
              <a:lnSpc>
                <a:spcPct val="100000"/>
              </a:lnSpc>
              <a:spcBef>
                <a:spcPts val="100"/>
              </a:spcBef>
            </a:pPr>
            <a:r>
              <a:rPr lang="ar-SA" sz="1100" dirty="0">
                <a:latin typeface="Zanjabeel" pitchFamily="50" charset="-78"/>
                <a:cs typeface="Zanjabeel" pitchFamily="50" charset="-78"/>
              </a:rPr>
              <a:t>مشروع تحول استراتيجي</a:t>
            </a:r>
            <a:endParaRPr sz="1100" dirty="0">
              <a:latin typeface="Zanjabeel" pitchFamily="50" charset="-78"/>
              <a:cs typeface="Zanjabeel" pitchFamily="50" charset="-78"/>
            </a:endParaRPr>
          </a:p>
        </p:txBody>
      </p:sp>
      <p:sp>
        <p:nvSpPr>
          <p:cNvPr id="15" name="object 15"/>
          <p:cNvSpPr txBox="1"/>
          <p:nvPr/>
        </p:nvSpPr>
        <p:spPr>
          <a:xfrm>
            <a:off x="4813301" y="3684305"/>
            <a:ext cx="1437546" cy="351378"/>
          </a:xfrm>
          <a:prstGeom prst="rect">
            <a:avLst/>
          </a:prstGeom>
        </p:spPr>
        <p:txBody>
          <a:bodyPr vert="horz" wrap="square" lIns="0" tIns="12700" rIns="0" bIns="0" rtlCol="0">
            <a:spAutoFit/>
          </a:bodyPr>
          <a:lstStyle/>
          <a:p>
            <a:pPr marL="38100" rtl="1">
              <a:lnSpc>
                <a:spcPct val="100000"/>
              </a:lnSpc>
              <a:spcBef>
                <a:spcPts val="100"/>
              </a:spcBef>
            </a:pPr>
            <a:r>
              <a:rPr lang="ar-SA" sz="1100" spc="-35" dirty="0">
                <a:latin typeface="Zanjabeel" pitchFamily="50" charset="-78"/>
                <a:cs typeface="Zanjabeel" pitchFamily="50" charset="-78"/>
              </a:rPr>
              <a:t>تأسيس مكتب إدارة مشاريع </a:t>
            </a:r>
            <a:r>
              <a:rPr lang="en-US" sz="1100" spc="-35" dirty="0">
                <a:latin typeface="Zanjabeel" pitchFamily="50" charset="-78"/>
                <a:cs typeface="Zanjabeel" pitchFamily="50" charset="-78"/>
              </a:rPr>
              <a:t> </a:t>
            </a:r>
            <a:r>
              <a:rPr lang="en-US" sz="1100" spc="-35" dirty="0">
                <a:latin typeface="Alexandria" pitchFamily="2" charset="-78"/>
                <a:cs typeface="Alexandria" pitchFamily="2" charset="-78"/>
              </a:rPr>
              <a:t>(PMO)</a:t>
            </a:r>
            <a:endParaRPr sz="1100" dirty="0">
              <a:latin typeface="Alexandria" pitchFamily="2" charset="-78"/>
              <a:cs typeface="Alexandria" pitchFamily="2" charset="-78"/>
            </a:endParaRPr>
          </a:p>
        </p:txBody>
      </p:sp>
      <p:sp>
        <p:nvSpPr>
          <p:cNvPr id="17" name="object 17"/>
          <p:cNvSpPr txBox="1"/>
          <p:nvPr/>
        </p:nvSpPr>
        <p:spPr>
          <a:xfrm>
            <a:off x="1332856" y="3781425"/>
            <a:ext cx="1953260" cy="182101"/>
          </a:xfrm>
          <a:prstGeom prst="rect">
            <a:avLst/>
          </a:prstGeom>
        </p:spPr>
        <p:txBody>
          <a:bodyPr vert="horz" wrap="square" lIns="0" tIns="12700" rIns="0" bIns="0" rtlCol="0">
            <a:spAutoFit/>
          </a:bodyPr>
          <a:lstStyle/>
          <a:p>
            <a:pPr marL="38100" marR="31115" algn="r">
              <a:lnSpc>
                <a:spcPct val="100000"/>
              </a:lnSpc>
              <a:spcBef>
                <a:spcPts val="100"/>
              </a:spcBef>
            </a:pPr>
            <a:r>
              <a:rPr lang="ar-SA" sz="1100" dirty="0">
                <a:latin typeface="Zanjabeel" pitchFamily="50" charset="-78"/>
                <a:cs typeface="Zanjabeel" pitchFamily="50" charset="-78"/>
              </a:rPr>
              <a:t>قيادي تم تطويره وتأهيله</a:t>
            </a:r>
            <a:endParaRPr lang="en-US" sz="1100" dirty="0">
              <a:latin typeface="Zanjabeel" pitchFamily="50" charset="-78"/>
              <a:cs typeface="Zanjabeel" pitchFamily="50" charset="-78"/>
            </a:endParaRPr>
          </a:p>
        </p:txBody>
      </p:sp>
      <p:sp>
        <p:nvSpPr>
          <p:cNvPr id="18" name="object 18"/>
          <p:cNvSpPr txBox="1"/>
          <p:nvPr/>
        </p:nvSpPr>
        <p:spPr>
          <a:xfrm>
            <a:off x="8570239" y="2221345"/>
            <a:ext cx="824230" cy="321242"/>
          </a:xfrm>
          <a:prstGeom prst="rect">
            <a:avLst/>
          </a:prstGeom>
        </p:spPr>
        <p:txBody>
          <a:bodyPr vert="horz" wrap="square" lIns="0" tIns="13335" rIns="0" bIns="0" rtlCol="0">
            <a:spAutoFit/>
          </a:bodyPr>
          <a:lstStyle/>
          <a:p>
            <a:pPr marL="12700">
              <a:lnSpc>
                <a:spcPct val="100000"/>
              </a:lnSpc>
              <a:spcBef>
                <a:spcPts val="105"/>
              </a:spcBef>
            </a:pPr>
            <a:r>
              <a:rPr sz="2000" spc="250" dirty="0">
                <a:latin typeface="Alexandria" pitchFamily="2" charset="-78"/>
                <a:cs typeface="Alexandria" pitchFamily="2" charset="-78"/>
              </a:rPr>
              <a:t>+</a:t>
            </a:r>
            <a:r>
              <a:rPr sz="2000" spc="250" dirty="0">
                <a:latin typeface="Zanjabeel" pitchFamily="50" charset="-78"/>
                <a:cs typeface="Zanjabeel" pitchFamily="50" charset="-78"/>
              </a:rPr>
              <a:t>100</a:t>
            </a:r>
            <a:endParaRPr sz="2000" dirty="0">
              <a:latin typeface="Zanjabeel" pitchFamily="50" charset="-78"/>
              <a:cs typeface="Zanjabeel" pitchFamily="50" charset="-78"/>
            </a:endParaRPr>
          </a:p>
        </p:txBody>
      </p:sp>
      <p:sp>
        <p:nvSpPr>
          <p:cNvPr id="19" name="object 19"/>
          <p:cNvSpPr txBox="1"/>
          <p:nvPr/>
        </p:nvSpPr>
        <p:spPr>
          <a:xfrm>
            <a:off x="8771989" y="3229956"/>
            <a:ext cx="622336" cy="334066"/>
          </a:xfrm>
          <a:prstGeom prst="rect">
            <a:avLst/>
          </a:prstGeom>
        </p:spPr>
        <p:txBody>
          <a:bodyPr vert="horz" wrap="square" lIns="0" tIns="13335" rIns="0" bIns="0" rtlCol="0">
            <a:spAutoFit/>
          </a:bodyPr>
          <a:lstStyle/>
          <a:p>
            <a:pPr marR="5080" algn="r">
              <a:lnSpc>
                <a:spcPts val="2480"/>
              </a:lnSpc>
              <a:spcBef>
                <a:spcPts val="105"/>
              </a:spcBef>
            </a:pPr>
            <a:r>
              <a:rPr sz="2000" spc="155" dirty="0">
                <a:latin typeface="Alexandria" pitchFamily="2" charset="-78"/>
                <a:cs typeface="Alexandria" pitchFamily="2" charset="-78"/>
              </a:rPr>
              <a:t>+</a:t>
            </a:r>
            <a:r>
              <a:rPr sz="2000" spc="155" dirty="0">
                <a:latin typeface="Zanjabeel" pitchFamily="50" charset="-78"/>
                <a:cs typeface="Zanjabeel" pitchFamily="50" charset="-78"/>
              </a:rPr>
              <a:t>45</a:t>
            </a:r>
            <a:endParaRPr sz="2000" dirty="0">
              <a:latin typeface="Zanjabeel" pitchFamily="50" charset="-78"/>
              <a:cs typeface="Zanjabeel" pitchFamily="50" charset="-78"/>
            </a:endParaRPr>
          </a:p>
        </p:txBody>
      </p:sp>
      <p:sp>
        <p:nvSpPr>
          <p:cNvPr id="20" name="object 20"/>
          <p:cNvSpPr txBox="1"/>
          <p:nvPr/>
        </p:nvSpPr>
        <p:spPr>
          <a:xfrm>
            <a:off x="8584202" y="4248424"/>
            <a:ext cx="810260" cy="321242"/>
          </a:xfrm>
          <a:prstGeom prst="rect">
            <a:avLst/>
          </a:prstGeom>
        </p:spPr>
        <p:txBody>
          <a:bodyPr vert="horz" wrap="square" lIns="0" tIns="13335" rIns="0" bIns="0" rtlCol="0">
            <a:spAutoFit/>
          </a:bodyPr>
          <a:lstStyle/>
          <a:p>
            <a:pPr marL="12700">
              <a:lnSpc>
                <a:spcPct val="100000"/>
              </a:lnSpc>
              <a:spcBef>
                <a:spcPts val="105"/>
              </a:spcBef>
            </a:pPr>
            <a:r>
              <a:rPr sz="2000" spc="225" dirty="0">
                <a:latin typeface="Alexandria" pitchFamily="2" charset="-78"/>
                <a:cs typeface="Alexandria" pitchFamily="2" charset="-78"/>
              </a:rPr>
              <a:t>+</a:t>
            </a:r>
            <a:r>
              <a:rPr sz="2000" spc="225" dirty="0">
                <a:latin typeface="Zanjabeel" pitchFamily="50" charset="-78"/>
                <a:cs typeface="Zanjabeel" pitchFamily="50" charset="-78"/>
              </a:rPr>
              <a:t>500</a:t>
            </a:r>
            <a:endParaRPr sz="2000" dirty="0">
              <a:latin typeface="Zanjabeel" pitchFamily="50" charset="-78"/>
              <a:cs typeface="Zanjabeel" pitchFamily="50" charset="-78"/>
            </a:endParaRPr>
          </a:p>
        </p:txBody>
      </p:sp>
      <p:sp>
        <p:nvSpPr>
          <p:cNvPr id="21" name="object 21"/>
          <p:cNvSpPr txBox="1"/>
          <p:nvPr/>
        </p:nvSpPr>
        <p:spPr>
          <a:xfrm>
            <a:off x="4215165" y="2126461"/>
            <a:ext cx="2137815" cy="417422"/>
          </a:xfrm>
          <a:prstGeom prst="rect">
            <a:avLst/>
          </a:prstGeom>
        </p:spPr>
        <p:txBody>
          <a:bodyPr vert="horz" wrap="square" lIns="0" tIns="108585" rIns="0" bIns="0" rtlCol="0">
            <a:spAutoFit/>
          </a:bodyPr>
          <a:lstStyle/>
          <a:p>
            <a:pPr marR="30480" algn="r">
              <a:lnSpc>
                <a:spcPct val="100000"/>
              </a:lnSpc>
              <a:spcBef>
                <a:spcPts val="855"/>
              </a:spcBef>
            </a:pPr>
            <a:r>
              <a:rPr sz="2000" spc="215" dirty="0">
                <a:latin typeface="Alexandria" pitchFamily="2" charset="-78"/>
                <a:cs typeface="Alexandria" pitchFamily="2" charset="-78"/>
              </a:rPr>
              <a:t>+</a:t>
            </a:r>
            <a:r>
              <a:rPr sz="2000" spc="215" dirty="0">
                <a:latin typeface="Zanjabeel" pitchFamily="50" charset="-78"/>
                <a:cs typeface="Zanjabeel" pitchFamily="50" charset="-78"/>
              </a:rPr>
              <a:t>450</a:t>
            </a:r>
            <a:endParaRPr lang="ar-SA" sz="2000" spc="215" dirty="0">
              <a:latin typeface="Zanjabeel" pitchFamily="50" charset="-78"/>
              <a:cs typeface="Zanjabeel" pitchFamily="50" charset="-78"/>
            </a:endParaRPr>
          </a:p>
        </p:txBody>
      </p:sp>
      <p:sp>
        <p:nvSpPr>
          <p:cNvPr id="22" name="object 22"/>
          <p:cNvSpPr txBox="1"/>
          <p:nvPr/>
        </p:nvSpPr>
        <p:spPr>
          <a:xfrm>
            <a:off x="5346699" y="3230230"/>
            <a:ext cx="904147" cy="321242"/>
          </a:xfrm>
          <a:prstGeom prst="rect">
            <a:avLst/>
          </a:prstGeom>
        </p:spPr>
        <p:txBody>
          <a:bodyPr vert="horz" wrap="square" lIns="0" tIns="13335" rIns="0" bIns="0" rtlCol="0">
            <a:spAutoFit/>
          </a:bodyPr>
          <a:lstStyle/>
          <a:p>
            <a:pPr marL="38100" marR="30480" algn="r">
              <a:lnSpc>
                <a:spcPct val="100000"/>
              </a:lnSpc>
              <a:spcBef>
                <a:spcPts val="105"/>
              </a:spcBef>
            </a:pPr>
            <a:r>
              <a:rPr sz="2000" spc="-220" dirty="0">
                <a:latin typeface="Alexandria" pitchFamily="2" charset="-78"/>
                <a:cs typeface="Alexandria" pitchFamily="2" charset="-78"/>
              </a:rPr>
              <a:t>+</a:t>
            </a:r>
            <a:r>
              <a:rPr sz="2000" spc="-220" dirty="0">
                <a:latin typeface="Zanjabeel" pitchFamily="50" charset="-78"/>
                <a:cs typeface="Zanjabeel" pitchFamily="50" charset="-78"/>
              </a:rPr>
              <a:t>20</a:t>
            </a:r>
            <a:endParaRPr sz="1600" baseline="-71759" dirty="0">
              <a:latin typeface="Zanjabeel" pitchFamily="50" charset="-78"/>
              <a:cs typeface="Zanjabeel" pitchFamily="50" charset="-78"/>
            </a:endParaRPr>
          </a:p>
        </p:txBody>
      </p:sp>
      <p:sp>
        <p:nvSpPr>
          <p:cNvPr id="23" name="object 23"/>
          <p:cNvSpPr txBox="1"/>
          <p:nvPr/>
        </p:nvSpPr>
        <p:spPr>
          <a:xfrm>
            <a:off x="929793" y="2126461"/>
            <a:ext cx="2355579" cy="417422"/>
          </a:xfrm>
          <a:prstGeom prst="rect">
            <a:avLst/>
          </a:prstGeom>
        </p:spPr>
        <p:txBody>
          <a:bodyPr vert="horz" wrap="square" lIns="0" tIns="108585" rIns="0" bIns="0" rtlCol="0">
            <a:spAutoFit/>
          </a:bodyPr>
          <a:lstStyle/>
          <a:p>
            <a:pPr marR="30480" algn="r">
              <a:lnSpc>
                <a:spcPct val="100000"/>
              </a:lnSpc>
              <a:spcBef>
                <a:spcPts val="855"/>
              </a:spcBef>
            </a:pPr>
            <a:r>
              <a:rPr sz="2000" spc="270" dirty="0">
                <a:latin typeface="Alexandria" pitchFamily="2" charset="-78"/>
                <a:cs typeface="Alexandria" pitchFamily="2" charset="-78"/>
              </a:rPr>
              <a:t>+</a:t>
            </a:r>
            <a:r>
              <a:rPr sz="2000" spc="270" dirty="0">
                <a:latin typeface="Zanjabeel" pitchFamily="50" charset="-78"/>
                <a:cs typeface="Zanjabeel" pitchFamily="50" charset="-78"/>
              </a:rPr>
              <a:t>200</a:t>
            </a:r>
            <a:endParaRPr lang="ar-SA" sz="2000" spc="270" dirty="0">
              <a:latin typeface="Zanjabeel" pitchFamily="50" charset="-78"/>
              <a:cs typeface="Zanjabeel" pitchFamily="50" charset="-78"/>
            </a:endParaRPr>
          </a:p>
        </p:txBody>
      </p:sp>
      <p:sp>
        <p:nvSpPr>
          <p:cNvPr id="24" name="object 24"/>
          <p:cNvSpPr txBox="1"/>
          <p:nvPr/>
        </p:nvSpPr>
        <p:spPr>
          <a:xfrm>
            <a:off x="1818852" y="3230230"/>
            <a:ext cx="1428750" cy="324512"/>
          </a:xfrm>
          <a:prstGeom prst="rect">
            <a:avLst/>
          </a:prstGeom>
        </p:spPr>
        <p:txBody>
          <a:bodyPr vert="horz" wrap="square" lIns="0" tIns="13335" rIns="0" bIns="0" rtlCol="0">
            <a:spAutoFit/>
          </a:bodyPr>
          <a:lstStyle/>
          <a:p>
            <a:pPr marL="415925">
              <a:lnSpc>
                <a:spcPts val="2450"/>
              </a:lnSpc>
              <a:spcBef>
                <a:spcPts val="105"/>
              </a:spcBef>
            </a:pPr>
            <a:r>
              <a:rPr sz="2000" spc="190" dirty="0">
                <a:latin typeface="Alexandria" pitchFamily="2" charset="-78"/>
                <a:cs typeface="Alexandria" pitchFamily="2" charset="-78"/>
              </a:rPr>
              <a:t>+</a:t>
            </a:r>
            <a:r>
              <a:rPr sz="2000" spc="190" dirty="0">
                <a:latin typeface="Zanjabeel" pitchFamily="50" charset="-78"/>
                <a:cs typeface="Zanjabeel" pitchFamily="50" charset="-78"/>
              </a:rPr>
              <a:t>4000</a:t>
            </a:r>
            <a:endParaRPr lang="en-US" sz="2000" spc="190" dirty="0">
              <a:latin typeface="Zanjabeel" pitchFamily="50" charset="-78"/>
              <a:cs typeface="Zanjabeel" pitchFamily="50" charset="-78"/>
            </a:endParaRPr>
          </a:p>
        </p:txBody>
      </p:sp>
      <p:grpSp>
        <p:nvGrpSpPr>
          <p:cNvPr id="25" name="object 25"/>
          <p:cNvGrpSpPr/>
          <p:nvPr/>
        </p:nvGrpSpPr>
        <p:grpSpPr>
          <a:xfrm>
            <a:off x="3355199" y="2228824"/>
            <a:ext cx="6408420" cy="3655060"/>
            <a:chOff x="3355199" y="2228824"/>
            <a:chExt cx="6408420" cy="3655060"/>
          </a:xfrm>
        </p:grpSpPr>
        <p:sp>
          <p:nvSpPr>
            <p:cNvPr id="26" name="object 26"/>
            <p:cNvSpPr/>
            <p:nvPr/>
          </p:nvSpPr>
          <p:spPr>
            <a:xfrm>
              <a:off x="3355187" y="2228824"/>
              <a:ext cx="6408420" cy="3655060"/>
            </a:xfrm>
            <a:custGeom>
              <a:avLst/>
              <a:gdLst/>
              <a:ahLst/>
              <a:cxnLst/>
              <a:rect l="l" t="t" r="r" b="b"/>
              <a:pathLst>
                <a:path w="6408420" h="3655060">
                  <a:moveTo>
                    <a:pt x="90893" y="1209560"/>
                  </a:moveTo>
                  <a:lnTo>
                    <a:pt x="89115" y="1207782"/>
                  </a:lnTo>
                  <a:lnTo>
                    <a:pt x="60566" y="1179233"/>
                  </a:lnTo>
                  <a:lnTo>
                    <a:pt x="53581" y="1174699"/>
                  </a:lnTo>
                  <a:lnTo>
                    <a:pt x="45453" y="1173187"/>
                  </a:lnTo>
                  <a:lnTo>
                    <a:pt x="37325" y="1174699"/>
                  </a:lnTo>
                  <a:lnTo>
                    <a:pt x="30327" y="1179233"/>
                  </a:lnTo>
                  <a:lnTo>
                    <a:pt x="0" y="1209560"/>
                  </a:lnTo>
                  <a:lnTo>
                    <a:pt x="16129" y="1225689"/>
                  </a:lnTo>
                  <a:lnTo>
                    <a:pt x="34036" y="1207782"/>
                  </a:lnTo>
                  <a:lnTo>
                    <a:pt x="34036" y="1287043"/>
                  </a:lnTo>
                  <a:lnTo>
                    <a:pt x="56857" y="1287043"/>
                  </a:lnTo>
                  <a:lnTo>
                    <a:pt x="56857" y="1207782"/>
                  </a:lnTo>
                  <a:lnTo>
                    <a:pt x="74764" y="1225689"/>
                  </a:lnTo>
                  <a:lnTo>
                    <a:pt x="90893" y="1209560"/>
                  </a:lnTo>
                  <a:close/>
                </a:path>
                <a:path w="6408420" h="3655060">
                  <a:moveTo>
                    <a:pt x="92938" y="174244"/>
                  </a:moveTo>
                  <a:lnTo>
                    <a:pt x="58089" y="174244"/>
                  </a:lnTo>
                  <a:lnTo>
                    <a:pt x="58089" y="197472"/>
                  </a:lnTo>
                  <a:lnTo>
                    <a:pt x="92938" y="197472"/>
                  </a:lnTo>
                  <a:lnTo>
                    <a:pt x="92938" y="174244"/>
                  </a:lnTo>
                  <a:close/>
                </a:path>
                <a:path w="6408420" h="3655060">
                  <a:moveTo>
                    <a:pt x="92938" y="116154"/>
                  </a:moveTo>
                  <a:lnTo>
                    <a:pt x="58077" y="116154"/>
                  </a:lnTo>
                  <a:lnTo>
                    <a:pt x="58077" y="139382"/>
                  </a:lnTo>
                  <a:lnTo>
                    <a:pt x="92938" y="139382"/>
                  </a:lnTo>
                  <a:lnTo>
                    <a:pt x="92938" y="116154"/>
                  </a:lnTo>
                  <a:close/>
                </a:path>
                <a:path w="6408420" h="3655060">
                  <a:moveTo>
                    <a:pt x="92938" y="58077"/>
                  </a:moveTo>
                  <a:lnTo>
                    <a:pt x="58077" y="58077"/>
                  </a:lnTo>
                  <a:lnTo>
                    <a:pt x="58077" y="81305"/>
                  </a:lnTo>
                  <a:lnTo>
                    <a:pt x="92938" y="81305"/>
                  </a:lnTo>
                  <a:lnTo>
                    <a:pt x="92938" y="58077"/>
                  </a:lnTo>
                  <a:close/>
                </a:path>
                <a:path w="6408420" h="3655060">
                  <a:moveTo>
                    <a:pt x="170738" y="1152525"/>
                  </a:moveTo>
                  <a:lnTo>
                    <a:pt x="168960" y="1150747"/>
                  </a:lnTo>
                  <a:lnTo>
                    <a:pt x="140411" y="1122197"/>
                  </a:lnTo>
                  <a:lnTo>
                    <a:pt x="133426" y="1117663"/>
                  </a:lnTo>
                  <a:lnTo>
                    <a:pt x="125298" y="1116152"/>
                  </a:lnTo>
                  <a:lnTo>
                    <a:pt x="117182" y="1117663"/>
                  </a:lnTo>
                  <a:lnTo>
                    <a:pt x="110185" y="1122197"/>
                  </a:lnTo>
                  <a:lnTo>
                    <a:pt x="79844" y="1152525"/>
                  </a:lnTo>
                  <a:lnTo>
                    <a:pt x="95973" y="1168666"/>
                  </a:lnTo>
                  <a:lnTo>
                    <a:pt x="113880" y="1150747"/>
                  </a:lnTo>
                  <a:lnTo>
                    <a:pt x="113880" y="1287043"/>
                  </a:lnTo>
                  <a:lnTo>
                    <a:pt x="136702" y="1287043"/>
                  </a:lnTo>
                  <a:lnTo>
                    <a:pt x="136702" y="1150747"/>
                  </a:lnTo>
                  <a:lnTo>
                    <a:pt x="154609" y="1168666"/>
                  </a:lnTo>
                  <a:lnTo>
                    <a:pt x="170738" y="1152525"/>
                  </a:lnTo>
                  <a:close/>
                </a:path>
                <a:path w="6408420" h="3655060">
                  <a:moveTo>
                    <a:pt x="174231" y="58077"/>
                  </a:moveTo>
                  <a:lnTo>
                    <a:pt x="116166" y="58077"/>
                  </a:lnTo>
                  <a:lnTo>
                    <a:pt x="116166" y="81305"/>
                  </a:lnTo>
                  <a:lnTo>
                    <a:pt x="174231" y="81305"/>
                  </a:lnTo>
                  <a:lnTo>
                    <a:pt x="174231" y="58077"/>
                  </a:lnTo>
                  <a:close/>
                </a:path>
                <a:path w="6408420" h="3655060">
                  <a:moveTo>
                    <a:pt x="232321" y="34861"/>
                  </a:moveTo>
                  <a:lnTo>
                    <a:pt x="229958" y="23241"/>
                  </a:lnTo>
                  <a:lnTo>
                    <a:pt x="229577" y="21310"/>
                  </a:lnTo>
                  <a:lnTo>
                    <a:pt x="222097" y="10236"/>
                  </a:lnTo>
                  <a:lnTo>
                    <a:pt x="211023" y="2755"/>
                  </a:lnTo>
                  <a:lnTo>
                    <a:pt x="197472" y="0"/>
                  </a:lnTo>
                  <a:lnTo>
                    <a:pt x="34861" y="0"/>
                  </a:lnTo>
                  <a:lnTo>
                    <a:pt x="21297" y="2755"/>
                  </a:lnTo>
                  <a:lnTo>
                    <a:pt x="10223" y="10236"/>
                  </a:lnTo>
                  <a:lnTo>
                    <a:pt x="2743" y="21310"/>
                  </a:lnTo>
                  <a:lnTo>
                    <a:pt x="12" y="34861"/>
                  </a:lnTo>
                  <a:lnTo>
                    <a:pt x="12" y="278777"/>
                  </a:lnTo>
                  <a:lnTo>
                    <a:pt x="185051" y="278777"/>
                  </a:lnTo>
                  <a:lnTo>
                    <a:pt x="168008" y="277050"/>
                  </a:lnTo>
                  <a:lnTo>
                    <a:pt x="152146" y="272402"/>
                  </a:lnTo>
                  <a:lnTo>
                    <a:pt x="137579" y="265137"/>
                  </a:lnTo>
                  <a:lnTo>
                    <a:pt x="124599" y="255549"/>
                  </a:lnTo>
                  <a:lnTo>
                    <a:pt x="23241" y="255549"/>
                  </a:lnTo>
                  <a:lnTo>
                    <a:pt x="23241" y="28448"/>
                  </a:lnTo>
                  <a:lnTo>
                    <a:pt x="28448" y="23241"/>
                  </a:lnTo>
                  <a:lnTo>
                    <a:pt x="203873" y="23241"/>
                  </a:lnTo>
                  <a:lnTo>
                    <a:pt x="209092" y="28448"/>
                  </a:lnTo>
                  <a:lnTo>
                    <a:pt x="209092" y="95415"/>
                  </a:lnTo>
                  <a:lnTo>
                    <a:pt x="217309" y="97751"/>
                  </a:lnTo>
                  <a:lnTo>
                    <a:pt x="225145" y="101206"/>
                  </a:lnTo>
                  <a:lnTo>
                    <a:pt x="232321" y="105371"/>
                  </a:lnTo>
                  <a:lnTo>
                    <a:pt x="232321" y="34861"/>
                  </a:lnTo>
                  <a:close/>
                </a:path>
                <a:path w="6408420" h="3655060">
                  <a:moveTo>
                    <a:pt x="250621" y="1041793"/>
                  </a:moveTo>
                  <a:lnTo>
                    <a:pt x="248386" y="1030693"/>
                  </a:lnTo>
                  <a:lnTo>
                    <a:pt x="242277" y="1021626"/>
                  </a:lnTo>
                  <a:lnTo>
                    <a:pt x="233210" y="1015517"/>
                  </a:lnTo>
                  <a:lnTo>
                    <a:pt x="222097" y="1013282"/>
                  </a:lnTo>
                  <a:lnTo>
                    <a:pt x="210997" y="1015517"/>
                  </a:lnTo>
                  <a:lnTo>
                    <a:pt x="201942" y="1021626"/>
                  </a:lnTo>
                  <a:lnTo>
                    <a:pt x="195834" y="1030693"/>
                  </a:lnTo>
                  <a:lnTo>
                    <a:pt x="193586" y="1041793"/>
                  </a:lnTo>
                  <a:lnTo>
                    <a:pt x="195834" y="1052893"/>
                  </a:lnTo>
                  <a:lnTo>
                    <a:pt x="201942" y="1061948"/>
                  </a:lnTo>
                  <a:lnTo>
                    <a:pt x="210997" y="1068057"/>
                  </a:lnTo>
                  <a:lnTo>
                    <a:pt x="222097" y="1070305"/>
                  </a:lnTo>
                  <a:lnTo>
                    <a:pt x="233210" y="1068057"/>
                  </a:lnTo>
                  <a:lnTo>
                    <a:pt x="242277" y="1061948"/>
                  </a:lnTo>
                  <a:lnTo>
                    <a:pt x="248386" y="1052893"/>
                  </a:lnTo>
                  <a:lnTo>
                    <a:pt x="250621" y="1041793"/>
                  </a:lnTo>
                  <a:close/>
                </a:path>
                <a:path w="6408420" h="3655060">
                  <a:moveTo>
                    <a:pt x="273570" y="1115936"/>
                  </a:moveTo>
                  <a:lnTo>
                    <a:pt x="270891" y="1102626"/>
                  </a:lnTo>
                  <a:lnTo>
                    <a:pt x="263550" y="1091755"/>
                  </a:lnTo>
                  <a:lnTo>
                    <a:pt x="252666" y="1084414"/>
                  </a:lnTo>
                  <a:lnTo>
                    <a:pt x="239356" y="1081722"/>
                  </a:lnTo>
                  <a:lnTo>
                    <a:pt x="187337" y="1081722"/>
                  </a:lnTo>
                  <a:lnTo>
                    <a:pt x="128003" y="1016977"/>
                  </a:lnTo>
                  <a:lnTo>
                    <a:pt x="111175" y="1032395"/>
                  </a:lnTo>
                  <a:lnTo>
                    <a:pt x="177304" y="1104531"/>
                  </a:lnTo>
                  <a:lnTo>
                    <a:pt x="245643" y="1104531"/>
                  </a:lnTo>
                  <a:lnTo>
                    <a:pt x="250761" y="1109637"/>
                  </a:lnTo>
                  <a:lnTo>
                    <a:pt x="250761" y="1184376"/>
                  </a:lnTo>
                  <a:lnTo>
                    <a:pt x="205130" y="1184376"/>
                  </a:lnTo>
                  <a:lnTo>
                    <a:pt x="205130" y="1127340"/>
                  </a:lnTo>
                  <a:lnTo>
                    <a:pt x="182321" y="1127340"/>
                  </a:lnTo>
                  <a:lnTo>
                    <a:pt x="182321" y="1287043"/>
                  </a:lnTo>
                  <a:lnTo>
                    <a:pt x="205130" y="1287043"/>
                  </a:lnTo>
                  <a:lnTo>
                    <a:pt x="205130" y="1207198"/>
                  </a:lnTo>
                  <a:lnTo>
                    <a:pt x="227939" y="1207198"/>
                  </a:lnTo>
                  <a:lnTo>
                    <a:pt x="227939" y="1287043"/>
                  </a:lnTo>
                  <a:lnTo>
                    <a:pt x="250761" y="1287043"/>
                  </a:lnTo>
                  <a:lnTo>
                    <a:pt x="250761" y="1207198"/>
                  </a:lnTo>
                  <a:lnTo>
                    <a:pt x="273570" y="1207198"/>
                  </a:lnTo>
                  <a:lnTo>
                    <a:pt x="273570" y="1184376"/>
                  </a:lnTo>
                  <a:lnTo>
                    <a:pt x="273570" y="1115936"/>
                  </a:lnTo>
                  <a:close/>
                </a:path>
                <a:path w="6408420" h="3655060">
                  <a:moveTo>
                    <a:pt x="273596" y="257162"/>
                  </a:moveTo>
                  <a:lnTo>
                    <a:pt x="259054" y="242620"/>
                  </a:lnTo>
                  <a:lnTo>
                    <a:pt x="242620" y="226187"/>
                  </a:lnTo>
                  <a:lnTo>
                    <a:pt x="245935" y="220713"/>
                  </a:lnTo>
                  <a:lnTo>
                    <a:pt x="248056" y="217195"/>
                  </a:lnTo>
                  <a:lnTo>
                    <a:pt x="252120" y="207391"/>
                  </a:lnTo>
                  <a:lnTo>
                    <a:pt x="254660" y="196913"/>
                  </a:lnTo>
                  <a:lnTo>
                    <a:pt x="255549" y="185851"/>
                  </a:lnTo>
                  <a:lnTo>
                    <a:pt x="250063" y="158724"/>
                  </a:lnTo>
                  <a:lnTo>
                    <a:pt x="247319" y="154647"/>
                  </a:lnTo>
                  <a:lnTo>
                    <a:pt x="236499" y="138595"/>
                  </a:lnTo>
                  <a:lnTo>
                    <a:pt x="236499" y="171259"/>
                  </a:lnTo>
                  <a:lnTo>
                    <a:pt x="194564" y="214236"/>
                  </a:lnTo>
                  <a:lnTo>
                    <a:pt x="187032" y="219113"/>
                  </a:lnTo>
                  <a:lnTo>
                    <a:pt x="178257" y="220713"/>
                  </a:lnTo>
                  <a:lnTo>
                    <a:pt x="169849" y="219113"/>
                  </a:lnTo>
                  <a:lnTo>
                    <a:pt x="169545" y="219113"/>
                  </a:lnTo>
                  <a:lnTo>
                    <a:pt x="161772" y="214020"/>
                  </a:lnTo>
                  <a:lnTo>
                    <a:pt x="136423" y="187680"/>
                  </a:lnTo>
                  <a:lnTo>
                    <a:pt x="152539" y="170942"/>
                  </a:lnTo>
                  <a:lnTo>
                    <a:pt x="178269" y="197662"/>
                  </a:lnTo>
                  <a:lnTo>
                    <a:pt x="204343" y="170942"/>
                  </a:lnTo>
                  <a:lnTo>
                    <a:pt x="220256" y="154647"/>
                  </a:lnTo>
                  <a:lnTo>
                    <a:pt x="236499" y="171259"/>
                  </a:lnTo>
                  <a:lnTo>
                    <a:pt x="236499" y="138595"/>
                  </a:lnTo>
                  <a:lnTo>
                    <a:pt x="235140" y="136575"/>
                  </a:lnTo>
                  <a:lnTo>
                    <a:pt x="212991" y="121640"/>
                  </a:lnTo>
                  <a:lnTo>
                    <a:pt x="185864" y="116154"/>
                  </a:lnTo>
                  <a:lnTo>
                    <a:pt x="158724" y="121640"/>
                  </a:lnTo>
                  <a:lnTo>
                    <a:pt x="136575" y="136575"/>
                  </a:lnTo>
                  <a:lnTo>
                    <a:pt x="121640" y="158724"/>
                  </a:lnTo>
                  <a:lnTo>
                    <a:pt x="116166" y="185851"/>
                  </a:lnTo>
                  <a:lnTo>
                    <a:pt x="121640" y="212991"/>
                  </a:lnTo>
                  <a:lnTo>
                    <a:pt x="136575" y="235140"/>
                  </a:lnTo>
                  <a:lnTo>
                    <a:pt x="158724" y="250075"/>
                  </a:lnTo>
                  <a:lnTo>
                    <a:pt x="185864" y="255549"/>
                  </a:lnTo>
                  <a:lnTo>
                    <a:pt x="196913" y="254673"/>
                  </a:lnTo>
                  <a:lnTo>
                    <a:pt x="207403" y="252133"/>
                  </a:lnTo>
                  <a:lnTo>
                    <a:pt x="217195" y="248069"/>
                  </a:lnTo>
                  <a:lnTo>
                    <a:pt x="226199" y="242620"/>
                  </a:lnTo>
                  <a:lnTo>
                    <a:pt x="257162" y="273583"/>
                  </a:lnTo>
                  <a:lnTo>
                    <a:pt x="273596" y="257162"/>
                  </a:lnTo>
                  <a:close/>
                </a:path>
                <a:path w="6408420" h="3655060">
                  <a:moveTo>
                    <a:pt x="3194888" y="71094"/>
                  </a:moveTo>
                  <a:lnTo>
                    <a:pt x="3178594" y="54508"/>
                  </a:lnTo>
                  <a:lnTo>
                    <a:pt x="3141091" y="91389"/>
                  </a:lnTo>
                  <a:lnTo>
                    <a:pt x="3122155" y="73037"/>
                  </a:lnTo>
                  <a:lnTo>
                    <a:pt x="3105975" y="89725"/>
                  </a:lnTo>
                  <a:lnTo>
                    <a:pt x="3127489" y="110566"/>
                  </a:lnTo>
                  <a:lnTo>
                    <a:pt x="3131083" y="114160"/>
                  </a:lnTo>
                  <a:lnTo>
                    <a:pt x="3135934" y="116166"/>
                  </a:lnTo>
                  <a:lnTo>
                    <a:pt x="3146298" y="116166"/>
                  </a:lnTo>
                  <a:lnTo>
                    <a:pt x="3151124" y="114160"/>
                  </a:lnTo>
                  <a:lnTo>
                    <a:pt x="3154730" y="110566"/>
                  </a:lnTo>
                  <a:lnTo>
                    <a:pt x="3174238" y="91389"/>
                  </a:lnTo>
                  <a:lnTo>
                    <a:pt x="3194888" y="71094"/>
                  </a:lnTo>
                  <a:close/>
                </a:path>
                <a:path w="6408420" h="3655060">
                  <a:moveTo>
                    <a:pt x="3213468" y="3093694"/>
                  </a:moveTo>
                  <a:lnTo>
                    <a:pt x="2652141" y="3093694"/>
                  </a:lnTo>
                  <a:lnTo>
                    <a:pt x="2652141" y="3655022"/>
                  </a:lnTo>
                  <a:lnTo>
                    <a:pt x="3213468" y="3655022"/>
                  </a:lnTo>
                  <a:lnTo>
                    <a:pt x="3213468" y="3093694"/>
                  </a:lnTo>
                  <a:close/>
                </a:path>
                <a:path w="6408420" h="3655060">
                  <a:moveTo>
                    <a:pt x="3229826" y="81318"/>
                  </a:moveTo>
                  <a:lnTo>
                    <a:pt x="3223425" y="49695"/>
                  </a:lnTo>
                  <a:lnTo>
                    <a:pt x="3206597" y="24765"/>
                  </a:lnTo>
                  <a:lnTo>
                    <a:pt x="3206597" y="81318"/>
                  </a:lnTo>
                  <a:lnTo>
                    <a:pt x="3202051" y="103759"/>
                  </a:lnTo>
                  <a:lnTo>
                    <a:pt x="3202025" y="103898"/>
                  </a:lnTo>
                  <a:lnTo>
                    <a:pt x="3189567" y="122364"/>
                  </a:lnTo>
                  <a:lnTo>
                    <a:pt x="3171101" y="134823"/>
                  </a:lnTo>
                  <a:lnTo>
                    <a:pt x="3148507" y="139395"/>
                  </a:lnTo>
                  <a:lnTo>
                    <a:pt x="3125927" y="134823"/>
                  </a:lnTo>
                  <a:lnTo>
                    <a:pt x="3107461" y="122364"/>
                  </a:lnTo>
                  <a:lnTo>
                    <a:pt x="3095002" y="103898"/>
                  </a:lnTo>
                  <a:lnTo>
                    <a:pt x="3090430" y="81318"/>
                  </a:lnTo>
                  <a:lnTo>
                    <a:pt x="3095002" y="58737"/>
                  </a:lnTo>
                  <a:lnTo>
                    <a:pt x="3107461" y="40271"/>
                  </a:lnTo>
                  <a:lnTo>
                    <a:pt x="3125927" y="27813"/>
                  </a:lnTo>
                  <a:lnTo>
                    <a:pt x="3148507" y="23241"/>
                  </a:lnTo>
                  <a:lnTo>
                    <a:pt x="3171101" y="27813"/>
                  </a:lnTo>
                  <a:lnTo>
                    <a:pt x="3189567" y="40271"/>
                  </a:lnTo>
                  <a:lnTo>
                    <a:pt x="3202025" y="58737"/>
                  </a:lnTo>
                  <a:lnTo>
                    <a:pt x="3206597" y="81318"/>
                  </a:lnTo>
                  <a:lnTo>
                    <a:pt x="3206597" y="24765"/>
                  </a:lnTo>
                  <a:lnTo>
                    <a:pt x="3205988" y="23850"/>
                  </a:lnTo>
                  <a:lnTo>
                    <a:pt x="3205073" y="23241"/>
                  </a:lnTo>
                  <a:lnTo>
                    <a:pt x="3180130" y="6413"/>
                  </a:lnTo>
                  <a:lnTo>
                    <a:pt x="3148507" y="12"/>
                  </a:lnTo>
                  <a:lnTo>
                    <a:pt x="3116897" y="6413"/>
                  </a:lnTo>
                  <a:lnTo>
                    <a:pt x="3091040" y="23850"/>
                  </a:lnTo>
                  <a:lnTo>
                    <a:pt x="3073603" y="49695"/>
                  </a:lnTo>
                  <a:lnTo>
                    <a:pt x="3067202" y="81318"/>
                  </a:lnTo>
                  <a:lnTo>
                    <a:pt x="3073603" y="112928"/>
                  </a:lnTo>
                  <a:lnTo>
                    <a:pt x="3091040" y="138785"/>
                  </a:lnTo>
                  <a:lnTo>
                    <a:pt x="3116897" y="156235"/>
                  </a:lnTo>
                  <a:lnTo>
                    <a:pt x="3148507" y="162636"/>
                  </a:lnTo>
                  <a:lnTo>
                    <a:pt x="3180130" y="156235"/>
                  </a:lnTo>
                  <a:lnTo>
                    <a:pt x="3205086" y="139395"/>
                  </a:lnTo>
                  <a:lnTo>
                    <a:pt x="3205988" y="138785"/>
                  </a:lnTo>
                  <a:lnTo>
                    <a:pt x="3223425" y="112928"/>
                  </a:lnTo>
                  <a:lnTo>
                    <a:pt x="3229826" y="81318"/>
                  </a:lnTo>
                  <a:close/>
                </a:path>
                <a:path w="6408420" h="3655060">
                  <a:moveTo>
                    <a:pt x="3287725" y="73736"/>
                  </a:moveTo>
                  <a:lnTo>
                    <a:pt x="3282492" y="71221"/>
                  </a:lnTo>
                  <a:lnTo>
                    <a:pt x="3276676" y="69710"/>
                  </a:lnTo>
                  <a:lnTo>
                    <a:pt x="3252368" y="69710"/>
                  </a:lnTo>
                  <a:lnTo>
                    <a:pt x="3252800" y="73533"/>
                  </a:lnTo>
                  <a:lnTo>
                    <a:pt x="3253016" y="76708"/>
                  </a:lnTo>
                  <a:lnTo>
                    <a:pt x="3253054" y="85255"/>
                  </a:lnTo>
                  <a:lnTo>
                    <a:pt x="3252787" y="89115"/>
                  </a:lnTo>
                  <a:lnTo>
                    <a:pt x="3252368" y="92938"/>
                  </a:lnTo>
                  <a:lnTo>
                    <a:pt x="3260864" y="92938"/>
                  </a:lnTo>
                  <a:lnTo>
                    <a:pt x="3272574" y="81216"/>
                  </a:lnTo>
                  <a:lnTo>
                    <a:pt x="3279851" y="76708"/>
                  </a:lnTo>
                  <a:lnTo>
                    <a:pt x="3287725" y="73736"/>
                  </a:lnTo>
                  <a:close/>
                </a:path>
                <a:path w="6408420" h="3655060">
                  <a:moveTo>
                    <a:pt x="3311131" y="212902"/>
                  </a:moveTo>
                  <a:lnTo>
                    <a:pt x="3287903" y="236131"/>
                  </a:lnTo>
                  <a:lnTo>
                    <a:pt x="3287903" y="255562"/>
                  </a:lnTo>
                  <a:lnTo>
                    <a:pt x="3125279" y="255562"/>
                  </a:lnTo>
                  <a:lnTo>
                    <a:pt x="3125279" y="183184"/>
                  </a:lnTo>
                  <a:lnTo>
                    <a:pt x="3117126" y="181317"/>
                  </a:lnTo>
                  <a:lnTo>
                    <a:pt x="3109353" y="178498"/>
                  </a:lnTo>
                  <a:lnTo>
                    <a:pt x="3102051" y="174866"/>
                  </a:lnTo>
                  <a:lnTo>
                    <a:pt x="3102051" y="278790"/>
                  </a:lnTo>
                  <a:lnTo>
                    <a:pt x="3311131" y="278790"/>
                  </a:lnTo>
                  <a:lnTo>
                    <a:pt x="3311131" y="255562"/>
                  </a:lnTo>
                  <a:lnTo>
                    <a:pt x="3311131" y="212902"/>
                  </a:lnTo>
                  <a:close/>
                </a:path>
                <a:path w="6408420" h="3655060">
                  <a:moveTo>
                    <a:pt x="3345942" y="129895"/>
                  </a:moveTo>
                  <a:lnTo>
                    <a:pt x="3343275" y="116166"/>
                  </a:lnTo>
                  <a:lnTo>
                    <a:pt x="3343249" y="115976"/>
                  </a:lnTo>
                  <a:lnTo>
                    <a:pt x="3342487" y="114833"/>
                  </a:lnTo>
                  <a:lnTo>
                    <a:pt x="3335236" y="103898"/>
                  </a:lnTo>
                  <a:lnTo>
                    <a:pt x="3335134" y="103759"/>
                  </a:lnTo>
                  <a:lnTo>
                    <a:pt x="3324060" y="96418"/>
                  </a:lnTo>
                  <a:lnTo>
                    <a:pt x="3324060" y="125539"/>
                  </a:lnTo>
                  <a:lnTo>
                    <a:pt x="3324060" y="134251"/>
                  </a:lnTo>
                  <a:lnTo>
                    <a:pt x="3249231" y="209092"/>
                  </a:lnTo>
                  <a:lnTo>
                    <a:pt x="3229826" y="209092"/>
                  </a:lnTo>
                  <a:lnTo>
                    <a:pt x="3229826" y="189674"/>
                  </a:lnTo>
                  <a:lnTo>
                    <a:pt x="3304667" y="114833"/>
                  </a:lnTo>
                  <a:lnTo>
                    <a:pt x="3313379" y="114833"/>
                  </a:lnTo>
                  <a:lnTo>
                    <a:pt x="3324060" y="125539"/>
                  </a:lnTo>
                  <a:lnTo>
                    <a:pt x="3324060" y="96418"/>
                  </a:lnTo>
                  <a:lnTo>
                    <a:pt x="3322917" y="95656"/>
                  </a:lnTo>
                  <a:lnTo>
                    <a:pt x="3308997" y="92951"/>
                  </a:lnTo>
                  <a:lnTo>
                    <a:pt x="3295091" y="95656"/>
                  </a:lnTo>
                  <a:lnTo>
                    <a:pt x="3282873" y="103759"/>
                  </a:lnTo>
                  <a:lnTo>
                    <a:pt x="3206585" y="180060"/>
                  </a:lnTo>
                  <a:lnTo>
                    <a:pt x="3206585" y="232321"/>
                  </a:lnTo>
                  <a:lnTo>
                    <a:pt x="3258845" y="232321"/>
                  </a:lnTo>
                  <a:lnTo>
                    <a:pt x="3282073" y="209092"/>
                  </a:lnTo>
                  <a:lnTo>
                    <a:pt x="3335147" y="156032"/>
                  </a:lnTo>
                  <a:lnTo>
                    <a:pt x="3343249" y="143814"/>
                  </a:lnTo>
                  <a:lnTo>
                    <a:pt x="3345942" y="129895"/>
                  </a:lnTo>
                  <a:close/>
                </a:path>
                <a:path w="6408420" h="3655060">
                  <a:moveTo>
                    <a:pt x="6197092" y="2232063"/>
                  </a:moveTo>
                  <a:lnTo>
                    <a:pt x="6195301" y="2223198"/>
                  </a:lnTo>
                  <a:lnTo>
                    <a:pt x="6190424" y="2215946"/>
                  </a:lnTo>
                  <a:lnTo>
                    <a:pt x="6183173" y="2211057"/>
                  </a:lnTo>
                  <a:lnTo>
                    <a:pt x="6174295" y="2209266"/>
                  </a:lnTo>
                  <a:lnTo>
                    <a:pt x="6165418" y="2211057"/>
                  </a:lnTo>
                  <a:lnTo>
                    <a:pt x="6158179" y="2215946"/>
                  </a:lnTo>
                  <a:lnTo>
                    <a:pt x="6153289" y="2223198"/>
                  </a:lnTo>
                  <a:lnTo>
                    <a:pt x="6151499" y="2232063"/>
                  </a:lnTo>
                  <a:lnTo>
                    <a:pt x="6153289" y="2240940"/>
                  </a:lnTo>
                  <a:lnTo>
                    <a:pt x="6158179" y="2248192"/>
                  </a:lnTo>
                  <a:lnTo>
                    <a:pt x="6165418" y="2253081"/>
                  </a:lnTo>
                  <a:lnTo>
                    <a:pt x="6174295" y="2254872"/>
                  </a:lnTo>
                  <a:lnTo>
                    <a:pt x="6183173" y="2253081"/>
                  </a:lnTo>
                  <a:lnTo>
                    <a:pt x="6190424" y="2248192"/>
                  </a:lnTo>
                  <a:lnTo>
                    <a:pt x="6195301" y="2240940"/>
                  </a:lnTo>
                  <a:lnTo>
                    <a:pt x="6197092" y="2232063"/>
                  </a:lnTo>
                  <a:close/>
                </a:path>
                <a:path w="6408420" h="3655060">
                  <a:moveTo>
                    <a:pt x="6203670" y="250342"/>
                  </a:moveTo>
                  <a:lnTo>
                    <a:pt x="6134887" y="250342"/>
                  </a:lnTo>
                  <a:lnTo>
                    <a:pt x="6134887" y="273100"/>
                  </a:lnTo>
                  <a:lnTo>
                    <a:pt x="6203670" y="273100"/>
                  </a:lnTo>
                  <a:lnTo>
                    <a:pt x="6203670" y="250342"/>
                  </a:lnTo>
                  <a:close/>
                </a:path>
                <a:path w="6408420" h="3655060">
                  <a:moveTo>
                    <a:pt x="6214199" y="2289060"/>
                  </a:moveTo>
                  <a:lnTo>
                    <a:pt x="6212408" y="2280196"/>
                  </a:lnTo>
                  <a:lnTo>
                    <a:pt x="6207518" y="2272944"/>
                  </a:lnTo>
                  <a:lnTo>
                    <a:pt x="6200267" y="2268055"/>
                  </a:lnTo>
                  <a:lnTo>
                    <a:pt x="6191402" y="2266264"/>
                  </a:lnTo>
                  <a:lnTo>
                    <a:pt x="6157201" y="2266264"/>
                  </a:lnTo>
                  <a:lnTo>
                    <a:pt x="6148336" y="2268055"/>
                  </a:lnTo>
                  <a:lnTo>
                    <a:pt x="6141097" y="2272944"/>
                  </a:lnTo>
                  <a:lnTo>
                    <a:pt x="6136208" y="2280196"/>
                  </a:lnTo>
                  <a:lnTo>
                    <a:pt x="6134405" y="2289060"/>
                  </a:lnTo>
                  <a:lnTo>
                    <a:pt x="6134405" y="2300465"/>
                  </a:lnTo>
                  <a:lnTo>
                    <a:pt x="6157201" y="2300465"/>
                  </a:lnTo>
                  <a:lnTo>
                    <a:pt x="6157201" y="2289060"/>
                  </a:lnTo>
                  <a:lnTo>
                    <a:pt x="6191402" y="2289060"/>
                  </a:lnTo>
                  <a:lnTo>
                    <a:pt x="6191402" y="2300465"/>
                  </a:lnTo>
                  <a:lnTo>
                    <a:pt x="6214199" y="2300465"/>
                  </a:lnTo>
                  <a:lnTo>
                    <a:pt x="6214199" y="2289060"/>
                  </a:lnTo>
                  <a:close/>
                </a:path>
                <a:path w="6408420" h="3655060">
                  <a:moveTo>
                    <a:pt x="6214199" y="2055380"/>
                  </a:moveTo>
                  <a:lnTo>
                    <a:pt x="6211963" y="2044280"/>
                  </a:lnTo>
                  <a:lnTo>
                    <a:pt x="6205855" y="2035225"/>
                  </a:lnTo>
                  <a:lnTo>
                    <a:pt x="6196800" y="2029117"/>
                  </a:lnTo>
                  <a:lnTo>
                    <a:pt x="6185700" y="2026881"/>
                  </a:lnTo>
                  <a:lnTo>
                    <a:pt x="6174613" y="2029117"/>
                  </a:lnTo>
                  <a:lnTo>
                    <a:pt x="6165545" y="2035225"/>
                  </a:lnTo>
                  <a:lnTo>
                    <a:pt x="6159449" y="2044280"/>
                  </a:lnTo>
                  <a:lnTo>
                    <a:pt x="6157201" y="2055380"/>
                  </a:lnTo>
                  <a:lnTo>
                    <a:pt x="6159449" y="2066480"/>
                  </a:lnTo>
                  <a:lnTo>
                    <a:pt x="6165545" y="2075535"/>
                  </a:lnTo>
                  <a:lnTo>
                    <a:pt x="6174613" y="2081644"/>
                  </a:lnTo>
                  <a:lnTo>
                    <a:pt x="6185700" y="2083879"/>
                  </a:lnTo>
                  <a:lnTo>
                    <a:pt x="6196800" y="2081644"/>
                  </a:lnTo>
                  <a:lnTo>
                    <a:pt x="6205855" y="2075535"/>
                  </a:lnTo>
                  <a:lnTo>
                    <a:pt x="6211963" y="2066480"/>
                  </a:lnTo>
                  <a:lnTo>
                    <a:pt x="6214199" y="2055380"/>
                  </a:lnTo>
                  <a:close/>
                </a:path>
                <a:path w="6408420" h="3655060">
                  <a:moveTo>
                    <a:pt x="6225921" y="28448"/>
                  </a:moveTo>
                  <a:lnTo>
                    <a:pt x="6223686" y="17386"/>
                  </a:lnTo>
                  <a:lnTo>
                    <a:pt x="6217590" y="8343"/>
                  </a:lnTo>
                  <a:lnTo>
                    <a:pt x="6208547" y="2247"/>
                  </a:lnTo>
                  <a:lnTo>
                    <a:pt x="6197473" y="0"/>
                  </a:lnTo>
                  <a:lnTo>
                    <a:pt x="6186398" y="2247"/>
                  </a:lnTo>
                  <a:lnTo>
                    <a:pt x="6177356" y="8343"/>
                  </a:lnTo>
                  <a:lnTo>
                    <a:pt x="6171260" y="17386"/>
                  </a:lnTo>
                  <a:lnTo>
                    <a:pt x="6169025" y="28448"/>
                  </a:lnTo>
                  <a:lnTo>
                    <a:pt x="6171260" y="39535"/>
                  </a:lnTo>
                  <a:lnTo>
                    <a:pt x="6177356" y="48577"/>
                  </a:lnTo>
                  <a:lnTo>
                    <a:pt x="6186398" y="54673"/>
                  </a:lnTo>
                  <a:lnTo>
                    <a:pt x="6197473" y="56896"/>
                  </a:lnTo>
                  <a:lnTo>
                    <a:pt x="6208547" y="54673"/>
                  </a:lnTo>
                  <a:lnTo>
                    <a:pt x="6217590" y="48577"/>
                  </a:lnTo>
                  <a:lnTo>
                    <a:pt x="6223686" y="39535"/>
                  </a:lnTo>
                  <a:lnTo>
                    <a:pt x="6225921" y="28448"/>
                  </a:lnTo>
                  <a:close/>
                </a:path>
                <a:path w="6408420" h="3655060">
                  <a:moveTo>
                    <a:pt x="6272073" y="182067"/>
                  </a:moveTo>
                  <a:lnTo>
                    <a:pt x="6264478" y="159308"/>
                  </a:lnTo>
                  <a:lnTo>
                    <a:pt x="6256896" y="136550"/>
                  </a:lnTo>
                  <a:lnTo>
                    <a:pt x="6225933" y="136550"/>
                  </a:lnTo>
                  <a:lnTo>
                    <a:pt x="6225933" y="102958"/>
                  </a:lnTo>
                  <a:lnTo>
                    <a:pt x="6225933" y="91033"/>
                  </a:lnTo>
                  <a:lnTo>
                    <a:pt x="6271450" y="91033"/>
                  </a:lnTo>
                  <a:lnTo>
                    <a:pt x="6271450" y="68275"/>
                  </a:lnTo>
                  <a:lnTo>
                    <a:pt x="6192202" y="68275"/>
                  </a:lnTo>
                  <a:lnTo>
                    <a:pt x="6134417" y="128130"/>
                  </a:lnTo>
                  <a:lnTo>
                    <a:pt x="6152858" y="141465"/>
                  </a:lnTo>
                  <a:lnTo>
                    <a:pt x="6180671" y="102958"/>
                  </a:lnTo>
                  <a:lnTo>
                    <a:pt x="6180531" y="128130"/>
                  </a:lnTo>
                  <a:lnTo>
                    <a:pt x="6180480" y="136550"/>
                  </a:lnTo>
                  <a:lnTo>
                    <a:pt x="6180379" y="154889"/>
                  </a:lnTo>
                  <a:lnTo>
                    <a:pt x="6157658" y="227584"/>
                  </a:lnTo>
                  <a:lnTo>
                    <a:pt x="6180417" y="227584"/>
                  </a:lnTo>
                  <a:lnTo>
                    <a:pt x="6201943" y="159308"/>
                  </a:lnTo>
                  <a:lnTo>
                    <a:pt x="6240488" y="159308"/>
                  </a:lnTo>
                  <a:lnTo>
                    <a:pt x="6248082" y="182067"/>
                  </a:lnTo>
                  <a:lnTo>
                    <a:pt x="6272073" y="182067"/>
                  </a:lnTo>
                  <a:close/>
                </a:path>
                <a:path w="6408420" h="3655060">
                  <a:moveTo>
                    <a:pt x="6293993" y="2232063"/>
                  </a:moveTo>
                  <a:lnTo>
                    <a:pt x="6292202" y="2223198"/>
                  </a:lnTo>
                  <a:lnTo>
                    <a:pt x="6287325" y="2215946"/>
                  </a:lnTo>
                  <a:lnTo>
                    <a:pt x="6280074" y="2211057"/>
                  </a:lnTo>
                  <a:lnTo>
                    <a:pt x="6271196" y="2209266"/>
                  </a:lnTo>
                  <a:lnTo>
                    <a:pt x="6262319" y="2211057"/>
                  </a:lnTo>
                  <a:lnTo>
                    <a:pt x="6255080" y="2215946"/>
                  </a:lnTo>
                  <a:lnTo>
                    <a:pt x="6250190" y="2223198"/>
                  </a:lnTo>
                  <a:lnTo>
                    <a:pt x="6248400" y="2232063"/>
                  </a:lnTo>
                  <a:lnTo>
                    <a:pt x="6250190" y="2240940"/>
                  </a:lnTo>
                  <a:lnTo>
                    <a:pt x="6255080" y="2248192"/>
                  </a:lnTo>
                  <a:lnTo>
                    <a:pt x="6262319" y="2253081"/>
                  </a:lnTo>
                  <a:lnTo>
                    <a:pt x="6271196" y="2254872"/>
                  </a:lnTo>
                  <a:lnTo>
                    <a:pt x="6280074" y="2253081"/>
                  </a:lnTo>
                  <a:lnTo>
                    <a:pt x="6287325" y="2248192"/>
                  </a:lnTo>
                  <a:lnTo>
                    <a:pt x="6292202" y="2240940"/>
                  </a:lnTo>
                  <a:lnTo>
                    <a:pt x="6293993" y="2232063"/>
                  </a:lnTo>
                  <a:close/>
                </a:path>
                <a:path w="6408420" h="3655060">
                  <a:moveTo>
                    <a:pt x="6305385" y="2095271"/>
                  </a:moveTo>
                  <a:lnTo>
                    <a:pt x="6168606" y="2095271"/>
                  </a:lnTo>
                  <a:lnTo>
                    <a:pt x="6155309" y="2097963"/>
                  </a:lnTo>
                  <a:lnTo>
                    <a:pt x="6144438" y="2105304"/>
                  </a:lnTo>
                  <a:lnTo>
                    <a:pt x="6137097" y="2116175"/>
                  </a:lnTo>
                  <a:lnTo>
                    <a:pt x="6134405" y="2129472"/>
                  </a:lnTo>
                  <a:lnTo>
                    <a:pt x="6134405" y="2186470"/>
                  </a:lnTo>
                  <a:lnTo>
                    <a:pt x="6157201" y="2186470"/>
                  </a:lnTo>
                  <a:lnTo>
                    <a:pt x="6157201" y="2123186"/>
                  </a:lnTo>
                  <a:lnTo>
                    <a:pt x="6162319" y="2118080"/>
                  </a:lnTo>
                  <a:lnTo>
                    <a:pt x="6202794" y="2118080"/>
                  </a:lnTo>
                  <a:lnTo>
                    <a:pt x="6202794" y="2186470"/>
                  </a:lnTo>
                  <a:lnTo>
                    <a:pt x="6225591" y="2186470"/>
                  </a:lnTo>
                  <a:lnTo>
                    <a:pt x="6225591" y="2118080"/>
                  </a:lnTo>
                  <a:lnTo>
                    <a:pt x="6305385" y="2118080"/>
                  </a:lnTo>
                  <a:lnTo>
                    <a:pt x="6305385" y="2095271"/>
                  </a:lnTo>
                  <a:close/>
                </a:path>
                <a:path w="6408420" h="3655060">
                  <a:moveTo>
                    <a:pt x="6306096" y="250342"/>
                  </a:moveTo>
                  <a:lnTo>
                    <a:pt x="6225921" y="250342"/>
                  </a:lnTo>
                  <a:lnTo>
                    <a:pt x="6225921" y="273100"/>
                  </a:lnTo>
                  <a:lnTo>
                    <a:pt x="6306096" y="273100"/>
                  </a:lnTo>
                  <a:lnTo>
                    <a:pt x="6306096" y="250342"/>
                  </a:lnTo>
                  <a:close/>
                </a:path>
                <a:path w="6408420" h="3655060">
                  <a:moveTo>
                    <a:pt x="6306096" y="204825"/>
                  </a:moveTo>
                  <a:lnTo>
                    <a:pt x="6225921" y="204825"/>
                  </a:lnTo>
                  <a:lnTo>
                    <a:pt x="6225921" y="227584"/>
                  </a:lnTo>
                  <a:lnTo>
                    <a:pt x="6306096" y="227584"/>
                  </a:lnTo>
                  <a:lnTo>
                    <a:pt x="6306096" y="204825"/>
                  </a:lnTo>
                  <a:close/>
                </a:path>
                <a:path w="6408420" h="3655060">
                  <a:moveTo>
                    <a:pt x="6311087" y="2289060"/>
                  </a:moveTo>
                  <a:lnTo>
                    <a:pt x="6309296" y="2280196"/>
                  </a:lnTo>
                  <a:lnTo>
                    <a:pt x="6304407" y="2272944"/>
                  </a:lnTo>
                  <a:lnTo>
                    <a:pt x="6297155" y="2268055"/>
                  </a:lnTo>
                  <a:lnTo>
                    <a:pt x="6288290" y="2266264"/>
                  </a:lnTo>
                  <a:lnTo>
                    <a:pt x="6254089" y="2266264"/>
                  </a:lnTo>
                  <a:lnTo>
                    <a:pt x="6245225" y="2268055"/>
                  </a:lnTo>
                  <a:lnTo>
                    <a:pt x="6237986" y="2272944"/>
                  </a:lnTo>
                  <a:lnTo>
                    <a:pt x="6233096" y="2280196"/>
                  </a:lnTo>
                  <a:lnTo>
                    <a:pt x="6231293" y="2289060"/>
                  </a:lnTo>
                  <a:lnTo>
                    <a:pt x="6231293" y="2300465"/>
                  </a:lnTo>
                  <a:lnTo>
                    <a:pt x="6254089" y="2300465"/>
                  </a:lnTo>
                  <a:lnTo>
                    <a:pt x="6254089" y="2289060"/>
                  </a:lnTo>
                  <a:lnTo>
                    <a:pt x="6288290" y="2289060"/>
                  </a:lnTo>
                  <a:lnTo>
                    <a:pt x="6288290" y="2300465"/>
                  </a:lnTo>
                  <a:lnTo>
                    <a:pt x="6311087" y="2300465"/>
                  </a:lnTo>
                  <a:lnTo>
                    <a:pt x="6311087" y="2289060"/>
                  </a:lnTo>
                  <a:close/>
                </a:path>
                <a:path w="6408420" h="3655060">
                  <a:moveTo>
                    <a:pt x="6390881" y="2232063"/>
                  </a:moveTo>
                  <a:lnTo>
                    <a:pt x="6389090" y="2223198"/>
                  </a:lnTo>
                  <a:lnTo>
                    <a:pt x="6384214" y="2215946"/>
                  </a:lnTo>
                  <a:lnTo>
                    <a:pt x="6376962" y="2211057"/>
                  </a:lnTo>
                  <a:lnTo>
                    <a:pt x="6368085" y="2209266"/>
                  </a:lnTo>
                  <a:lnTo>
                    <a:pt x="6359207" y="2211057"/>
                  </a:lnTo>
                  <a:lnTo>
                    <a:pt x="6351968" y="2215946"/>
                  </a:lnTo>
                  <a:lnTo>
                    <a:pt x="6347079" y="2223198"/>
                  </a:lnTo>
                  <a:lnTo>
                    <a:pt x="6345288" y="2232063"/>
                  </a:lnTo>
                  <a:lnTo>
                    <a:pt x="6347079" y="2240940"/>
                  </a:lnTo>
                  <a:lnTo>
                    <a:pt x="6351968" y="2248192"/>
                  </a:lnTo>
                  <a:lnTo>
                    <a:pt x="6359207" y="2253081"/>
                  </a:lnTo>
                  <a:lnTo>
                    <a:pt x="6368085" y="2254872"/>
                  </a:lnTo>
                  <a:lnTo>
                    <a:pt x="6376962" y="2253081"/>
                  </a:lnTo>
                  <a:lnTo>
                    <a:pt x="6384214" y="2248192"/>
                  </a:lnTo>
                  <a:lnTo>
                    <a:pt x="6389090" y="2240940"/>
                  </a:lnTo>
                  <a:lnTo>
                    <a:pt x="6390881" y="2232063"/>
                  </a:lnTo>
                  <a:close/>
                </a:path>
                <a:path w="6408420" h="3655060">
                  <a:moveTo>
                    <a:pt x="6407988" y="2289060"/>
                  </a:moveTo>
                  <a:lnTo>
                    <a:pt x="6406197" y="2280196"/>
                  </a:lnTo>
                  <a:lnTo>
                    <a:pt x="6401308" y="2272944"/>
                  </a:lnTo>
                  <a:lnTo>
                    <a:pt x="6394056" y="2268055"/>
                  </a:lnTo>
                  <a:lnTo>
                    <a:pt x="6385179" y="2266264"/>
                  </a:lnTo>
                  <a:lnTo>
                    <a:pt x="6350990" y="2266264"/>
                  </a:lnTo>
                  <a:lnTo>
                    <a:pt x="6342126" y="2268055"/>
                  </a:lnTo>
                  <a:lnTo>
                    <a:pt x="6334887" y="2272944"/>
                  </a:lnTo>
                  <a:lnTo>
                    <a:pt x="6329997" y="2280196"/>
                  </a:lnTo>
                  <a:lnTo>
                    <a:pt x="6328194" y="2289060"/>
                  </a:lnTo>
                  <a:lnTo>
                    <a:pt x="6328194" y="2300465"/>
                  </a:lnTo>
                  <a:lnTo>
                    <a:pt x="6350990" y="2300465"/>
                  </a:lnTo>
                  <a:lnTo>
                    <a:pt x="6350990" y="2289060"/>
                  </a:lnTo>
                  <a:lnTo>
                    <a:pt x="6385179" y="2289060"/>
                  </a:lnTo>
                  <a:lnTo>
                    <a:pt x="6385179" y="2300465"/>
                  </a:lnTo>
                  <a:lnTo>
                    <a:pt x="6407988" y="2300465"/>
                  </a:lnTo>
                  <a:lnTo>
                    <a:pt x="6407988" y="2289060"/>
                  </a:lnTo>
                  <a:close/>
                </a:path>
                <a:path w="6408420" h="3655060">
                  <a:moveTo>
                    <a:pt x="6407988" y="2061083"/>
                  </a:moveTo>
                  <a:lnTo>
                    <a:pt x="6405296" y="2047786"/>
                  </a:lnTo>
                  <a:lnTo>
                    <a:pt x="6397955" y="2036914"/>
                  </a:lnTo>
                  <a:lnTo>
                    <a:pt x="6387084" y="2029574"/>
                  </a:lnTo>
                  <a:lnTo>
                    <a:pt x="6373787" y="2026881"/>
                  </a:lnTo>
                  <a:lnTo>
                    <a:pt x="6228334" y="2026881"/>
                  </a:lnTo>
                  <a:lnTo>
                    <a:pt x="6232791" y="2033536"/>
                  </a:lnTo>
                  <a:lnTo>
                    <a:pt x="6235624" y="2041321"/>
                  </a:lnTo>
                  <a:lnTo>
                    <a:pt x="6236563" y="2049678"/>
                  </a:lnTo>
                  <a:lnTo>
                    <a:pt x="6380061" y="2049678"/>
                  </a:lnTo>
                  <a:lnTo>
                    <a:pt x="6385179" y="2054783"/>
                  </a:lnTo>
                  <a:lnTo>
                    <a:pt x="6385179" y="2163673"/>
                  </a:lnTo>
                  <a:lnTo>
                    <a:pt x="6350990" y="2163673"/>
                  </a:lnTo>
                  <a:lnTo>
                    <a:pt x="6350990" y="2140877"/>
                  </a:lnTo>
                  <a:lnTo>
                    <a:pt x="6305385" y="2140877"/>
                  </a:lnTo>
                  <a:lnTo>
                    <a:pt x="6305385" y="2163673"/>
                  </a:lnTo>
                  <a:lnTo>
                    <a:pt x="6248400" y="2163673"/>
                  </a:lnTo>
                  <a:lnTo>
                    <a:pt x="6248400" y="2186470"/>
                  </a:lnTo>
                  <a:lnTo>
                    <a:pt x="6407988" y="2186470"/>
                  </a:lnTo>
                  <a:lnTo>
                    <a:pt x="6407988" y="2061083"/>
                  </a:lnTo>
                  <a:close/>
                </a:path>
                <a:path w="6408420" h="3655060">
                  <a:moveTo>
                    <a:pt x="6407988" y="1075385"/>
                  </a:moveTo>
                  <a:lnTo>
                    <a:pt x="6378410" y="1045806"/>
                  </a:lnTo>
                  <a:lnTo>
                    <a:pt x="6375641" y="1043038"/>
                  </a:lnTo>
                  <a:lnTo>
                    <a:pt x="6375641" y="1075385"/>
                  </a:lnTo>
                  <a:lnTo>
                    <a:pt x="6346050" y="1104976"/>
                  </a:lnTo>
                  <a:lnTo>
                    <a:pt x="6322187" y="1081112"/>
                  </a:lnTo>
                  <a:lnTo>
                    <a:pt x="6317450" y="1076375"/>
                  </a:lnTo>
                  <a:lnTo>
                    <a:pt x="6317450" y="1074407"/>
                  </a:lnTo>
                  <a:lnTo>
                    <a:pt x="6333630" y="1058227"/>
                  </a:lnTo>
                  <a:lnTo>
                    <a:pt x="6346050" y="1045806"/>
                  </a:lnTo>
                  <a:lnTo>
                    <a:pt x="6375641" y="1075385"/>
                  </a:lnTo>
                  <a:lnTo>
                    <a:pt x="6375641" y="1043038"/>
                  </a:lnTo>
                  <a:lnTo>
                    <a:pt x="6346050" y="1013447"/>
                  </a:lnTo>
                  <a:lnTo>
                    <a:pt x="6301270" y="1058227"/>
                  </a:lnTo>
                  <a:lnTo>
                    <a:pt x="6236805" y="1058227"/>
                  </a:lnTo>
                  <a:lnTo>
                    <a:pt x="6231344" y="1040257"/>
                  </a:lnTo>
                  <a:lnTo>
                    <a:pt x="6227572" y="1035354"/>
                  </a:lnTo>
                  <a:lnTo>
                    <a:pt x="6220168" y="1025728"/>
                  </a:lnTo>
                  <a:lnTo>
                    <a:pt x="6214491" y="1022197"/>
                  </a:lnTo>
                  <a:lnTo>
                    <a:pt x="6214491" y="1063955"/>
                  </a:lnTo>
                  <a:lnTo>
                    <a:pt x="6212243" y="1075080"/>
                  </a:lnTo>
                  <a:lnTo>
                    <a:pt x="6206109" y="1084173"/>
                  </a:lnTo>
                  <a:lnTo>
                    <a:pt x="6197016" y="1090307"/>
                  </a:lnTo>
                  <a:lnTo>
                    <a:pt x="6185890" y="1092555"/>
                  </a:lnTo>
                  <a:lnTo>
                    <a:pt x="6174765" y="1090307"/>
                  </a:lnTo>
                  <a:lnTo>
                    <a:pt x="6165672" y="1084173"/>
                  </a:lnTo>
                  <a:lnTo>
                    <a:pt x="6159538" y="1075080"/>
                  </a:lnTo>
                  <a:lnTo>
                    <a:pt x="6157290" y="1063955"/>
                  </a:lnTo>
                  <a:lnTo>
                    <a:pt x="6159538" y="1052830"/>
                  </a:lnTo>
                  <a:lnTo>
                    <a:pt x="6165672" y="1043749"/>
                  </a:lnTo>
                  <a:lnTo>
                    <a:pt x="6174765" y="1037615"/>
                  </a:lnTo>
                  <a:lnTo>
                    <a:pt x="6185890" y="1035354"/>
                  </a:lnTo>
                  <a:lnTo>
                    <a:pt x="6197016" y="1037615"/>
                  </a:lnTo>
                  <a:lnTo>
                    <a:pt x="6206109" y="1043749"/>
                  </a:lnTo>
                  <a:lnTo>
                    <a:pt x="6212243" y="1052830"/>
                  </a:lnTo>
                  <a:lnTo>
                    <a:pt x="6214491" y="1063955"/>
                  </a:lnTo>
                  <a:lnTo>
                    <a:pt x="6214491" y="1022197"/>
                  </a:lnTo>
                  <a:lnTo>
                    <a:pt x="6204585" y="1016012"/>
                  </a:lnTo>
                  <a:lnTo>
                    <a:pt x="6185890" y="1012469"/>
                  </a:lnTo>
                  <a:lnTo>
                    <a:pt x="6165862" y="1016520"/>
                  </a:lnTo>
                  <a:lnTo>
                    <a:pt x="6149505" y="1027569"/>
                  </a:lnTo>
                  <a:lnTo>
                    <a:pt x="6138456" y="1043940"/>
                  </a:lnTo>
                  <a:lnTo>
                    <a:pt x="6134405" y="1063955"/>
                  </a:lnTo>
                  <a:lnTo>
                    <a:pt x="6136970" y="1079931"/>
                  </a:lnTo>
                  <a:lnTo>
                    <a:pt x="6144095" y="1093825"/>
                  </a:lnTo>
                  <a:lnTo>
                    <a:pt x="6154077" y="1103960"/>
                  </a:lnTo>
                  <a:lnTo>
                    <a:pt x="6155169" y="1104976"/>
                  </a:lnTo>
                  <a:lnTo>
                    <a:pt x="6168733" y="1112278"/>
                  </a:lnTo>
                  <a:lnTo>
                    <a:pt x="6168733" y="1195514"/>
                  </a:lnTo>
                  <a:lnTo>
                    <a:pt x="6134405" y="1195514"/>
                  </a:lnTo>
                  <a:lnTo>
                    <a:pt x="6134405" y="1287030"/>
                  </a:lnTo>
                  <a:lnTo>
                    <a:pt x="6225933" y="1287030"/>
                  </a:lnTo>
                  <a:lnTo>
                    <a:pt x="6225933" y="1264158"/>
                  </a:lnTo>
                  <a:lnTo>
                    <a:pt x="6225933" y="1218399"/>
                  </a:lnTo>
                  <a:lnTo>
                    <a:pt x="6225933" y="1195514"/>
                  </a:lnTo>
                  <a:lnTo>
                    <a:pt x="6203048" y="1195514"/>
                  </a:lnTo>
                  <a:lnTo>
                    <a:pt x="6203048" y="1218399"/>
                  </a:lnTo>
                  <a:lnTo>
                    <a:pt x="6203048" y="1264158"/>
                  </a:lnTo>
                  <a:lnTo>
                    <a:pt x="6157290" y="1264158"/>
                  </a:lnTo>
                  <a:lnTo>
                    <a:pt x="6157290" y="1218399"/>
                  </a:lnTo>
                  <a:lnTo>
                    <a:pt x="6203048" y="1218399"/>
                  </a:lnTo>
                  <a:lnTo>
                    <a:pt x="6203048" y="1195514"/>
                  </a:lnTo>
                  <a:lnTo>
                    <a:pt x="6191605" y="1195514"/>
                  </a:lnTo>
                  <a:lnTo>
                    <a:pt x="6191605" y="1114844"/>
                  </a:lnTo>
                  <a:lnTo>
                    <a:pt x="6205702" y="1111199"/>
                  </a:lnTo>
                  <a:lnTo>
                    <a:pt x="6217907" y="1103960"/>
                  </a:lnTo>
                  <a:lnTo>
                    <a:pt x="6227521" y="1093825"/>
                  </a:lnTo>
                  <a:lnTo>
                    <a:pt x="6228219" y="1092555"/>
                  </a:lnTo>
                  <a:lnTo>
                    <a:pt x="6234214" y="1081112"/>
                  </a:lnTo>
                  <a:lnTo>
                    <a:pt x="6289840" y="1081112"/>
                  </a:lnTo>
                  <a:lnTo>
                    <a:pt x="6334607" y="1125893"/>
                  </a:lnTo>
                  <a:lnTo>
                    <a:pt x="6334607" y="1185456"/>
                  </a:lnTo>
                  <a:lnTo>
                    <a:pt x="6318707" y="1192060"/>
                  </a:lnTo>
                  <a:lnTo>
                    <a:pt x="6306007" y="1203299"/>
                  </a:lnTo>
                  <a:lnTo>
                    <a:pt x="6297612" y="1218158"/>
                  </a:lnTo>
                  <a:lnTo>
                    <a:pt x="6294577" y="1235557"/>
                  </a:lnTo>
                  <a:lnTo>
                    <a:pt x="6298628" y="1255572"/>
                  </a:lnTo>
                  <a:lnTo>
                    <a:pt x="6309665" y="1271943"/>
                  </a:lnTo>
                  <a:lnTo>
                    <a:pt x="6326035" y="1282979"/>
                  </a:lnTo>
                  <a:lnTo>
                    <a:pt x="6346050" y="1287030"/>
                  </a:lnTo>
                  <a:lnTo>
                    <a:pt x="6366065" y="1282979"/>
                  </a:lnTo>
                  <a:lnTo>
                    <a:pt x="6382436" y="1271943"/>
                  </a:lnTo>
                  <a:lnTo>
                    <a:pt x="6387681" y="1264158"/>
                  </a:lnTo>
                  <a:lnTo>
                    <a:pt x="6393485" y="1255572"/>
                  </a:lnTo>
                  <a:lnTo>
                    <a:pt x="6397536" y="1235557"/>
                  </a:lnTo>
                  <a:lnTo>
                    <a:pt x="6394539" y="1218399"/>
                  </a:lnTo>
                  <a:lnTo>
                    <a:pt x="6394501" y="1218158"/>
                  </a:lnTo>
                  <a:lnTo>
                    <a:pt x="6388163" y="1206957"/>
                  </a:lnTo>
                  <a:lnTo>
                    <a:pt x="6386093" y="1203299"/>
                  </a:lnTo>
                  <a:lnTo>
                    <a:pt x="6374651" y="1193165"/>
                  </a:lnTo>
                  <a:lnTo>
                    <a:pt x="6374651" y="1235557"/>
                  </a:lnTo>
                  <a:lnTo>
                    <a:pt x="6372403" y="1246682"/>
                  </a:lnTo>
                  <a:lnTo>
                    <a:pt x="6366269" y="1255776"/>
                  </a:lnTo>
                  <a:lnTo>
                    <a:pt x="6357175" y="1261910"/>
                  </a:lnTo>
                  <a:lnTo>
                    <a:pt x="6346050" y="1264158"/>
                  </a:lnTo>
                  <a:lnTo>
                    <a:pt x="6334925" y="1261910"/>
                  </a:lnTo>
                  <a:lnTo>
                    <a:pt x="6325832" y="1255776"/>
                  </a:lnTo>
                  <a:lnTo>
                    <a:pt x="6319698" y="1246682"/>
                  </a:lnTo>
                  <a:lnTo>
                    <a:pt x="6317450" y="1235557"/>
                  </a:lnTo>
                  <a:lnTo>
                    <a:pt x="6319698" y="1224432"/>
                  </a:lnTo>
                  <a:lnTo>
                    <a:pt x="6325832" y="1215339"/>
                  </a:lnTo>
                  <a:lnTo>
                    <a:pt x="6334925" y="1209205"/>
                  </a:lnTo>
                  <a:lnTo>
                    <a:pt x="6346050" y="1206957"/>
                  </a:lnTo>
                  <a:lnTo>
                    <a:pt x="6357175" y="1209205"/>
                  </a:lnTo>
                  <a:lnTo>
                    <a:pt x="6366269" y="1215339"/>
                  </a:lnTo>
                  <a:lnTo>
                    <a:pt x="6372403" y="1224432"/>
                  </a:lnTo>
                  <a:lnTo>
                    <a:pt x="6374651" y="1235557"/>
                  </a:lnTo>
                  <a:lnTo>
                    <a:pt x="6374651" y="1193165"/>
                  </a:lnTo>
                  <a:lnTo>
                    <a:pt x="6373406" y="1192060"/>
                  </a:lnTo>
                  <a:lnTo>
                    <a:pt x="6357493" y="1185456"/>
                  </a:lnTo>
                  <a:lnTo>
                    <a:pt x="6357493" y="1125893"/>
                  </a:lnTo>
                  <a:lnTo>
                    <a:pt x="6378397" y="1104976"/>
                  </a:lnTo>
                  <a:lnTo>
                    <a:pt x="6407988" y="1075385"/>
                  </a:lnTo>
                  <a:close/>
                </a:path>
                <a:path w="6408420" h="3655060">
                  <a:moveTo>
                    <a:pt x="6407988" y="250342"/>
                  </a:moveTo>
                  <a:lnTo>
                    <a:pt x="6328334" y="250342"/>
                  </a:lnTo>
                  <a:lnTo>
                    <a:pt x="6328334" y="273100"/>
                  </a:lnTo>
                  <a:lnTo>
                    <a:pt x="6407988" y="273100"/>
                  </a:lnTo>
                  <a:lnTo>
                    <a:pt x="6407988" y="250342"/>
                  </a:lnTo>
                  <a:close/>
                </a:path>
                <a:path w="6408420" h="3655060">
                  <a:moveTo>
                    <a:pt x="6407988" y="204825"/>
                  </a:moveTo>
                  <a:lnTo>
                    <a:pt x="6328334" y="204825"/>
                  </a:lnTo>
                  <a:lnTo>
                    <a:pt x="6328334" y="227584"/>
                  </a:lnTo>
                  <a:lnTo>
                    <a:pt x="6407988" y="227584"/>
                  </a:lnTo>
                  <a:lnTo>
                    <a:pt x="6407988" y="204825"/>
                  </a:lnTo>
                  <a:close/>
                </a:path>
                <a:path w="6408420" h="3655060">
                  <a:moveTo>
                    <a:pt x="6407988" y="159308"/>
                  </a:moveTo>
                  <a:lnTo>
                    <a:pt x="6328334" y="159308"/>
                  </a:lnTo>
                  <a:lnTo>
                    <a:pt x="6328334" y="182067"/>
                  </a:lnTo>
                  <a:lnTo>
                    <a:pt x="6407988" y="182067"/>
                  </a:lnTo>
                  <a:lnTo>
                    <a:pt x="6407988" y="159308"/>
                  </a:lnTo>
                  <a:close/>
                </a:path>
                <a:path w="6408420" h="3655060">
                  <a:moveTo>
                    <a:pt x="6407988" y="22758"/>
                  </a:moveTo>
                  <a:lnTo>
                    <a:pt x="6385230" y="22758"/>
                  </a:lnTo>
                  <a:lnTo>
                    <a:pt x="6339713" y="51206"/>
                  </a:lnTo>
                  <a:lnTo>
                    <a:pt x="6385230" y="79654"/>
                  </a:lnTo>
                  <a:lnTo>
                    <a:pt x="6385230" y="136550"/>
                  </a:lnTo>
                  <a:lnTo>
                    <a:pt x="6407988" y="136550"/>
                  </a:lnTo>
                  <a:lnTo>
                    <a:pt x="6407988" y="22758"/>
                  </a:lnTo>
                  <a:close/>
                </a:path>
              </a:pathLst>
            </a:custGeom>
            <a:solidFill>
              <a:srgbClr val="0059C2"/>
            </a:solidFill>
          </p:spPr>
          <p:txBody>
            <a:bodyPr wrap="square" lIns="0" tIns="0" rIns="0" bIns="0" rtlCol="0"/>
            <a:lstStyle/>
            <a:p>
              <a:endParaRPr>
                <a:latin typeface="Zanjabeel" pitchFamily="50" charset="-78"/>
                <a:cs typeface="Zanjabeel" pitchFamily="50" charset="-78"/>
              </a:endParaRPr>
            </a:p>
          </p:txBody>
        </p:sp>
        <p:sp>
          <p:nvSpPr>
            <p:cNvPr id="27" name="object 27"/>
            <p:cNvSpPr/>
            <p:nvPr/>
          </p:nvSpPr>
          <p:spPr>
            <a:xfrm>
              <a:off x="6121184" y="5436666"/>
              <a:ext cx="334010" cy="333375"/>
            </a:xfrm>
            <a:custGeom>
              <a:avLst/>
              <a:gdLst/>
              <a:ahLst/>
              <a:cxnLst/>
              <a:rect l="l" t="t" r="r" b="b"/>
              <a:pathLst>
                <a:path w="334010" h="333375">
                  <a:moveTo>
                    <a:pt x="333184" y="43713"/>
                  </a:moveTo>
                  <a:lnTo>
                    <a:pt x="330009" y="27419"/>
                  </a:lnTo>
                  <a:lnTo>
                    <a:pt x="329615" y="26822"/>
                  </a:lnTo>
                  <a:lnTo>
                    <a:pt x="320497" y="13093"/>
                  </a:lnTo>
                  <a:lnTo>
                    <a:pt x="306920" y="4419"/>
                  </a:lnTo>
                  <a:lnTo>
                    <a:pt x="306920" y="38785"/>
                  </a:lnTo>
                  <a:lnTo>
                    <a:pt x="306920" y="48641"/>
                  </a:lnTo>
                  <a:lnTo>
                    <a:pt x="119341" y="235902"/>
                  </a:lnTo>
                  <a:lnTo>
                    <a:pt x="97294" y="235902"/>
                  </a:lnTo>
                  <a:lnTo>
                    <a:pt x="97294" y="213893"/>
                  </a:lnTo>
                  <a:lnTo>
                    <a:pt x="278790" y="32715"/>
                  </a:lnTo>
                  <a:lnTo>
                    <a:pt x="284962" y="26822"/>
                  </a:lnTo>
                  <a:lnTo>
                    <a:pt x="294678" y="26822"/>
                  </a:lnTo>
                  <a:lnTo>
                    <a:pt x="300837" y="32715"/>
                  </a:lnTo>
                  <a:lnTo>
                    <a:pt x="306920" y="38785"/>
                  </a:lnTo>
                  <a:lnTo>
                    <a:pt x="306920" y="4419"/>
                  </a:lnTo>
                  <a:lnTo>
                    <a:pt x="306082" y="3873"/>
                  </a:lnTo>
                  <a:lnTo>
                    <a:pt x="289826" y="800"/>
                  </a:lnTo>
                  <a:lnTo>
                    <a:pt x="273558" y="3873"/>
                  </a:lnTo>
                  <a:lnTo>
                    <a:pt x="259143" y="13093"/>
                  </a:lnTo>
                  <a:lnTo>
                    <a:pt x="69494" y="202399"/>
                  </a:lnTo>
                  <a:lnTo>
                    <a:pt x="69494" y="263652"/>
                  </a:lnTo>
                  <a:lnTo>
                    <a:pt x="130848" y="263652"/>
                  </a:lnTo>
                  <a:lnTo>
                    <a:pt x="158648" y="235902"/>
                  </a:lnTo>
                  <a:lnTo>
                    <a:pt x="320497" y="74333"/>
                  </a:lnTo>
                  <a:lnTo>
                    <a:pt x="330009" y="60007"/>
                  </a:lnTo>
                  <a:lnTo>
                    <a:pt x="333184" y="43713"/>
                  </a:lnTo>
                  <a:close/>
                </a:path>
                <a:path w="334010" h="333375">
                  <a:moveTo>
                    <a:pt x="333616" y="99364"/>
                  </a:moveTo>
                  <a:lnTo>
                    <a:pt x="331978" y="101600"/>
                  </a:lnTo>
                  <a:lnTo>
                    <a:pt x="330225" y="103733"/>
                  </a:lnTo>
                  <a:lnTo>
                    <a:pt x="328345" y="105765"/>
                  </a:lnTo>
                  <a:lnTo>
                    <a:pt x="305816" y="128257"/>
                  </a:lnTo>
                  <a:lnTo>
                    <a:pt x="305816" y="222021"/>
                  </a:lnTo>
                  <a:lnTo>
                    <a:pt x="300062" y="222021"/>
                  </a:lnTo>
                  <a:lnTo>
                    <a:pt x="300062" y="249770"/>
                  </a:lnTo>
                  <a:lnTo>
                    <a:pt x="250215" y="299529"/>
                  </a:lnTo>
                  <a:lnTo>
                    <a:pt x="250215" y="249770"/>
                  </a:lnTo>
                  <a:lnTo>
                    <a:pt x="300062" y="249770"/>
                  </a:lnTo>
                  <a:lnTo>
                    <a:pt x="300062" y="222021"/>
                  </a:lnTo>
                  <a:lnTo>
                    <a:pt x="222415" y="222021"/>
                  </a:lnTo>
                  <a:lnTo>
                    <a:pt x="222415" y="305282"/>
                  </a:lnTo>
                  <a:lnTo>
                    <a:pt x="27800" y="305282"/>
                  </a:lnTo>
                  <a:lnTo>
                    <a:pt x="27800" y="33959"/>
                  </a:lnTo>
                  <a:lnTo>
                    <a:pt x="34023" y="27749"/>
                  </a:lnTo>
                  <a:lnTo>
                    <a:pt x="205143" y="27749"/>
                  </a:lnTo>
                  <a:lnTo>
                    <a:pt x="227672" y="5257"/>
                  </a:lnTo>
                  <a:lnTo>
                    <a:pt x="229704" y="3378"/>
                  </a:lnTo>
                  <a:lnTo>
                    <a:pt x="231851" y="1625"/>
                  </a:lnTo>
                  <a:lnTo>
                    <a:pt x="234086" y="0"/>
                  </a:lnTo>
                  <a:lnTo>
                    <a:pt x="41706" y="0"/>
                  </a:lnTo>
                  <a:lnTo>
                    <a:pt x="24942" y="3378"/>
                  </a:lnTo>
                  <a:lnTo>
                    <a:pt x="25311" y="3378"/>
                  </a:lnTo>
                  <a:lnTo>
                    <a:pt x="12204" y="12192"/>
                  </a:lnTo>
                  <a:lnTo>
                    <a:pt x="3276" y="25425"/>
                  </a:lnTo>
                  <a:lnTo>
                    <a:pt x="0" y="41630"/>
                  </a:lnTo>
                  <a:lnTo>
                    <a:pt x="0" y="333032"/>
                  </a:lnTo>
                  <a:lnTo>
                    <a:pt x="255968" y="333032"/>
                  </a:lnTo>
                  <a:lnTo>
                    <a:pt x="283768" y="305282"/>
                  </a:lnTo>
                  <a:lnTo>
                    <a:pt x="289521" y="299529"/>
                  </a:lnTo>
                  <a:lnTo>
                    <a:pt x="333616" y="255524"/>
                  </a:lnTo>
                  <a:lnTo>
                    <a:pt x="333616" y="249770"/>
                  </a:lnTo>
                  <a:lnTo>
                    <a:pt x="333616" y="99364"/>
                  </a:lnTo>
                  <a:close/>
                </a:path>
              </a:pathLst>
            </a:custGeom>
            <a:solidFill>
              <a:srgbClr val="D6E5F5"/>
            </a:solidFill>
          </p:spPr>
          <p:txBody>
            <a:bodyPr wrap="square" lIns="0" tIns="0" rIns="0" bIns="0" rtlCol="0"/>
            <a:lstStyle/>
            <a:p>
              <a:endParaRPr>
                <a:latin typeface="Zanjabeel" pitchFamily="50" charset="-78"/>
                <a:cs typeface="Zanjabeel" pitchFamily="50" charset="-78"/>
              </a:endParaRPr>
            </a:p>
          </p:txBody>
        </p:sp>
        <p:sp>
          <p:nvSpPr>
            <p:cNvPr id="28" name="object 28"/>
            <p:cNvSpPr/>
            <p:nvPr/>
          </p:nvSpPr>
          <p:spPr>
            <a:xfrm>
              <a:off x="6422400" y="3241633"/>
              <a:ext cx="304800" cy="304800"/>
            </a:xfrm>
            <a:custGeom>
              <a:avLst/>
              <a:gdLst/>
              <a:ahLst/>
              <a:cxnLst/>
              <a:rect l="l" t="t" r="r" b="b"/>
              <a:pathLst>
                <a:path w="304800" h="304800">
                  <a:moveTo>
                    <a:pt x="130225" y="101009"/>
                  </a:moveTo>
                  <a:lnTo>
                    <a:pt x="65049" y="101009"/>
                  </a:lnTo>
                  <a:lnTo>
                    <a:pt x="8420" y="157498"/>
                  </a:lnTo>
                  <a:lnTo>
                    <a:pt x="2105" y="167033"/>
                  </a:lnTo>
                  <a:lnTo>
                    <a:pt x="0" y="177898"/>
                  </a:lnTo>
                  <a:lnTo>
                    <a:pt x="2105" y="188766"/>
                  </a:lnTo>
                  <a:lnTo>
                    <a:pt x="8420" y="198316"/>
                  </a:lnTo>
                  <a:lnTo>
                    <a:pt x="114808" y="304463"/>
                  </a:lnTo>
                  <a:lnTo>
                    <a:pt x="150696" y="268649"/>
                  </a:lnTo>
                  <a:lnTo>
                    <a:pt x="114833" y="268649"/>
                  </a:lnTo>
                  <a:lnTo>
                    <a:pt x="26403" y="180422"/>
                  </a:lnTo>
                  <a:lnTo>
                    <a:pt x="25031" y="179025"/>
                  </a:lnTo>
                  <a:lnTo>
                    <a:pt x="25031" y="176777"/>
                  </a:lnTo>
                  <a:lnTo>
                    <a:pt x="71716" y="130193"/>
                  </a:lnTo>
                  <a:lnTo>
                    <a:pt x="159473" y="130193"/>
                  </a:lnTo>
                  <a:lnTo>
                    <a:pt x="130225" y="101009"/>
                  </a:lnTo>
                  <a:close/>
                </a:path>
                <a:path w="304800" h="304800">
                  <a:moveTo>
                    <a:pt x="161420" y="132136"/>
                  </a:moveTo>
                  <a:lnTo>
                    <a:pt x="125539" y="132136"/>
                  </a:lnTo>
                  <a:lnTo>
                    <a:pt x="188595" y="195052"/>
                  </a:lnTo>
                  <a:lnTo>
                    <a:pt x="114846" y="268649"/>
                  </a:lnTo>
                  <a:lnTo>
                    <a:pt x="150696" y="268649"/>
                  </a:lnTo>
                  <a:lnTo>
                    <a:pt x="224447" y="195052"/>
                  </a:lnTo>
                  <a:lnTo>
                    <a:pt x="161420" y="132136"/>
                  </a:lnTo>
                  <a:close/>
                </a:path>
                <a:path w="304800" h="304800">
                  <a:moveTo>
                    <a:pt x="159473" y="130193"/>
                  </a:moveTo>
                  <a:lnTo>
                    <a:pt x="71716" y="130193"/>
                  </a:lnTo>
                  <a:lnTo>
                    <a:pt x="99606" y="158019"/>
                  </a:lnTo>
                  <a:lnTo>
                    <a:pt x="125539" y="132136"/>
                  </a:lnTo>
                  <a:lnTo>
                    <a:pt x="161420" y="132136"/>
                  </a:lnTo>
                  <a:lnTo>
                    <a:pt x="159473" y="130193"/>
                  </a:lnTo>
                  <a:close/>
                </a:path>
                <a:path w="304800" h="304800">
                  <a:moveTo>
                    <a:pt x="139168" y="0"/>
                  </a:moveTo>
                  <a:lnTo>
                    <a:pt x="128098" y="3974"/>
                  </a:lnTo>
                  <a:lnTo>
                    <a:pt x="119352" y="11826"/>
                  </a:lnTo>
                  <a:lnTo>
                    <a:pt x="114147" y="22827"/>
                  </a:lnTo>
                  <a:lnTo>
                    <a:pt x="109842" y="41077"/>
                  </a:lnTo>
                  <a:lnTo>
                    <a:pt x="126936" y="45637"/>
                  </a:lnTo>
                  <a:lnTo>
                    <a:pt x="126936" y="75672"/>
                  </a:lnTo>
                  <a:lnTo>
                    <a:pt x="273596" y="75672"/>
                  </a:lnTo>
                  <a:lnTo>
                    <a:pt x="279285" y="81349"/>
                  </a:lnTo>
                  <a:lnTo>
                    <a:pt x="279285" y="95319"/>
                  </a:lnTo>
                  <a:lnTo>
                    <a:pt x="273583" y="101009"/>
                  </a:lnTo>
                  <a:lnTo>
                    <a:pt x="165023" y="101009"/>
                  </a:lnTo>
                  <a:lnTo>
                    <a:pt x="190411" y="126345"/>
                  </a:lnTo>
                  <a:lnTo>
                    <a:pt x="304800" y="126345"/>
                  </a:lnTo>
                  <a:lnTo>
                    <a:pt x="304688" y="75672"/>
                  </a:lnTo>
                  <a:lnTo>
                    <a:pt x="304660" y="63036"/>
                  </a:lnTo>
                  <a:lnTo>
                    <a:pt x="151345" y="628"/>
                  </a:lnTo>
                  <a:lnTo>
                    <a:pt x="139168" y="0"/>
                  </a:lnTo>
                  <a:close/>
                </a:path>
                <a:path w="304800" h="304800">
                  <a:moveTo>
                    <a:pt x="259575" y="75672"/>
                  </a:moveTo>
                  <a:lnTo>
                    <a:pt x="228498" y="75672"/>
                  </a:lnTo>
                  <a:lnTo>
                    <a:pt x="228498" y="101009"/>
                  </a:lnTo>
                  <a:lnTo>
                    <a:pt x="259588" y="101009"/>
                  </a:lnTo>
                  <a:lnTo>
                    <a:pt x="253885" y="95319"/>
                  </a:lnTo>
                  <a:lnTo>
                    <a:pt x="253885" y="81349"/>
                  </a:lnTo>
                  <a:lnTo>
                    <a:pt x="259575" y="75672"/>
                  </a:lnTo>
                  <a:close/>
                </a:path>
              </a:pathLst>
            </a:custGeom>
            <a:solidFill>
              <a:srgbClr val="0059C2"/>
            </a:solidFill>
          </p:spPr>
          <p:txBody>
            <a:bodyPr wrap="square" lIns="0" tIns="0" rIns="0" bIns="0" rtlCol="0"/>
            <a:lstStyle/>
            <a:p>
              <a:endParaRPr>
                <a:latin typeface="Zanjabeel" pitchFamily="50" charset="-78"/>
                <a:cs typeface="Zanjabeel" pitchFamily="50" charset="-78"/>
              </a:endParaRPr>
            </a:p>
          </p:txBody>
        </p:sp>
      </p:grpSp>
      <p:sp>
        <p:nvSpPr>
          <p:cNvPr id="30" name="object 30"/>
          <p:cNvSpPr txBox="1">
            <a:spLocks noGrp="1"/>
          </p:cNvSpPr>
          <p:nvPr>
            <p:ph type="sldNum" sz="quarter" idx="7"/>
          </p:nvPr>
        </p:nvSpPr>
        <p:spPr>
          <a:xfrm>
            <a:off x="10253885" y="7115302"/>
            <a:ext cx="201295" cy="162224"/>
          </a:xfrm>
          <a:prstGeom prst="rect">
            <a:avLst/>
          </a:prstGeom>
        </p:spPr>
        <p:txBody>
          <a:bodyPr vert="horz" wrap="square" lIns="0" tIns="8255" rIns="0" bIns="0" rtlCol="0">
            <a:spAutoFit/>
          </a:bodyPr>
          <a:lstStyle/>
          <a:p>
            <a:pPr marL="75565">
              <a:lnSpc>
                <a:spcPct val="100000"/>
              </a:lnSpc>
              <a:spcBef>
                <a:spcPts val="65"/>
              </a:spcBef>
            </a:pPr>
            <a:fld id="{81D60167-4931-47E6-BA6A-407CBD079E47}" type="slidenum">
              <a:rPr lang="en-US" spc="-50" smtClean="0">
                <a:latin typeface="Zanjabeel" pitchFamily="50" charset="-78"/>
                <a:cs typeface="Zanjabeel" pitchFamily="50" charset="-78"/>
              </a:rPr>
              <a:t>2</a:t>
            </a:fld>
            <a:endParaRPr lang="en-US" spc="-50" dirty="0">
              <a:latin typeface="Zanjabeel" pitchFamily="50" charset="-78"/>
              <a:cs typeface="Zanjabeel" pitchFamily="50" charset="-78"/>
            </a:endParaRPr>
          </a:p>
        </p:txBody>
      </p:sp>
      <p:sp>
        <p:nvSpPr>
          <p:cNvPr id="37" name="TextBox 36">
            <a:extLst>
              <a:ext uri="{FF2B5EF4-FFF2-40B4-BE49-F238E27FC236}">
                <a16:creationId xmlns:a16="http://schemas.microsoft.com/office/drawing/2014/main" id="{C62FAFC6-D1DC-4745-97F7-E00E17FA64E5}"/>
              </a:ext>
            </a:extLst>
          </p:cNvPr>
          <p:cNvSpPr txBox="1"/>
          <p:nvPr/>
        </p:nvSpPr>
        <p:spPr>
          <a:xfrm>
            <a:off x="7890747" y="238471"/>
            <a:ext cx="2392585" cy="200055"/>
          </a:xfrm>
          <a:prstGeom prst="rect">
            <a:avLst/>
          </a:prstGeom>
          <a:noFill/>
        </p:spPr>
        <p:txBody>
          <a:bodyPr wrap="square" rtlCol="0">
            <a:spAutoFit/>
          </a:bodyPr>
          <a:lstStyle/>
          <a:p>
            <a:pPr rtl="1"/>
            <a:r>
              <a:rPr lang="ar-SA" sz="700" dirty="0">
                <a:latin typeface="Zanjabeel" pitchFamily="50" charset="-78"/>
                <a:cs typeface="Zanjabeel" pitchFamily="50" charset="-78"/>
              </a:rPr>
              <a:t>ملف تعريفي               2026       </a:t>
            </a:r>
            <a:endParaRPr lang="en-US" sz="700" dirty="0">
              <a:latin typeface="Zanjabeel" pitchFamily="50" charset="-78"/>
              <a:cs typeface="Zanjabeel" pitchFamily="50" charset="-78"/>
            </a:endParaRPr>
          </a:p>
        </p:txBody>
      </p:sp>
      <p:sp>
        <p:nvSpPr>
          <p:cNvPr id="41" name="object 17">
            <a:extLst>
              <a:ext uri="{FF2B5EF4-FFF2-40B4-BE49-F238E27FC236}">
                <a16:creationId xmlns:a16="http://schemas.microsoft.com/office/drawing/2014/main" id="{F53E9E94-C37E-E197-B047-5C9EDD3F77AC}"/>
              </a:ext>
            </a:extLst>
          </p:cNvPr>
          <p:cNvSpPr txBox="1"/>
          <p:nvPr/>
        </p:nvSpPr>
        <p:spPr>
          <a:xfrm>
            <a:off x="1294342" y="2646475"/>
            <a:ext cx="1953260" cy="182101"/>
          </a:xfrm>
          <a:prstGeom prst="rect">
            <a:avLst/>
          </a:prstGeom>
        </p:spPr>
        <p:txBody>
          <a:bodyPr vert="horz" wrap="square" lIns="0" tIns="12700" rIns="0" bIns="0" rtlCol="0">
            <a:spAutoFit/>
          </a:bodyPr>
          <a:lstStyle/>
          <a:p>
            <a:pPr marL="38100" marR="31115" algn="r">
              <a:lnSpc>
                <a:spcPct val="100000"/>
              </a:lnSpc>
              <a:spcBef>
                <a:spcPts val="100"/>
              </a:spcBef>
            </a:pPr>
            <a:r>
              <a:rPr lang="ar-SA" sz="1100" dirty="0">
                <a:latin typeface="Zanjabeel" pitchFamily="50" charset="-78"/>
                <a:cs typeface="Zanjabeel" pitchFamily="50" charset="-78"/>
              </a:rPr>
              <a:t>تقييم مؤسسي شامل</a:t>
            </a:r>
            <a:endParaRPr lang="en-US" sz="1100" dirty="0">
              <a:latin typeface="Zanjabeel" pitchFamily="50" charset="-78"/>
              <a:cs typeface="Zanjabeel" pitchFamily="50" charset="-78"/>
            </a:endParaRPr>
          </a:p>
        </p:txBody>
      </p:sp>
      <p:sp>
        <p:nvSpPr>
          <p:cNvPr id="42" name="object 17">
            <a:extLst>
              <a:ext uri="{FF2B5EF4-FFF2-40B4-BE49-F238E27FC236}">
                <a16:creationId xmlns:a16="http://schemas.microsoft.com/office/drawing/2014/main" id="{74DDA8F7-7401-F24C-F3DC-DD6CADE0837D}"/>
              </a:ext>
            </a:extLst>
          </p:cNvPr>
          <p:cNvSpPr txBox="1"/>
          <p:nvPr/>
        </p:nvSpPr>
        <p:spPr>
          <a:xfrm>
            <a:off x="4400762" y="2648138"/>
            <a:ext cx="1953260" cy="182101"/>
          </a:xfrm>
          <a:prstGeom prst="rect">
            <a:avLst/>
          </a:prstGeom>
        </p:spPr>
        <p:txBody>
          <a:bodyPr vert="horz" wrap="square" lIns="0" tIns="12700" rIns="0" bIns="0" rtlCol="0">
            <a:spAutoFit/>
          </a:bodyPr>
          <a:lstStyle/>
          <a:p>
            <a:pPr marL="38100" marR="31115" algn="r">
              <a:lnSpc>
                <a:spcPct val="100000"/>
              </a:lnSpc>
              <a:spcBef>
                <a:spcPts val="100"/>
              </a:spcBef>
            </a:pPr>
            <a:r>
              <a:rPr lang="ar-SA" sz="1100" dirty="0">
                <a:latin typeface="Zanjabeel" pitchFamily="50" charset="-78"/>
                <a:cs typeface="Zanjabeel" pitchFamily="50" charset="-78"/>
              </a:rPr>
              <a:t>دليل تنظيمي وشتغيلي</a:t>
            </a:r>
            <a:endParaRPr lang="en-US" sz="1100" dirty="0">
              <a:latin typeface="Zanjabeel" pitchFamily="50" charset="-78"/>
              <a:cs typeface="Zanjabeel" pitchFamily="50" charset="-78"/>
            </a:endParaRPr>
          </a:p>
        </p:txBody>
      </p:sp>
      <p:sp>
        <p:nvSpPr>
          <p:cNvPr id="43" name="TextBox 42">
            <a:extLst>
              <a:ext uri="{FF2B5EF4-FFF2-40B4-BE49-F238E27FC236}">
                <a16:creationId xmlns:a16="http://schemas.microsoft.com/office/drawing/2014/main" id="{D52C7A9B-2425-8959-2EA4-AF95C1BE7D63}"/>
              </a:ext>
            </a:extLst>
          </p:cNvPr>
          <p:cNvSpPr txBox="1"/>
          <p:nvPr/>
        </p:nvSpPr>
        <p:spPr>
          <a:xfrm>
            <a:off x="9230126" y="7096387"/>
            <a:ext cx="1085850" cy="200055"/>
          </a:xfrm>
          <a:prstGeom prst="rect">
            <a:avLst/>
          </a:prstGeom>
          <a:noFill/>
        </p:spPr>
        <p:txBody>
          <a:bodyPr wrap="square" rtlCol="0">
            <a:spAutoFit/>
          </a:bodyPr>
          <a:lstStyle/>
          <a:p>
            <a:pPr rtl="1"/>
            <a:r>
              <a:rPr lang="ar-SA" sz="700" dirty="0">
                <a:latin typeface="Zanjabeel" pitchFamily="50" charset="-78"/>
                <a:cs typeface="Zanjabeel" pitchFamily="50" charset="-78"/>
              </a:rPr>
              <a:t>جدارة الأداء بالأرقام</a:t>
            </a:r>
            <a:endParaRPr lang="en-US" sz="700" dirty="0">
              <a:latin typeface="Zanjabeel" pitchFamily="50" charset="-78"/>
              <a:cs typeface="Zanjabeel" pitchFamily="50"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8"/>
            <a:ext cx="4000500" cy="7560309"/>
          </a:xfrm>
          <a:custGeom>
            <a:avLst/>
            <a:gdLst/>
            <a:ahLst/>
            <a:cxnLst/>
            <a:rect l="l" t="t" r="r" b="b"/>
            <a:pathLst>
              <a:path w="4000500" h="7560309">
                <a:moveTo>
                  <a:pt x="2366467" y="0"/>
                </a:moveTo>
                <a:lnTo>
                  <a:pt x="0" y="0"/>
                </a:lnTo>
                <a:lnTo>
                  <a:pt x="0" y="7559992"/>
                </a:lnTo>
                <a:lnTo>
                  <a:pt x="4000500" y="7559992"/>
                </a:lnTo>
                <a:lnTo>
                  <a:pt x="4000500" y="2406180"/>
                </a:lnTo>
                <a:lnTo>
                  <a:pt x="2366454" y="1584833"/>
                </a:lnTo>
                <a:lnTo>
                  <a:pt x="2366467" y="0"/>
                </a:lnTo>
                <a:close/>
              </a:path>
            </a:pathLst>
          </a:custGeom>
          <a:solidFill>
            <a:srgbClr val="D6E5F5"/>
          </a:solidFill>
        </p:spPr>
        <p:txBody>
          <a:bodyPr wrap="square" lIns="0" tIns="0" rIns="0" bIns="0" rtlCol="0"/>
          <a:lstStyle/>
          <a:p>
            <a:endParaRPr/>
          </a:p>
        </p:txBody>
      </p:sp>
      <p:grpSp>
        <p:nvGrpSpPr>
          <p:cNvPr id="3" name="object 3"/>
          <p:cNvGrpSpPr/>
          <p:nvPr/>
        </p:nvGrpSpPr>
        <p:grpSpPr>
          <a:xfrm>
            <a:off x="2116797" y="3157333"/>
            <a:ext cx="6242685" cy="2907665"/>
            <a:chOff x="2116797" y="3157333"/>
            <a:chExt cx="6242685" cy="2907665"/>
          </a:xfrm>
        </p:grpSpPr>
        <p:sp>
          <p:nvSpPr>
            <p:cNvPr id="4" name="object 4"/>
            <p:cNvSpPr/>
            <p:nvPr/>
          </p:nvSpPr>
          <p:spPr>
            <a:xfrm>
              <a:off x="4624205" y="3157333"/>
              <a:ext cx="3735070" cy="1631314"/>
            </a:xfrm>
            <a:custGeom>
              <a:avLst/>
              <a:gdLst/>
              <a:ahLst/>
              <a:cxnLst/>
              <a:rect l="l" t="t" r="r" b="b"/>
              <a:pathLst>
                <a:path w="3735070" h="1631314">
                  <a:moveTo>
                    <a:pt x="0" y="0"/>
                  </a:moveTo>
                  <a:lnTo>
                    <a:pt x="0" y="1253921"/>
                  </a:lnTo>
                  <a:lnTo>
                    <a:pt x="540054" y="1630591"/>
                  </a:lnTo>
                  <a:lnTo>
                    <a:pt x="3734993" y="1631188"/>
                  </a:lnTo>
                  <a:lnTo>
                    <a:pt x="3734993" y="584"/>
                  </a:lnTo>
                  <a:lnTo>
                    <a:pt x="0" y="0"/>
                  </a:lnTo>
                  <a:close/>
                </a:path>
              </a:pathLst>
            </a:custGeom>
            <a:solidFill>
              <a:srgbClr val="05123B"/>
            </a:solidFill>
          </p:spPr>
          <p:txBody>
            <a:bodyPr wrap="square" lIns="0" tIns="0" rIns="0" bIns="0" rtlCol="0"/>
            <a:lstStyle/>
            <a:p>
              <a:endParaRPr/>
            </a:p>
          </p:txBody>
        </p:sp>
        <p:sp>
          <p:nvSpPr>
            <p:cNvPr id="5" name="object 5"/>
            <p:cNvSpPr/>
            <p:nvPr/>
          </p:nvSpPr>
          <p:spPr>
            <a:xfrm>
              <a:off x="2116797" y="4800612"/>
              <a:ext cx="4197985" cy="1264285"/>
            </a:xfrm>
            <a:custGeom>
              <a:avLst/>
              <a:gdLst/>
              <a:ahLst/>
              <a:cxnLst/>
              <a:rect l="l" t="t" r="r" b="b"/>
              <a:pathLst>
                <a:path w="4197985" h="1264285">
                  <a:moveTo>
                    <a:pt x="4197604" y="0"/>
                  </a:moveTo>
                  <a:lnTo>
                    <a:pt x="0" y="0"/>
                  </a:lnTo>
                  <a:lnTo>
                    <a:pt x="0" y="1264284"/>
                  </a:lnTo>
                  <a:lnTo>
                    <a:pt x="4197604" y="1264284"/>
                  </a:lnTo>
                  <a:lnTo>
                    <a:pt x="4197604" y="0"/>
                  </a:lnTo>
                  <a:close/>
                </a:path>
              </a:pathLst>
            </a:custGeom>
            <a:solidFill>
              <a:srgbClr val="0059C2"/>
            </a:solidFill>
          </p:spPr>
          <p:txBody>
            <a:bodyPr wrap="square" lIns="0" tIns="0" rIns="0" bIns="0" rtlCol="0"/>
            <a:lstStyle/>
            <a:p>
              <a:endParaRPr/>
            </a:p>
          </p:txBody>
        </p:sp>
      </p:grpSp>
      <p:sp>
        <p:nvSpPr>
          <p:cNvPr id="8" name="object 8"/>
          <p:cNvSpPr/>
          <p:nvPr/>
        </p:nvSpPr>
        <p:spPr>
          <a:xfrm>
            <a:off x="8595531" y="1421218"/>
            <a:ext cx="2096770" cy="918844"/>
          </a:xfrm>
          <a:custGeom>
            <a:avLst/>
            <a:gdLst/>
            <a:ahLst/>
            <a:cxnLst/>
            <a:rect l="l" t="t" r="r" b="b"/>
            <a:pathLst>
              <a:path w="2096770" h="918844">
                <a:moveTo>
                  <a:pt x="1850224" y="25"/>
                </a:moveTo>
                <a:lnTo>
                  <a:pt x="0" y="0"/>
                </a:lnTo>
                <a:lnTo>
                  <a:pt x="0" y="230047"/>
                </a:lnTo>
                <a:lnTo>
                  <a:pt x="462241" y="462381"/>
                </a:lnTo>
                <a:lnTo>
                  <a:pt x="462241" y="918527"/>
                </a:lnTo>
                <a:lnTo>
                  <a:pt x="2096465" y="918565"/>
                </a:lnTo>
                <a:lnTo>
                  <a:pt x="2096465" y="579945"/>
                </a:lnTo>
                <a:lnTo>
                  <a:pt x="1850224" y="456183"/>
                </a:lnTo>
                <a:lnTo>
                  <a:pt x="1850224" y="25"/>
                </a:lnTo>
                <a:close/>
              </a:path>
            </a:pathLst>
          </a:custGeom>
          <a:solidFill>
            <a:srgbClr val="D6E5F5"/>
          </a:solidFill>
        </p:spPr>
        <p:txBody>
          <a:bodyPr wrap="square" lIns="0" tIns="0" rIns="0" bIns="0" rtlCol="0"/>
          <a:lstStyle/>
          <a:p>
            <a:endParaRPr/>
          </a:p>
        </p:txBody>
      </p:sp>
      <p:sp>
        <p:nvSpPr>
          <p:cNvPr id="9" name="object 9"/>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sp>
        <p:nvSpPr>
          <p:cNvPr id="10" name="object 10"/>
          <p:cNvSpPr txBox="1"/>
          <p:nvPr/>
        </p:nvSpPr>
        <p:spPr>
          <a:xfrm>
            <a:off x="2348254" y="5049315"/>
            <a:ext cx="3735069" cy="766877"/>
          </a:xfrm>
          <a:prstGeom prst="rect">
            <a:avLst/>
          </a:prstGeom>
        </p:spPr>
        <p:txBody>
          <a:bodyPr vert="horz" wrap="square" lIns="0" tIns="88900" rIns="0" bIns="0" rtlCol="0">
            <a:spAutoFit/>
          </a:bodyPr>
          <a:lstStyle/>
          <a:p>
            <a:pPr rtl="1"/>
            <a:r>
              <a:rPr lang="ar-SA" sz="1100" dirty="0">
                <a:solidFill>
                  <a:schemeClr val="bg1"/>
                </a:solidFill>
                <a:latin typeface="Zanjabeel Thin" pitchFamily="50" charset="-78"/>
                <a:cs typeface="Zanjabeel Thin" pitchFamily="50" charset="-78"/>
              </a:rPr>
              <a:t>نرتكز في أعمالنا على معالجة التحديات المؤسسية من جذورها، عبر تدخلات متكاملة ومنهجية تهدف إلى رفع كفاءة الأداء، وتعزيز القدرة على التنفيذ، وتحقيق أثر مستدام يتلاءم مع طبيعة كل جهة وسياقها.</a:t>
            </a:r>
            <a:endParaRPr lang="ar-SA" sz="1100" dirty="0">
              <a:solidFill>
                <a:schemeClr val="bg1"/>
              </a:solidFill>
              <a:effectLst/>
              <a:latin typeface="Zanjabeel Thin" pitchFamily="50" charset="-78"/>
              <a:cs typeface="Zanjabeel Thin" pitchFamily="50" charset="-78"/>
            </a:endParaRPr>
          </a:p>
        </p:txBody>
      </p:sp>
      <p:sp>
        <p:nvSpPr>
          <p:cNvPr id="11" name="object 11" descr="$PPTXTitle"/>
          <p:cNvSpPr txBox="1">
            <a:spLocks noGrp="1"/>
          </p:cNvSpPr>
          <p:nvPr>
            <p:ph type="title"/>
          </p:nvPr>
        </p:nvSpPr>
        <p:spPr>
          <a:xfrm>
            <a:off x="8775700" y="1070738"/>
            <a:ext cx="1194044" cy="879343"/>
          </a:xfrm>
          <a:prstGeom prst="rect">
            <a:avLst/>
          </a:prstGeom>
        </p:spPr>
        <p:txBody>
          <a:bodyPr vert="horz" wrap="square" lIns="0" tIns="11430" rIns="0" bIns="0" rtlCol="0">
            <a:spAutoFit/>
          </a:bodyPr>
          <a:lstStyle/>
          <a:p>
            <a:pPr marL="38100" marR="97790" algn="r">
              <a:lnSpc>
                <a:spcPts val="3270"/>
              </a:lnSpc>
              <a:spcBef>
                <a:spcPts val="90"/>
              </a:spcBef>
            </a:pPr>
            <a:r>
              <a:rPr lang="ar-SA" sz="2800" dirty="0">
                <a:solidFill>
                  <a:schemeClr val="tx1"/>
                </a:solidFill>
                <a:latin typeface="Zanjabeel" pitchFamily="50" charset="-78"/>
                <a:cs typeface="Zanjabeel" pitchFamily="50" charset="-78"/>
              </a:rPr>
              <a:t>مــن نحن</a:t>
            </a:r>
            <a:endParaRPr sz="2800" dirty="0">
              <a:solidFill>
                <a:schemeClr val="tx1"/>
              </a:solidFill>
              <a:latin typeface="Zanjabeel" pitchFamily="50" charset="-78"/>
              <a:cs typeface="Zanjabeel" pitchFamily="50" charset="-78"/>
            </a:endParaRPr>
          </a:p>
        </p:txBody>
      </p:sp>
      <p:sp>
        <p:nvSpPr>
          <p:cNvPr id="13" name="object 13"/>
          <p:cNvSpPr txBox="1"/>
          <p:nvPr/>
        </p:nvSpPr>
        <p:spPr>
          <a:xfrm>
            <a:off x="4789148" y="3530128"/>
            <a:ext cx="3418800" cy="859210"/>
          </a:xfrm>
          <a:prstGeom prst="rect">
            <a:avLst/>
          </a:prstGeom>
        </p:spPr>
        <p:txBody>
          <a:bodyPr vert="horz" wrap="square" lIns="0" tIns="12700" rIns="0" bIns="0" rtlCol="0">
            <a:spAutoFit/>
          </a:bodyPr>
          <a:lstStyle/>
          <a:p>
            <a:pPr rtl="1"/>
            <a:r>
              <a:rPr lang="ar-SA" sz="1100" dirty="0">
                <a:solidFill>
                  <a:schemeClr val="bg1"/>
                </a:solidFill>
                <a:latin typeface="Zanjabeel Thin" pitchFamily="50" charset="-78"/>
                <a:cs typeface="Zanjabeel Thin" pitchFamily="50" charset="-78"/>
              </a:rPr>
              <a:t>جدارة الأداء شركة استشارية متخصصة في التحول المؤسسي وتمكين القيادات وتطوير منظومات الأداء. نعمل بالشراكة مع مختلف القطاعات لتصميم وتنفيذ حلول استراتيجية وتنظيمية متكاملة تسهم في رفع كفاءة الأداء وتعزيز القدرة التنافسية.</a:t>
            </a:r>
            <a:endParaRPr lang="ar-SA" sz="1100" dirty="0">
              <a:solidFill>
                <a:schemeClr val="bg1"/>
              </a:solidFill>
              <a:effectLst/>
              <a:latin typeface="Zanjabeel Thin" pitchFamily="50" charset="-78"/>
              <a:cs typeface="Zanjabeel Thin" pitchFamily="50" charset="-78"/>
            </a:endParaRPr>
          </a:p>
        </p:txBody>
      </p:sp>
      <p:grpSp>
        <p:nvGrpSpPr>
          <p:cNvPr id="14" name="object 14"/>
          <p:cNvGrpSpPr/>
          <p:nvPr/>
        </p:nvGrpSpPr>
        <p:grpSpPr>
          <a:xfrm>
            <a:off x="7902003" y="2857500"/>
            <a:ext cx="457200" cy="457200"/>
            <a:chOff x="7902003" y="2857500"/>
            <a:chExt cx="457200" cy="457200"/>
          </a:xfrm>
        </p:grpSpPr>
        <p:sp>
          <p:nvSpPr>
            <p:cNvPr id="15" name="object 15"/>
            <p:cNvSpPr/>
            <p:nvPr/>
          </p:nvSpPr>
          <p:spPr>
            <a:xfrm>
              <a:off x="7902003" y="2857500"/>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D6E5F5"/>
            </a:solidFill>
          </p:spPr>
          <p:txBody>
            <a:bodyPr wrap="square" lIns="0" tIns="0" rIns="0" bIns="0" rtlCol="0"/>
            <a:lstStyle/>
            <a:p>
              <a:endParaRPr/>
            </a:p>
          </p:txBody>
        </p:sp>
        <p:pic>
          <p:nvPicPr>
            <p:cNvPr id="16" name="object 16"/>
            <p:cNvPicPr/>
            <p:nvPr/>
          </p:nvPicPr>
          <p:blipFill>
            <a:blip r:embed="rId2" cstate="print"/>
            <a:stretch>
              <a:fillRect/>
            </a:stretch>
          </p:blipFill>
          <p:spPr>
            <a:xfrm>
              <a:off x="8053256" y="2982836"/>
              <a:ext cx="154692" cy="206540"/>
            </a:xfrm>
            <a:prstGeom prst="rect">
              <a:avLst/>
            </a:prstGeom>
          </p:spPr>
        </p:pic>
      </p:grpSp>
      <p:sp>
        <p:nvSpPr>
          <p:cNvPr id="18" name="object 18"/>
          <p:cNvSpPr txBox="1">
            <a:spLocks noGrp="1"/>
          </p:cNvSpPr>
          <p:nvPr>
            <p:ph type="sldNum" sz="quarter" idx="7"/>
          </p:nvPr>
        </p:nvSpPr>
        <p:spPr>
          <a:prstGeom prst="rect">
            <a:avLst/>
          </a:prstGeom>
        </p:spPr>
        <p:txBody>
          <a:bodyPr vert="horz" wrap="square" lIns="0" tIns="8255" rIns="0" bIns="0" rtlCol="0">
            <a:spAutoFit/>
          </a:bodyPr>
          <a:lstStyle/>
          <a:p>
            <a:pPr marL="74930">
              <a:lnSpc>
                <a:spcPct val="100000"/>
              </a:lnSpc>
              <a:spcBef>
                <a:spcPts val="65"/>
              </a:spcBef>
            </a:pPr>
            <a:fld id="{81D60167-4931-47E6-BA6A-407CBD079E47}" type="slidenum">
              <a:rPr spc="-50" dirty="0"/>
              <a:t>3</a:t>
            </a:fld>
            <a:endParaRPr spc="-50" dirty="0"/>
          </a:p>
        </p:txBody>
      </p:sp>
      <p:sp>
        <p:nvSpPr>
          <p:cNvPr id="12" name="TextBox 11">
            <a:extLst>
              <a:ext uri="{FF2B5EF4-FFF2-40B4-BE49-F238E27FC236}">
                <a16:creationId xmlns:a16="http://schemas.microsoft.com/office/drawing/2014/main" id="{6EF6795D-D4CD-1FC8-2A05-31A023668BB3}"/>
              </a:ext>
            </a:extLst>
          </p:cNvPr>
          <p:cNvSpPr txBox="1"/>
          <p:nvPr/>
        </p:nvSpPr>
        <p:spPr>
          <a:xfrm>
            <a:off x="7890747" y="238471"/>
            <a:ext cx="2392585" cy="200055"/>
          </a:xfrm>
          <a:prstGeom prst="rect">
            <a:avLst/>
          </a:prstGeom>
          <a:noFill/>
        </p:spPr>
        <p:txBody>
          <a:bodyPr wrap="square" rtlCol="0">
            <a:spAutoFit/>
          </a:bodyPr>
          <a:lstStyle/>
          <a:p>
            <a:pPr rtl="1"/>
            <a:r>
              <a:rPr lang="ar-SA" sz="700" dirty="0">
                <a:latin typeface="Zanjabeel" pitchFamily="50" charset="-78"/>
                <a:cs typeface="Zanjabeel" pitchFamily="50" charset="-78"/>
              </a:rPr>
              <a:t>ملف تعريفي               2026       </a:t>
            </a:r>
            <a:endParaRPr lang="en-US" sz="700" dirty="0">
              <a:latin typeface="Zanjabeel" pitchFamily="50" charset="-78"/>
              <a:cs typeface="Zanjabeel" pitchFamily="50" charset="-78"/>
            </a:endParaRPr>
          </a:p>
        </p:txBody>
      </p:sp>
      <p:sp>
        <p:nvSpPr>
          <p:cNvPr id="19" name="TextBox 18">
            <a:extLst>
              <a:ext uri="{FF2B5EF4-FFF2-40B4-BE49-F238E27FC236}">
                <a16:creationId xmlns:a16="http://schemas.microsoft.com/office/drawing/2014/main" id="{7BEA3715-03FE-361E-A1C7-012589AD0CDD}"/>
              </a:ext>
            </a:extLst>
          </p:cNvPr>
          <p:cNvSpPr txBox="1"/>
          <p:nvPr/>
        </p:nvSpPr>
        <p:spPr>
          <a:xfrm>
            <a:off x="9168035" y="7105444"/>
            <a:ext cx="1085850" cy="200055"/>
          </a:xfrm>
          <a:prstGeom prst="rect">
            <a:avLst/>
          </a:prstGeom>
          <a:noFill/>
        </p:spPr>
        <p:txBody>
          <a:bodyPr wrap="square" rtlCol="0">
            <a:spAutoFit/>
          </a:bodyPr>
          <a:lstStyle/>
          <a:p>
            <a:pPr rtl="1"/>
            <a:r>
              <a:rPr lang="ar-SA" sz="700" dirty="0">
                <a:latin typeface="Zanjabeel" pitchFamily="50" charset="-78"/>
                <a:cs typeface="Zanjabeel" pitchFamily="50" charset="-78"/>
              </a:rPr>
              <a:t>من نحن</a:t>
            </a:r>
            <a:endParaRPr lang="en-US" sz="700" dirty="0">
              <a:latin typeface="Zanjabeel" pitchFamily="50" charset="-78"/>
              <a:cs typeface="Zanjabeel" pitchFamily="50" charset="-7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399554" y="8"/>
            <a:ext cx="5292725" cy="7560309"/>
            <a:chOff x="5399554" y="8"/>
            <a:chExt cx="5292725" cy="7560309"/>
          </a:xfrm>
        </p:grpSpPr>
        <p:sp>
          <p:nvSpPr>
            <p:cNvPr id="3" name="object 3"/>
            <p:cNvSpPr/>
            <p:nvPr/>
          </p:nvSpPr>
          <p:spPr>
            <a:xfrm>
              <a:off x="5399554" y="8"/>
              <a:ext cx="5292725" cy="7560309"/>
            </a:xfrm>
            <a:custGeom>
              <a:avLst/>
              <a:gdLst/>
              <a:ahLst/>
              <a:cxnLst/>
              <a:rect l="l" t="t" r="r" b="b"/>
              <a:pathLst>
                <a:path w="5292725" h="7560309">
                  <a:moveTo>
                    <a:pt x="5292445" y="0"/>
                  </a:moveTo>
                  <a:lnTo>
                    <a:pt x="0" y="0"/>
                  </a:lnTo>
                  <a:lnTo>
                    <a:pt x="0" y="785469"/>
                  </a:lnTo>
                  <a:lnTo>
                    <a:pt x="2045233" y="1606778"/>
                  </a:lnTo>
                  <a:lnTo>
                    <a:pt x="2045246" y="7559992"/>
                  </a:lnTo>
                  <a:lnTo>
                    <a:pt x="5292445" y="7559992"/>
                  </a:lnTo>
                  <a:lnTo>
                    <a:pt x="5292445" y="0"/>
                  </a:lnTo>
                  <a:close/>
                </a:path>
              </a:pathLst>
            </a:custGeom>
            <a:solidFill>
              <a:srgbClr val="05123B"/>
            </a:solidFill>
          </p:spPr>
          <p:txBody>
            <a:bodyPr wrap="square" lIns="0" tIns="0" rIns="0" bIns="0" rtlCol="0"/>
            <a:lstStyle/>
            <a:p>
              <a:endParaRPr/>
            </a:p>
          </p:txBody>
        </p:sp>
        <p:sp>
          <p:nvSpPr>
            <p:cNvPr id="4" name="object 4"/>
            <p:cNvSpPr/>
            <p:nvPr/>
          </p:nvSpPr>
          <p:spPr>
            <a:xfrm>
              <a:off x="5805289" y="4822387"/>
              <a:ext cx="514350" cy="822960"/>
            </a:xfrm>
            <a:custGeom>
              <a:avLst/>
              <a:gdLst/>
              <a:ahLst/>
              <a:cxnLst/>
              <a:rect l="l" t="t" r="r" b="b"/>
              <a:pathLst>
                <a:path w="514350" h="822960">
                  <a:moveTo>
                    <a:pt x="514083" y="0"/>
                  </a:moveTo>
                  <a:lnTo>
                    <a:pt x="0" y="0"/>
                  </a:lnTo>
                  <a:lnTo>
                    <a:pt x="0" y="822413"/>
                  </a:lnTo>
                  <a:lnTo>
                    <a:pt x="230174" y="822413"/>
                  </a:lnTo>
                  <a:lnTo>
                    <a:pt x="514083" y="479463"/>
                  </a:lnTo>
                  <a:lnTo>
                    <a:pt x="514083" y="0"/>
                  </a:lnTo>
                  <a:close/>
                </a:path>
              </a:pathLst>
            </a:custGeom>
            <a:solidFill>
              <a:srgbClr val="D6E5F5"/>
            </a:solidFill>
          </p:spPr>
          <p:txBody>
            <a:bodyPr wrap="square" lIns="0" tIns="0" rIns="0" bIns="0" rtlCol="0"/>
            <a:lstStyle/>
            <a:p>
              <a:endParaRPr/>
            </a:p>
          </p:txBody>
        </p:sp>
      </p:grpSp>
      <p:sp>
        <p:nvSpPr>
          <p:cNvPr id="5" name="object 5"/>
          <p:cNvSpPr/>
          <p:nvPr/>
        </p:nvSpPr>
        <p:spPr>
          <a:xfrm>
            <a:off x="3760484" y="2794609"/>
            <a:ext cx="514350" cy="795020"/>
          </a:xfrm>
          <a:custGeom>
            <a:avLst/>
            <a:gdLst/>
            <a:ahLst/>
            <a:cxnLst/>
            <a:rect l="l" t="t" r="r" b="b"/>
            <a:pathLst>
              <a:path w="514350" h="795020">
                <a:moveTo>
                  <a:pt x="514083" y="0"/>
                </a:moveTo>
                <a:lnTo>
                  <a:pt x="0" y="0"/>
                </a:lnTo>
                <a:lnTo>
                  <a:pt x="0" y="794588"/>
                </a:lnTo>
                <a:lnTo>
                  <a:pt x="230174" y="794588"/>
                </a:lnTo>
                <a:lnTo>
                  <a:pt x="514083" y="451650"/>
                </a:lnTo>
                <a:lnTo>
                  <a:pt x="514083" y="0"/>
                </a:lnTo>
                <a:close/>
              </a:path>
            </a:pathLst>
          </a:custGeom>
          <a:solidFill>
            <a:srgbClr val="D6E5F5"/>
          </a:solidFill>
        </p:spPr>
        <p:txBody>
          <a:bodyPr wrap="square" lIns="0" tIns="0" rIns="0" bIns="0" rtlCol="0"/>
          <a:lstStyle/>
          <a:p>
            <a:endParaRPr/>
          </a:p>
        </p:txBody>
      </p:sp>
      <p:sp>
        <p:nvSpPr>
          <p:cNvPr id="6" name="object 6"/>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sp>
        <p:nvSpPr>
          <p:cNvPr id="9" name="object 9"/>
          <p:cNvSpPr/>
          <p:nvPr/>
        </p:nvSpPr>
        <p:spPr>
          <a:xfrm>
            <a:off x="9072317" y="2400089"/>
            <a:ext cx="1619885" cy="800735"/>
          </a:xfrm>
          <a:custGeom>
            <a:avLst/>
            <a:gdLst/>
            <a:ahLst/>
            <a:cxnLst/>
            <a:rect l="l" t="t" r="r" b="b"/>
            <a:pathLst>
              <a:path w="1619884" h="800735">
                <a:moveTo>
                  <a:pt x="1619681" y="0"/>
                </a:moveTo>
                <a:lnTo>
                  <a:pt x="402729" y="25"/>
                </a:lnTo>
                <a:lnTo>
                  <a:pt x="402729" y="397446"/>
                </a:lnTo>
                <a:lnTo>
                  <a:pt x="0" y="599871"/>
                </a:lnTo>
                <a:lnTo>
                  <a:pt x="0" y="800315"/>
                </a:lnTo>
                <a:lnTo>
                  <a:pt x="1612049" y="800290"/>
                </a:lnTo>
                <a:lnTo>
                  <a:pt x="1612049" y="402869"/>
                </a:lnTo>
                <a:lnTo>
                  <a:pt x="1619681" y="399021"/>
                </a:lnTo>
                <a:lnTo>
                  <a:pt x="1619681" y="0"/>
                </a:lnTo>
                <a:close/>
              </a:path>
            </a:pathLst>
          </a:custGeom>
          <a:solidFill>
            <a:srgbClr val="0059C2"/>
          </a:solidFill>
        </p:spPr>
        <p:txBody>
          <a:bodyPr wrap="square" lIns="0" tIns="0" rIns="0" bIns="0" rtlCol="0"/>
          <a:lstStyle/>
          <a:p>
            <a:endParaRPr/>
          </a:p>
        </p:txBody>
      </p:sp>
      <p:sp>
        <p:nvSpPr>
          <p:cNvPr id="10" name="object 10"/>
          <p:cNvSpPr/>
          <p:nvPr/>
        </p:nvSpPr>
        <p:spPr>
          <a:xfrm>
            <a:off x="1310398" y="2794609"/>
            <a:ext cx="2450465" cy="1434465"/>
          </a:xfrm>
          <a:custGeom>
            <a:avLst/>
            <a:gdLst/>
            <a:ahLst/>
            <a:cxnLst/>
            <a:rect l="l" t="t" r="r" b="b"/>
            <a:pathLst>
              <a:path w="2450465" h="1434464">
                <a:moveTo>
                  <a:pt x="2449855" y="0"/>
                </a:moveTo>
                <a:lnTo>
                  <a:pt x="0" y="0"/>
                </a:lnTo>
                <a:lnTo>
                  <a:pt x="0" y="1434414"/>
                </a:lnTo>
                <a:lnTo>
                  <a:pt x="2449855" y="1434414"/>
                </a:lnTo>
                <a:lnTo>
                  <a:pt x="2449855" y="0"/>
                </a:lnTo>
                <a:close/>
              </a:path>
            </a:pathLst>
          </a:custGeom>
          <a:solidFill>
            <a:srgbClr val="05123B"/>
          </a:solidFill>
        </p:spPr>
        <p:txBody>
          <a:bodyPr wrap="square" lIns="0" tIns="0" rIns="0" bIns="0" rtlCol="0"/>
          <a:lstStyle/>
          <a:p>
            <a:endParaRPr/>
          </a:p>
        </p:txBody>
      </p:sp>
      <p:sp>
        <p:nvSpPr>
          <p:cNvPr id="11" name="object 11"/>
          <p:cNvSpPr/>
          <p:nvPr/>
        </p:nvSpPr>
        <p:spPr>
          <a:xfrm>
            <a:off x="3355200" y="4822393"/>
            <a:ext cx="2450465" cy="1434465"/>
          </a:xfrm>
          <a:custGeom>
            <a:avLst/>
            <a:gdLst/>
            <a:ahLst/>
            <a:cxnLst/>
            <a:rect l="l" t="t" r="r" b="b"/>
            <a:pathLst>
              <a:path w="2450465" h="1434464">
                <a:moveTo>
                  <a:pt x="2449855" y="0"/>
                </a:moveTo>
                <a:lnTo>
                  <a:pt x="0" y="0"/>
                </a:lnTo>
                <a:lnTo>
                  <a:pt x="0" y="1434414"/>
                </a:lnTo>
                <a:lnTo>
                  <a:pt x="2449855" y="1434414"/>
                </a:lnTo>
                <a:lnTo>
                  <a:pt x="2449855" y="0"/>
                </a:lnTo>
                <a:close/>
              </a:path>
            </a:pathLst>
          </a:custGeom>
          <a:solidFill>
            <a:srgbClr val="05123B"/>
          </a:solidFill>
        </p:spPr>
        <p:txBody>
          <a:bodyPr wrap="square" lIns="0" tIns="0" rIns="0" bIns="0" rtlCol="0"/>
          <a:lstStyle/>
          <a:p>
            <a:endParaRPr/>
          </a:p>
        </p:txBody>
      </p:sp>
      <p:sp>
        <p:nvSpPr>
          <p:cNvPr id="12" name="object 12" descr="$PPTXTitle"/>
          <p:cNvSpPr txBox="1">
            <a:spLocks noGrp="1"/>
          </p:cNvSpPr>
          <p:nvPr>
            <p:ph type="title"/>
          </p:nvPr>
        </p:nvSpPr>
        <p:spPr>
          <a:xfrm>
            <a:off x="8165628" y="1999875"/>
            <a:ext cx="2276783" cy="934871"/>
          </a:xfrm>
          <a:prstGeom prst="rect">
            <a:avLst/>
          </a:prstGeom>
        </p:spPr>
        <p:txBody>
          <a:bodyPr vert="horz" wrap="square" lIns="0" tIns="11430" rIns="0" bIns="0" rtlCol="0">
            <a:spAutoFit/>
          </a:bodyPr>
          <a:lstStyle/>
          <a:p>
            <a:pPr marL="38100" marR="30480" algn="r">
              <a:lnSpc>
                <a:spcPct val="100000"/>
              </a:lnSpc>
              <a:spcBef>
                <a:spcPts val="90"/>
              </a:spcBef>
            </a:pPr>
            <a:r>
              <a:rPr lang="ar-SA" sz="3000" dirty="0">
                <a:solidFill>
                  <a:schemeClr val="bg1"/>
                </a:solidFill>
                <a:latin typeface="Zanjabeel" pitchFamily="50" charset="-78"/>
                <a:cs typeface="Zanjabeel" pitchFamily="50" charset="-78"/>
              </a:rPr>
              <a:t>الرؤيـــــــة</a:t>
            </a:r>
            <a:br>
              <a:rPr lang="ar-SA" sz="3000" dirty="0">
                <a:solidFill>
                  <a:schemeClr val="bg1"/>
                </a:solidFill>
                <a:latin typeface="Zanjabeel" pitchFamily="50" charset="-78"/>
                <a:cs typeface="Zanjabeel" pitchFamily="50" charset="-78"/>
              </a:rPr>
            </a:br>
            <a:r>
              <a:rPr lang="ar-SA" sz="3000" dirty="0">
                <a:solidFill>
                  <a:schemeClr val="bg1"/>
                </a:solidFill>
                <a:latin typeface="Zanjabeel" pitchFamily="50" charset="-78"/>
                <a:cs typeface="Zanjabeel" pitchFamily="50" charset="-78"/>
              </a:rPr>
              <a:t>والرسالة</a:t>
            </a:r>
            <a:endParaRPr sz="3000" dirty="0">
              <a:solidFill>
                <a:schemeClr val="bg1"/>
              </a:solidFill>
              <a:latin typeface="Zanjabeel" pitchFamily="50" charset="-78"/>
              <a:cs typeface="Zanjabeel" pitchFamily="50" charset="-78"/>
            </a:endParaRPr>
          </a:p>
        </p:txBody>
      </p:sp>
      <p:sp>
        <p:nvSpPr>
          <p:cNvPr id="14" name="object 14"/>
          <p:cNvSpPr txBox="1"/>
          <p:nvPr/>
        </p:nvSpPr>
        <p:spPr>
          <a:xfrm>
            <a:off x="2527772" y="2301590"/>
            <a:ext cx="1259840" cy="321242"/>
          </a:xfrm>
          <a:prstGeom prst="rect">
            <a:avLst/>
          </a:prstGeom>
        </p:spPr>
        <p:txBody>
          <a:bodyPr vert="horz" wrap="square" lIns="0" tIns="13335" rIns="0" bIns="0" rtlCol="0">
            <a:spAutoFit/>
          </a:bodyPr>
          <a:lstStyle/>
          <a:p>
            <a:pPr marL="38100" marR="30480" algn="r">
              <a:lnSpc>
                <a:spcPct val="100000"/>
              </a:lnSpc>
              <a:spcBef>
                <a:spcPts val="105"/>
              </a:spcBef>
            </a:pPr>
            <a:r>
              <a:rPr lang="ar-SA" sz="2000" dirty="0">
                <a:latin typeface="Zanjabeel ExtraBold" pitchFamily="50" charset="-78"/>
                <a:cs typeface="Zanjabeel ExtraBold" pitchFamily="50" charset="-78"/>
              </a:rPr>
              <a:t>رســالتنا</a:t>
            </a:r>
            <a:endParaRPr sz="2000" dirty="0">
              <a:latin typeface="Zanjabeel ExtraBold" pitchFamily="50" charset="-78"/>
              <a:cs typeface="Zanjabeel ExtraBold" pitchFamily="50" charset="-78"/>
            </a:endParaRPr>
          </a:p>
        </p:txBody>
      </p:sp>
      <p:sp>
        <p:nvSpPr>
          <p:cNvPr id="15" name="object 15"/>
          <p:cNvSpPr txBox="1"/>
          <p:nvPr/>
        </p:nvSpPr>
        <p:spPr>
          <a:xfrm>
            <a:off x="4644051" y="4330803"/>
            <a:ext cx="1199515" cy="321242"/>
          </a:xfrm>
          <a:prstGeom prst="rect">
            <a:avLst/>
          </a:prstGeom>
        </p:spPr>
        <p:txBody>
          <a:bodyPr vert="horz" wrap="square" lIns="0" tIns="13335" rIns="0" bIns="0" rtlCol="0">
            <a:spAutoFit/>
          </a:bodyPr>
          <a:lstStyle/>
          <a:p>
            <a:pPr marL="38100" marR="30480" algn="r">
              <a:lnSpc>
                <a:spcPct val="100000"/>
              </a:lnSpc>
              <a:spcBef>
                <a:spcPts val="105"/>
              </a:spcBef>
            </a:pPr>
            <a:r>
              <a:rPr lang="ar-SA" sz="2000" dirty="0">
                <a:latin typeface="Zanjabeel ExtraBold" pitchFamily="50" charset="-78"/>
                <a:cs typeface="Zanjabeel ExtraBold" pitchFamily="50" charset="-78"/>
              </a:rPr>
              <a:t>رؤيـــتنا</a:t>
            </a:r>
            <a:endParaRPr sz="2000" dirty="0">
              <a:latin typeface="Zanjabeel ExtraBold" pitchFamily="50" charset="-78"/>
              <a:cs typeface="Zanjabeel ExtraBold" pitchFamily="50" charset="-78"/>
            </a:endParaRPr>
          </a:p>
        </p:txBody>
      </p:sp>
      <p:sp>
        <p:nvSpPr>
          <p:cNvPr id="16" name="object 16"/>
          <p:cNvSpPr txBox="1"/>
          <p:nvPr/>
        </p:nvSpPr>
        <p:spPr>
          <a:xfrm>
            <a:off x="1299823" y="3216151"/>
            <a:ext cx="2349500" cy="564898"/>
          </a:xfrm>
          <a:prstGeom prst="rect">
            <a:avLst/>
          </a:prstGeom>
        </p:spPr>
        <p:txBody>
          <a:bodyPr vert="horz" wrap="square" lIns="0" tIns="56515" rIns="0" bIns="0" rtlCol="0">
            <a:spAutoFit/>
          </a:bodyPr>
          <a:lstStyle/>
          <a:p>
            <a:pPr rtl="1"/>
            <a:r>
              <a:rPr lang="ar-SA" sz="1100" dirty="0">
                <a:solidFill>
                  <a:schemeClr val="bg1"/>
                </a:solidFill>
                <a:latin typeface="Zanjabeel Thin" pitchFamily="50" charset="-78"/>
                <a:cs typeface="Zanjabeel Thin" pitchFamily="50" charset="-78"/>
              </a:rPr>
              <a:t>نبتكر حلولًا مؤسسية ونبني قدرات قيادية تمكّن الجهات من تحقيق أداء فعّال ومستدام.</a:t>
            </a:r>
            <a:endParaRPr lang="ar-SA" sz="1100" b="0" dirty="0">
              <a:solidFill>
                <a:schemeClr val="bg1"/>
              </a:solidFill>
              <a:effectLst/>
              <a:latin typeface="Zanjabeel Thin" pitchFamily="50" charset="-78"/>
              <a:cs typeface="Zanjabeel Thin" pitchFamily="50" charset="-78"/>
            </a:endParaRPr>
          </a:p>
        </p:txBody>
      </p:sp>
      <p:sp>
        <p:nvSpPr>
          <p:cNvPr id="17" name="object 17"/>
          <p:cNvSpPr txBox="1"/>
          <p:nvPr/>
        </p:nvSpPr>
        <p:spPr>
          <a:xfrm>
            <a:off x="3649323" y="5158536"/>
            <a:ext cx="1989455" cy="689291"/>
          </a:xfrm>
          <a:prstGeom prst="rect">
            <a:avLst/>
          </a:prstGeom>
        </p:spPr>
        <p:txBody>
          <a:bodyPr vert="horz" wrap="square" lIns="0" tIns="12065" rIns="0" bIns="0" rtlCol="0">
            <a:spAutoFit/>
          </a:bodyPr>
          <a:lstStyle/>
          <a:p>
            <a:pPr rtl="1"/>
            <a:r>
              <a:rPr lang="ar-SA" sz="1100" dirty="0">
                <a:solidFill>
                  <a:schemeClr val="bg1"/>
                </a:solidFill>
                <a:latin typeface="Zanjabeel Thin" pitchFamily="50" charset="-78"/>
                <a:cs typeface="Zanjabeel Thin" pitchFamily="50" charset="-78"/>
              </a:rPr>
              <a:t>أن نكون الشريك الأكثر ثقة واحترافية في بناء القدرات وتمكين القيادات وتطوير الأداء المؤسسي.</a:t>
            </a:r>
            <a:endParaRPr lang="ar-SA" sz="1100" b="0" dirty="0">
              <a:solidFill>
                <a:schemeClr val="bg1"/>
              </a:solidFill>
              <a:effectLst/>
              <a:latin typeface="Zanjabeel Thin" pitchFamily="50" charset="-78"/>
              <a:cs typeface="Zanjabeel Thin" pitchFamily="50" charset="-78"/>
            </a:endParaRPr>
          </a:p>
        </p:txBody>
      </p:sp>
      <p:sp>
        <p:nvSpPr>
          <p:cNvPr id="18" name="object 18"/>
          <p:cNvSpPr/>
          <p:nvPr/>
        </p:nvSpPr>
        <p:spPr>
          <a:xfrm>
            <a:off x="5928598" y="5056619"/>
            <a:ext cx="267970" cy="203835"/>
          </a:xfrm>
          <a:custGeom>
            <a:avLst/>
            <a:gdLst/>
            <a:ahLst/>
            <a:cxnLst/>
            <a:rect l="l" t="t" r="r" b="b"/>
            <a:pathLst>
              <a:path w="267970" h="203835">
                <a:moveTo>
                  <a:pt x="133732" y="0"/>
                </a:moveTo>
                <a:lnTo>
                  <a:pt x="71826" y="15548"/>
                </a:lnTo>
                <a:lnTo>
                  <a:pt x="31199" y="48647"/>
                </a:lnTo>
                <a:lnTo>
                  <a:pt x="8402" y="82888"/>
                </a:lnTo>
                <a:lnTo>
                  <a:pt x="0" y="101892"/>
                </a:lnTo>
                <a:lnTo>
                  <a:pt x="8382" y="120875"/>
                </a:lnTo>
                <a:lnTo>
                  <a:pt x="31141" y="155119"/>
                </a:lnTo>
                <a:lnTo>
                  <a:pt x="71756" y="188220"/>
                </a:lnTo>
                <a:lnTo>
                  <a:pt x="133732" y="203758"/>
                </a:lnTo>
                <a:lnTo>
                  <a:pt x="195618" y="188220"/>
                </a:lnTo>
                <a:lnTo>
                  <a:pt x="204345" y="181127"/>
                </a:lnTo>
                <a:lnTo>
                  <a:pt x="133732" y="181127"/>
                </a:lnTo>
                <a:lnTo>
                  <a:pt x="87868" y="171088"/>
                </a:lnTo>
                <a:lnTo>
                  <a:pt x="55225" y="147753"/>
                </a:lnTo>
                <a:lnTo>
                  <a:pt x="34468" y="121296"/>
                </a:lnTo>
                <a:lnTo>
                  <a:pt x="24258" y="101892"/>
                </a:lnTo>
                <a:lnTo>
                  <a:pt x="34500" y="82490"/>
                </a:lnTo>
                <a:lnTo>
                  <a:pt x="55283" y="56029"/>
                </a:lnTo>
                <a:lnTo>
                  <a:pt x="87921" y="32687"/>
                </a:lnTo>
                <a:lnTo>
                  <a:pt x="133732" y="22644"/>
                </a:lnTo>
                <a:lnTo>
                  <a:pt x="204133" y="22644"/>
                </a:lnTo>
                <a:lnTo>
                  <a:pt x="194316" y="14743"/>
                </a:lnTo>
                <a:lnTo>
                  <a:pt x="133732" y="0"/>
                </a:lnTo>
                <a:close/>
              </a:path>
              <a:path w="267970" h="203835">
                <a:moveTo>
                  <a:pt x="204133" y="22644"/>
                </a:moveTo>
                <a:lnTo>
                  <a:pt x="133732" y="22644"/>
                </a:lnTo>
                <a:lnTo>
                  <a:pt x="179548" y="32687"/>
                </a:lnTo>
                <a:lnTo>
                  <a:pt x="212190" y="56029"/>
                </a:lnTo>
                <a:lnTo>
                  <a:pt x="232973" y="82490"/>
                </a:lnTo>
                <a:lnTo>
                  <a:pt x="243199" y="101892"/>
                </a:lnTo>
                <a:lnTo>
                  <a:pt x="232958" y="121296"/>
                </a:lnTo>
                <a:lnTo>
                  <a:pt x="212174" y="147753"/>
                </a:lnTo>
                <a:lnTo>
                  <a:pt x="179536" y="171088"/>
                </a:lnTo>
                <a:lnTo>
                  <a:pt x="133732" y="181127"/>
                </a:lnTo>
                <a:lnTo>
                  <a:pt x="204345" y="181127"/>
                </a:lnTo>
                <a:lnTo>
                  <a:pt x="236275" y="155119"/>
                </a:lnTo>
                <a:lnTo>
                  <a:pt x="259069" y="120875"/>
                </a:lnTo>
                <a:lnTo>
                  <a:pt x="267470" y="101892"/>
                </a:lnTo>
                <a:lnTo>
                  <a:pt x="266041" y="97967"/>
                </a:lnTo>
                <a:lnTo>
                  <a:pt x="258114" y="80967"/>
                </a:lnTo>
                <a:lnTo>
                  <a:pt x="234991" y="47478"/>
                </a:lnTo>
                <a:lnTo>
                  <a:pt x="204133" y="22644"/>
                </a:lnTo>
                <a:close/>
              </a:path>
              <a:path w="267970" h="203835">
                <a:moveTo>
                  <a:pt x="104954" y="117894"/>
                </a:moveTo>
                <a:lnTo>
                  <a:pt x="87936" y="134899"/>
                </a:lnTo>
                <a:lnTo>
                  <a:pt x="96770" y="144590"/>
                </a:lnTo>
                <a:lnTo>
                  <a:pt x="107605" y="152030"/>
                </a:lnTo>
                <a:lnTo>
                  <a:pt x="120054" y="156800"/>
                </a:lnTo>
                <a:lnTo>
                  <a:pt x="133732" y="158483"/>
                </a:lnTo>
                <a:lnTo>
                  <a:pt x="155762" y="154034"/>
                </a:lnTo>
                <a:lnTo>
                  <a:pt x="173754" y="141901"/>
                </a:lnTo>
                <a:lnTo>
                  <a:pt x="178476" y="134899"/>
                </a:lnTo>
                <a:lnTo>
                  <a:pt x="121946" y="134899"/>
                </a:lnTo>
                <a:lnTo>
                  <a:pt x="104954" y="117894"/>
                </a:lnTo>
                <a:close/>
              </a:path>
              <a:path w="267970" h="203835">
                <a:moveTo>
                  <a:pt x="152566" y="104228"/>
                </a:moveTo>
                <a:lnTo>
                  <a:pt x="121896" y="134899"/>
                </a:lnTo>
                <a:lnTo>
                  <a:pt x="178476" y="134899"/>
                </a:lnTo>
                <a:lnTo>
                  <a:pt x="185887" y="123909"/>
                </a:lnTo>
                <a:lnTo>
                  <a:pt x="186907" y="118859"/>
                </a:lnTo>
                <a:lnTo>
                  <a:pt x="167209" y="118859"/>
                </a:lnTo>
                <a:lnTo>
                  <a:pt x="152566" y="104228"/>
                </a:lnTo>
                <a:close/>
              </a:path>
              <a:path w="267970" h="203835">
                <a:moveTo>
                  <a:pt x="181638" y="73583"/>
                </a:moveTo>
                <a:lnTo>
                  <a:pt x="164314" y="73583"/>
                </a:lnTo>
                <a:lnTo>
                  <a:pt x="167209" y="76466"/>
                </a:lnTo>
                <a:lnTo>
                  <a:pt x="167209" y="118859"/>
                </a:lnTo>
                <a:lnTo>
                  <a:pt x="186907" y="118859"/>
                </a:lnTo>
                <a:lnTo>
                  <a:pt x="190333" y="101892"/>
                </a:lnTo>
                <a:lnTo>
                  <a:pt x="185874" y="79864"/>
                </a:lnTo>
                <a:lnTo>
                  <a:pt x="181638" y="73583"/>
                </a:lnTo>
                <a:close/>
              </a:path>
              <a:path w="267970" h="203835">
                <a:moveTo>
                  <a:pt x="133719" y="45300"/>
                </a:moveTo>
                <a:lnTo>
                  <a:pt x="111691" y="49748"/>
                </a:lnTo>
                <a:lnTo>
                  <a:pt x="93703" y="61875"/>
                </a:lnTo>
                <a:lnTo>
                  <a:pt x="81575" y="79864"/>
                </a:lnTo>
                <a:lnTo>
                  <a:pt x="77128" y="101892"/>
                </a:lnTo>
                <a:lnTo>
                  <a:pt x="77128" y="105562"/>
                </a:lnTo>
                <a:lnTo>
                  <a:pt x="77547" y="109143"/>
                </a:lnTo>
                <a:lnTo>
                  <a:pt x="78208" y="112610"/>
                </a:lnTo>
                <a:lnTo>
                  <a:pt x="104954" y="85877"/>
                </a:lnTo>
                <a:lnTo>
                  <a:pt x="134215" y="85877"/>
                </a:lnTo>
                <a:lnTo>
                  <a:pt x="121921" y="73583"/>
                </a:lnTo>
                <a:lnTo>
                  <a:pt x="181638" y="73583"/>
                </a:lnTo>
                <a:lnTo>
                  <a:pt x="173742" y="61875"/>
                </a:lnTo>
                <a:lnTo>
                  <a:pt x="155749" y="49748"/>
                </a:lnTo>
                <a:lnTo>
                  <a:pt x="133719" y="45300"/>
                </a:lnTo>
                <a:close/>
              </a:path>
              <a:path w="267970" h="203835">
                <a:moveTo>
                  <a:pt x="134215" y="85877"/>
                </a:moveTo>
                <a:lnTo>
                  <a:pt x="104954" y="85877"/>
                </a:lnTo>
                <a:lnTo>
                  <a:pt x="121921" y="102857"/>
                </a:lnTo>
                <a:lnTo>
                  <a:pt x="136564" y="88226"/>
                </a:lnTo>
                <a:lnTo>
                  <a:pt x="134215" y="85877"/>
                </a:lnTo>
                <a:close/>
              </a:path>
            </a:pathLst>
          </a:custGeom>
          <a:solidFill>
            <a:srgbClr val="05123B"/>
          </a:solidFill>
        </p:spPr>
        <p:txBody>
          <a:bodyPr wrap="square" lIns="0" tIns="0" rIns="0" bIns="0" rtlCol="0"/>
          <a:lstStyle/>
          <a:p>
            <a:endParaRPr/>
          </a:p>
        </p:txBody>
      </p:sp>
      <p:pic>
        <p:nvPicPr>
          <p:cNvPr id="19" name="object 19"/>
          <p:cNvPicPr/>
          <p:nvPr/>
        </p:nvPicPr>
        <p:blipFill>
          <a:blip r:embed="rId2" cstate="print"/>
          <a:stretch>
            <a:fillRect/>
          </a:stretch>
        </p:blipFill>
        <p:spPr>
          <a:xfrm>
            <a:off x="3894164" y="2990884"/>
            <a:ext cx="246735" cy="246735"/>
          </a:xfrm>
          <a:prstGeom prst="rect">
            <a:avLst/>
          </a:prstGeom>
        </p:spPr>
      </p:pic>
      <p:sp>
        <p:nvSpPr>
          <p:cNvPr id="21" name="object 21"/>
          <p:cNvSpPr txBox="1">
            <a:spLocks noGrp="1"/>
          </p:cNvSpPr>
          <p:nvPr>
            <p:ph type="sldNum" sz="quarter" idx="7"/>
          </p:nvPr>
        </p:nvSpPr>
        <p:spPr>
          <a:xfrm>
            <a:off x="10253885" y="7115302"/>
            <a:ext cx="201295" cy="162224"/>
          </a:xfrm>
          <a:prstGeom prst="rect">
            <a:avLst/>
          </a:prstGeom>
        </p:spPr>
        <p:txBody>
          <a:bodyPr vert="horz" wrap="square" lIns="0" tIns="8255" rIns="0" bIns="0" rtlCol="0">
            <a:spAutoFit/>
          </a:bodyPr>
          <a:lstStyle/>
          <a:p>
            <a:pPr marL="74295">
              <a:lnSpc>
                <a:spcPct val="100000"/>
              </a:lnSpc>
              <a:spcBef>
                <a:spcPts val="65"/>
              </a:spcBef>
            </a:pPr>
            <a:fld id="{81D60167-4931-47E6-BA6A-407CBD079E47}" type="slidenum">
              <a:rPr spc="-50" dirty="0">
                <a:solidFill>
                  <a:schemeClr val="bg1"/>
                </a:solidFill>
              </a:rPr>
              <a:t>4</a:t>
            </a:fld>
            <a:endParaRPr spc="-50" dirty="0">
              <a:solidFill>
                <a:schemeClr val="bg1"/>
              </a:solidFill>
            </a:endParaRPr>
          </a:p>
        </p:txBody>
      </p:sp>
      <p:sp>
        <p:nvSpPr>
          <p:cNvPr id="13" name="TextBox 12">
            <a:extLst>
              <a:ext uri="{FF2B5EF4-FFF2-40B4-BE49-F238E27FC236}">
                <a16:creationId xmlns:a16="http://schemas.microsoft.com/office/drawing/2014/main" id="{0BACB877-F3E9-F62B-DB1E-8408FFB79CCC}"/>
              </a:ext>
            </a:extLst>
          </p:cNvPr>
          <p:cNvSpPr txBox="1"/>
          <p:nvPr/>
        </p:nvSpPr>
        <p:spPr>
          <a:xfrm>
            <a:off x="7890747" y="238471"/>
            <a:ext cx="2392585"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ملف تعريفي               2026       </a:t>
            </a:r>
            <a:endParaRPr lang="en-US" sz="700" dirty="0">
              <a:solidFill>
                <a:schemeClr val="bg1"/>
              </a:solidFill>
              <a:latin typeface="Zanjabeel" pitchFamily="50" charset="-78"/>
              <a:cs typeface="Zanjabeel" pitchFamily="50" charset="-78"/>
            </a:endParaRPr>
          </a:p>
        </p:txBody>
      </p:sp>
      <p:sp>
        <p:nvSpPr>
          <p:cNvPr id="22" name="TextBox 21">
            <a:extLst>
              <a:ext uri="{FF2B5EF4-FFF2-40B4-BE49-F238E27FC236}">
                <a16:creationId xmlns:a16="http://schemas.microsoft.com/office/drawing/2014/main" id="{B8C6C818-E912-9140-2AC8-EC64E823D761}"/>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الرؤية والرسالة</a:t>
            </a:r>
            <a:endParaRPr lang="en-US" sz="700" dirty="0">
              <a:solidFill>
                <a:schemeClr val="bg1"/>
              </a:solidFill>
              <a:latin typeface="Zanjabeel" pitchFamily="50" charset="-78"/>
              <a:cs typeface="Zanjabeel" pitchFamily="50" charset="-7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 y="8"/>
            <a:ext cx="10692130" cy="7560309"/>
            <a:chOff x="-6" y="8"/>
            <a:chExt cx="10692130" cy="7560309"/>
          </a:xfrm>
        </p:grpSpPr>
        <p:sp>
          <p:nvSpPr>
            <p:cNvPr id="3" name="object 3"/>
            <p:cNvSpPr/>
            <p:nvPr/>
          </p:nvSpPr>
          <p:spPr>
            <a:xfrm>
              <a:off x="6350" y="3622509"/>
              <a:ext cx="10685780" cy="3937635"/>
            </a:xfrm>
            <a:custGeom>
              <a:avLst/>
              <a:gdLst/>
              <a:ahLst/>
              <a:cxnLst/>
              <a:rect l="l" t="t" r="r" b="b"/>
              <a:pathLst>
                <a:path w="10685780" h="3937634">
                  <a:moveTo>
                    <a:pt x="10685640" y="0"/>
                  </a:moveTo>
                  <a:lnTo>
                    <a:pt x="0" y="0"/>
                  </a:lnTo>
                  <a:lnTo>
                    <a:pt x="0" y="3937495"/>
                  </a:lnTo>
                  <a:lnTo>
                    <a:pt x="10685640" y="3937495"/>
                  </a:lnTo>
                  <a:lnTo>
                    <a:pt x="10685640" y="0"/>
                  </a:lnTo>
                  <a:close/>
                </a:path>
              </a:pathLst>
            </a:custGeom>
            <a:solidFill>
              <a:srgbClr val="D6E5F5"/>
            </a:solidFill>
          </p:spPr>
          <p:txBody>
            <a:bodyPr wrap="square" lIns="0" tIns="0" rIns="0" bIns="0" rtlCol="0"/>
            <a:lstStyle/>
            <a:p>
              <a:endParaRPr dirty="0"/>
            </a:p>
          </p:txBody>
        </p:sp>
        <p:sp>
          <p:nvSpPr>
            <p:cNvPr id="4" name="object 4"/>
            <p:cNvSpPr/>
            <p:nvPr/>
          </p:nvSpPr>
          <p:spPr>
            <a:xfrm>
              <a:off x="-6" y="8"/>
              <a:ext cx="3247390" cy="5257800"/>
            </a:xfrm>
            <a:custGeom>
              <a:avLst/>
              <a:gdLst/>
              <a:ahLst/>
              <a:cxnLst/>
              <a:rect l="l" t="t" r="r" b="b"/>
              <a:pathLst>
                <a:path w="3247390" h="5257800">
                  <a:moveTo>
                    <a:pt x="3247148" y="0"/>
                  </a:moveTo>
                  <a:lnTo>
                    <a:pt x="88" y="0"/>
                  </a:lnTo>
                  <a:lnTo>
                    <a:pt x="0" y="5257800"/>
                  </a:lnTo>
                  <a:lnTo>
                    <a:pt x="813244" y="5257800"/>
                  </a:lnTo>
                  <a:lnTo>
                    <a:pt x="1634566" y="3623767"/>
                  </a:lnTo>
                  <a:lnTo>
                    <a:pt x="3247072" y="3623754"/>
                  </a:lnTo>
                  <a:lnTo>
                    <a:pt x="3247148" y="0"/>
                  </a:lnTo>
                  <a:close/>
                </a:path>
              </a:pathLst>
            </a:custGeom>
            <a:solidFill>
              <a:srgbClr val="05123B"/>
            </a:solidFill>
          </p:spPr>
          <p:txBody>
            <a:bodyPr wrap="square" lIns="0" tIns="0" rIns="0" bIns="0" rtlCol="0"/>
            <a:lstStyle/>
            <a:p>
              <a:endParaRPr/>
            </a:p>
          </p:txBody>
        </p:sp>
      </p:grpSp>
      <p:grpSp>
        <p:nvGrpSpPr>
          <p:cNvPr id="7" name="object 7"/>
          <p:cNvGrpSpPr/>
          <p:nvPr/>
        </p:nvGrpSpPr>
        <p:grpSpPr>
          <a:xfrm>
            <a:off x="287996" y="1088678"/>
            <a:ext cx="9093835" cy="6183630"/>
            <a:chOff x="287996" y="1088678"/>
            <a:chExt cx="9093835" cy="6183630"/>
          </a:xfrm>
        </p:grpSpPr>
        <p:sp>
          <p:nvSpPr>
            <p:cNvPr id="8" name="object 8"/>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121230"/>
            </a:solidFill>
          </p:spPr>
          <p:txBody>
            <a:bodyPr wrap="square" lIns="0" tIns="0" rIns="0" bIns="0" rtlCol="0"/>
            <a:lstStyle/>
            <a:p>
              <a:endParaRPr/>
            </a:p>
          </p:txBody>
        </p:sp>
        <p:sp>
          <p:nvSpPr>
            <p:cNvPr id="9" name="object 9"/>
            <p:cNvSpPr/>
            <p:nvPr/>
          </p:nvSpPr>
          <p:spPr>
            <a:xfrm>
              <a:off x="8508898" y="1088678"/>
              <a:ext cx="873125" cy="346710"/>
            </a:xfrm>
            <a:custGeom>
              <a:avLst/>
              <a:gdLst/>
              <a:ahLst/>
              <a:cxnLst/>
              <a:rect l="l" t="t" r="r" b="b"/>
              <a:pathLst>
                <a:path w="873125" h="346709">
                  <a:moveTo>
                    <a:pt x="698258" y="12"/>
                  </a:moveTo>
                  <a:lnTo>
                    <a:pt x="0" y="0"/>
                  </a:lnTo>
                  <a:lnTo>
                    <a:pt x="0" y="86817"/>
                  </a:lnTo>
                  <a:lnTo>
                    <a:pt x="174447" y="174497"/>
                  </a:lnTo>
                  <a:lnTo>
                    <a:pt x="174447" y="346646"/>
                  </a:lnTo>
                  <a:lnTo>
                    <a:pt x="872705" y="346659"/>
                  </a:lnTo>
                  <a:lnTo>
                    <a:pt x="872705" y="259841"/>
                  </a:lnTo>
                  <a:lnTo>
                    <a:pt x="698258" y="172161"/>
                  </a:lnTo>
                  <a:lnTo>
                    <a:pt x="698258" y="12"/>
                  </a:lnTo>
                  <a:close/>
                </a:path>
              </a:pathLst>
            </a:custGeom>
            <a:solidFill>
              <a:srgbClr val="D6E5F5"/>
            </a:solidFill>
          </p:spPr>
          <p:txBody>
            <a:bodyPr wrap="square" lIns="0" tIns="0" rIns="0" bIns="0" rtlCol="0"/>
            <a:lstStyle/>
            <a:p>
              <a:endParaRPr/>
            </a:p>
          </p:txBody>
        </p:sp>
      </p:grpSp>
      <p:sp>
        <p:nvSpPr>
          <p:cNvPr id="10" name="object 10" descr="$PPTXTitle"/>
          <p:cNvSpPr txBox="1">
            <a:spLocks noGrp="1"/>
          </p:cNvSpPr>
          <p:nvPr>
            <p:ph type="title"/>
          </p:nvPr>
        </p:nvSpPr>
        <p:spPr>
          <a:xfrm>
            <a:off x="7890747" y="1037977"/>
            <a:ext cx="1529432" cy="478336"/>
          </a:xfrm>
          <a:prstGeom prst="rect">
            <a:avLst/>
          </a:prstGeom>
        </p:spPr>
        <p:txBody>
          <a:bodyPr vert="horz" wrap="square" lIns="0" tIns="16510" rIns="0" bIns="0" rtlCol="0">
            <a:spAutoFit/>
          </a:bodyPr>
          <a:lstStyle/>
          <a:p>
            <a:pPr marL="38100" marR="30480" algn="r">
              <a:lnSpc>
                <a:spcPct val="100000"/>
              </a:lnSpc>
              <a:spcBef>
                <a:spcPts val="130"/>
              </a:spcBef>
            </a:pPr>
            <a:r>
              <a:rPr lang="ar-SA" sz="3000" dirty="0">
                <a:solidFill>
                  <a:schemeClr val="tx1"/>
                </a:solidFill>
                <a:latin typeface="Zanjabeel" pitchFamily="50" charset="-78"/>
                <a:cs typeface="Zanjabeel" pitchFamily="50" charset="-78"/>
              </a:rPr>
              <a:t>القيمــ</a:t>
            </a:r>
            <a:endParaRPr sz="3000" dirty="0">
              <a:solidFill>
                <a:schemeClr val="tx1"/>
              </a:solidFill>
              <a:latin typeface="Zanjabeel" pitchFamily="50" charset="-78"/>
              <a:cs typeface="Zanjabeel" pitchFamily="50" charset="-78"/>
            </a:endParaRPr>
          </a:p>
        </p:txBody>
      </p:sp>
      <p:sp>
        <p:nvSpPr>
          <p:cNvPr id="11" name="object 11"/>
          <p:cNvSpPr txBox="1"/>
          <p:nvPr/>
        </p:nvSpPr>
        <p:spPr>
          <a:xfrm>
            <a:off x="6032500" y="1647490"/>
            <a:ext cx="3412854" cy="520655"/>
          </a:xfrm>
          <a:prstGeom prst="rect">
            <a:avLst/>
          </a:prstGeom>
        </p:spPr>
        <p:txBody>
          <a:bodyPr vert="horz" wrap="square" lIns="0" tIns="12700" rIns="0" bIns="0" rtlCol="0">
            <a:spAutoFit/>
          </a:bodyPr>
          <a:lstStyle/>
          <a:p>
            <a:pPr rtl="1"/>
            <a:r>
              <a:rPr lang="ar-SA" sz="1100" dirty="0">
                <a:solidFill>
                  <a:schemeClr val="tx1"/>
                </a:solidFill>
                <a:latin typeface="Zanjabeel Thin" pitchFamily="50" charset="-78"/>
                <a:cs typeface="Zanjabeel Thin" pitchFamily="50" charset="-78"/>
              </a:rPr>
              <a:t>نؤمن بأن القيم المؤسسية تمثل الأساس الذي يُبنى عليه النجاح والاستدامة، وهي الإطار الذي يوجّه قراراتنا ومنهجيتنا في العمل.</a:t>
            </a:r>
            <a:endParaRPr lang="ar-SA" sz="1100" b="0" dirty="0">
              <a:solidFill>
                <a:schemeClr val="tx1"/>
              </a:solidFill>
              <a:effectLst/>
              <a:latin typeface="Zanjabeel Thin" pitchFamily="50" charset="-78"/>
              <a:cs typeface="Zanjabeel Thin" pitchFamily="50" charset="-78"/>
            </a:endParaRPr>
          </a:p>
        </p:txBody>
      </p:sp>
      <p:sp>
        <p:nvSpPr>
          <p:cNvPr id="13" name="object 13"/>
          <p:cNvSpPr txBox="1"/>
          <p:nvPr/>
        </p:nvSpPr>
        <p:spPr>
          <a:xfrm>
            <a:off x="7606416" y="6042838"/>
            <a:ext cx="1828710" cy="689932"/>
          </a:xfrm>
          <a:prstGeom prst="rect">
            <a:avLst/>
          </a:prstGeom>
        </p:spPr>
        <p:txBody>
          <a:bodyPr vert="horz" wrap="square" lIns="0" tIns="12700" rIns="0" bIns="0" rtlCol="0">
            <a:spAutoFit/>
          </a:bodyPr>
          <a:lstStyle/>
          <a:p>
            <a:pPr rtl="1"/>
            <a:r>
              <a:rPr lang="ar-SA" sz="1100" dirty="0">
                <a:latin typeface="Zanjabeel Thin" pitchFamily="50" charset="-78"/>
                <a:cs typeface="Zanjabeel Thin" pitchFamily="50" charset="-78"/>
              </a:rPr>
              <a:t>نطوّر حلولًا منهجية متجددة تستجيب لتغيرات البيئة التنظيمية وتواكب أفضل الممارسات العالمية.</a:t>
            </a:r>
            <a:endParaRPr lang="ar-SA" sz="1100" b="0" dirty="0">
              <a:effectLst/>
              <a:latin typeface="Zanjabeel Thin" pitchFamily="50" charset="-78"/>
              <a:cs typeface="Zanjabeel Thin" pitchFamily="50" charset="-78"/>
            </a:endParaRPr>
          </a:p>
        </p:txBody>
      </p:sp>
      <p:sp>
        <p:nvSpPr>
          <p:cNvPr id="15" name="object 15"/>
          <p:cNvSpPr txBox="1"/>
          <p:nvPr/>
        </p:nvSpPr>
        <p:spPr>
          <a:xfrm>
            <a:off x="7719015" y="4109128"/>
            <a:ext cx="1701164" cy="217367"/>
          </a:xfrm>
          <a:prstGeom prst="rect">
            <a:avLst/>
          </a:prstGeom>
        </p:spPr>
        <p:txBody>
          <a:bodyPr vert="horz" wrap="square" lIns="0" tIns="12065" rIns="0" bIns="0" rtlCol="0">
            <a:spAutoFit/>
          </a:bodyPr>
          <a:lstStyle/>
          <a:p>
            <a:pPr marL="38100" marR="30480" algn="r">
              <a:lnSpc>
                <a:spcPct val="100000"/>
              </a:lnSpc>
              <a:spcBef>
                <a:spcPts val="95"/>
              </a:spcBef>
            </a:pPr>
            <a:r>
              <a:rPr lang="ar-SA" sz="2000" b="1" baseline="33670" dirty="0">
                <a:latin typeface="Zanjabeel" pitchFamily="50" charset="-78"/>
                <a:cs typeface="Zanjabeel" pitchFamily="50" charset="-78"/>
              </a:rPr>
              <a:t>تمكين مستدام</a:t>
            </a:r>
            <a:endParaRPr sz="2000" b="1" baseline="33670" dirty="0">
              <a:latin typeface="Zanjabeel" pitchFamily="50" charset="-78"/>
              <a:cs typeface="Zanjabeel" pitchFamily="50" charset="-78"/>
            </a:endParaRPr>
          </a:p>
        </p:txBody>
      </p:sp>
      <p:sp>
        <p:nvSpPr>
          <p:cNvPr id="16" name="object 16"/>
          <p:cNvSpPr txBox="1"/>
          <p:nvPr/>
        </p:nvSpPr>
        <p:spPr>
          <a:xfrm>
            <a:off x="7606416" y="4369320"/>
            <a:ext cx="1845945" cy="859210"/>
          </a:xfrm>
          <a:prstGeom prst="rect">
            <a:avLst/>
          </a:prstGeom>
        </p:spPr>
        <p:txBody>
          <a:bodyPr vert="horz" wrap="square" lIns="0" tIns="12700" rIns="0" bIns="0" rtlCol="0">
            <a:spAutoFit/>
          </a:bodyPr>
          <a:lstStyle/>
          <a:p>
            <a:pPr rtl="1"/>
            <a:r>
              <a:rPr lang="ar-SA" sz="1100" dirty="0">
                <a:latin typeface="Zanjabeel Thin" pitchFamily="50" charset="-78"/>
                <a:cs typeface="Zanjabeel Thin" pitchFamily="50" charset="-78"/>
              </a:rPr>
              <a:t>نصمم تدخلاتنا بما يضمن بناء قدرات داخلية طويلة الأمد تمكّن الجهات من إدارة أدائها وتحسينه بصورة مستقلة.</a:t>
            </a:r>
            <a:endParaRPr lang="ar-SA" sz="1100" b="0" dirty="0">
              <a:effectLst/>
              <a:latin typeface="Zanjabeel Thin" pitchFamily="50" charset="-78"/>
              <a:cs typeface="Zanjabeel Thin" pitchFamily="50" charset="-78"/>
            </a:endParaRPr>
          </a:p>
        </p:txBody>
      </p:sp>
      <p:sp>
        <p:nvSpPr>
          <p:cNvPr id="18" name="object 18"/>
          <p:cNvSpPr txBox="1"/>
          <p:nvPr/>
        </p:nvSpPr>
        <p:spPr>
          <a:xfrm>
            <a:off x="4508206" y="4109127"/>
            <a:ext cx="1844675" cy="217367"/>
          </a:xfrm>
          <a:prstGeom prst="rect">
            <a:avLst/>
          </a:prstGeom>
        </p:spPr>
        <p:txBody>
          <a:bodyPr vert="horz" wrap="square" lIns="0" tIns="12065" rIns="0" bIns="0" rtlCol="0">
            <a:spAutoFit/>
          </a:bodyPr>
          <a:lstStyle/>
          <a:p>
            <a:pPr marL="613410" marR="30480" algn="r">
              <a:lnSpc>
                <a:spcPct val="100000"/>
              </a:lnSpc>
              <a:spcBef>
                <a:spcPts val="95"/>
              </a:spcBef>
            </a:pPr>
            <a:r>
              <a:rPr lang="ar-SA" sz="2000" b="1" baseline="36111" dirty="0">
                <a:latin typeface="Zanjabeel" pitchFamily="50" charset="-78"/>
                <a:cs typeface="Zanjabeel" pitchFamily="50" charset="-78"/>
              </a:rPr>
              <a:t>رؤى ملهمة</a:t>
            </a:r>
            <a:endParaRPr sz="2000" b="1" baseline="36111" dirty="0">
              <a:latin typeface="Zanjabeel" pitchFamily="50" charset="-78"/>
              <a:cs typeface="Zanjabeel" pitchFamily="50" charset="-78"/>
            </a:endParaRPr>
          </a:p>
        </p:txBody>
      </p:sp>
      <p:sp>
        <p:nvSpPr>
          <p:cNvPr id="20" name="object 20"/>
          <p:cNvSpPr txBox="1"/>
          <p:nvPr/>
        </p:nvSpPr>
        <p:spPr>
          <a:xfrm>
            <a:off x="4286050" y="4332144"/>
            <a:ext cx="2064388" cy="859210"/>
          </a:xfrm>
          <a:prstGeom prst="rect">
            <a:avLst/>
          </a:prstGeom>
        </p:spPr>
        <p:txBody>
          <a:bodyPr vert="horz" wrap="square" lIns="0" tIns="12700" rIns="0" bIns="0" rtlCol="0">
            <a:spAutoFit/>
          </a:bodyPr>
          <a:lstStyle/>
          <a:p>
            <a:pPr rtl="1"/>
            <a:r>
              <a:rPr lang="ar-SA" sz="1100" dirty="0">
                <a:latin typeface="Zanjabeel Thin" pitchFamily="50" charset="-78"/>
                <a:cs typeface="Zanjabeel Thin" pitchFamily="50" charset="-78"/>
              </a:rPr>
              <a:t>نستند إلى تحليل عميق وفهم استراتيجي لتقديم رؤى تساعد الجهات على اتخاذ قرارات مدروسة وتعزيز توجهها المستقبلي.</a:t>
            </a:r>
            <a:endParaRPr sz="1100" dirty="0">
              <a:latin typeface="Zanjabeel Thin" pitchFamily="50" charset="-78"/>
              <a:cs typeface="Zanjabeel Thin" pitchFamily="50" charset="-78"/>
            </a:endParaRPr>
          </a:p>
        </p:txBody>
      </p:sp>
      <p:sp>
        <p:nvSpPr>
          <p:cNvPr id="21" name="object 21"/>
          <p:cNvSpPr txBox="1"/>
          <p:nvPr/>
        </p:nvSpPr>
        <p:spPr>
          <a:xfrm>
            <a:off x="1954524" y="5673642"/>
            <a:ext cx="1292860" cy="217367"/>
          </a:xfrm>
          <a:prstGeom prst="rect">
            <a:avLst/>
          </a:prstGeom>
        </p:spPr>
        <p:txBody>
          <a:bodyPr vert="horz" wrap="square" lIns="0" tIns="12065" rIns="0" bIns="0" rtlCol="0">
            <a:spAutoFit/>
          </a:bodyPr>
          <a:lstStyle/>
          <a:p>
            <a:pPr marL="38100" marR="30480" algn="r">
              <a:lnSpc>
                <a:spcPct val="100000"/>
              </a:lnSpc>
              <a:spcBef>
                <a:spcPts val="95"/>
              </a:spcBef>
            </a:pPr>
            <a:r>
              <a:rPr lang="ar-SA" sz="2000" b="1" baseline="-15151" dirty="0">
                <a:latin typeface="Zanjabeel" pitchFamily="50" charset="-78"/>
                <a:cs typeface="Zanjabeel" pitchFamily="50" charset="-78"/>
              </a:rPr>
              <a:t>جودة وتميّز</a:t>
            </a:r>
            <a:endParaRPr sz="2000" b="1" baseline="-15151" dirty="0">
              <a:latin typeface="Zanjabeel" pitchFamily="50" charset="-78"/>
              <a:cs typeface="Zanjabeel" pitchFamily="50" charset="-78"/>
            </a:endParaRPr>
          </a:p>
        </p:txBody>
      </p:sp>
      <p:sp>
        <p:nvSpPr>
          <p:cNvPr id="24" name="object 24"/>
          <p:cNvSpPr txBox="1"/>
          <p:nvPr/>
        </p:nvSpPr>
        <p:spPr>
          <a:xfrm>
            <a:off x="1467145" y="6056665"/>
            <a:ext cx="1819275" cy="689932"/>
          </a:xfrm>
          <a:prstGeom prst="rect">
            <a:avLst/>
          </a:prstGeom>
        </p:spPr>
        <p:txBody>
          <a:bodyPr vert="horz" wrap="square" lIns="0" tIns="12700" rIns="0" bIns="0" rtlCol="0">
            <a:spAutoFit/>
          </a:bodyPr>
          <a:lstStyle/>
          <a:p>
            <a:pPr rtl="1"/>
            <a:r>
              <a:rPr lang="ar-SA" sz="1100" dirty="0">
                <a:latin typeface="Zanjabeel Thin" pitchFamily="50" charset="-78"/>
                <a:cs typeface="Zanjabeel Thin" pitchFamily="50" charset="-78"/>
              </a:rPr>
              <a:t>نلتزم بمعايير عالية في جميع مراحل العمل ونحرص على تقديم مخرجات تتسم بالدقة والاحترافية.</a:t>
            </a:r>
            <a:endParaRPr sz="1100" baseline="30555" dirty="0">
              <a:latin typeface="Zanjabeel Thin" pitchFamily="50" charset="-78"/>
              <a:cs typeface="Zanjabeel Thin" pitchFamily="50" charset="-78"/>
            </a:endParaRPr>
          </a:p>
        </p:txBody>
      </p:sp>
      <p:sp>
        <p:nvSpPr>
          <p:cNvPr id="26" name="object 26"/>
          <p:cNvSpPr txBox="1"/>
          <p:nvPr/>
        </p:nvSpPr>
        <p:spPr>
          <a:xfrm>
            <a:off x="4454963" y="5790646"/>
            <a:ext cx="1895475" cy="217367"/>
          </a:xfrm>
          <a:prstGeom prst="rect">
            <a:avLst/>
          </a:prstGeom>
        </p:spPr>
        <p:txBody>
          <a:bodyPr vert="horz" wrap="square" lIns="0" tIns="12065" rIns="0" bIns="0" rtlCol="0">
            <a:spAutoFit/>
          </a:bodyPr>
          <a:lstStyle/>
          <a:p>
            <a:pPr marL="400685" marR="30480" algn="r">
              <a:lnSpc>
                <a:spcPct val="100000"/>
              </a:lnSpc>
              <a:spcBef>
                <a:spcPts val="95"/>
              </a:spcBef>
            </a:pPr>
            <a:r>
              <a:rPr lang="ar-SA" sz="2000" b="1" baseline="30555" dirty="0">
                <a:latin typeface="Zanjabeel" pitchFamily="50" charset="-78"/>
                <a:cs typeface="Zanjabeel" pitchFamily="50" charset="-78"/>
              </a:rPr>
              <a:t>دافعية وإنجاز</a:t>
            </a:r>
            <a:endParaRPr sz="2000" b="1" baseline="30555" dirty="0">
              <a:latin typeface="Zanjabeel" pitchFamily="50" charset="-78"/>
              <a:cs typeface="Zanjabeel" pitchFamily="50" charset="-78"/>
            </a:endParaRPr>
          </a:p>
        </p:txBody>
      </p:sp>
      <p:sp>
        <p:nvSpPr>
          <p:cNvPr id="28" name="object 28"/>
          <p:cNvSpPr txBox="1"/>
          <p:nvPr/>
        </p:nvSpPr>
        <p:spPr>
          <a:xfrm>
            <a:off x="4508206" y="6089359"/>
            <a:ext cx="1876424" cy="689932"/>
          </a:xfrm>
          <a:prstGeom prst="rect">
            <a:avLst/>
          </a:prstGeom>
        </p:spPr>
        <p:txBody>
          <a:bodyPr vert="horz" wrap="square" lIns="0" tIns="12700" rIns="0" bIns="0" rtlCol="0">
            <a:spAutoFit/>
          </a:bodyPr>
          <a:lstStyle/>
          <a:p>
            <a:pPr rtl="1"/>
            <a:r>
              <a:rPr lang="ar-SA" sz="1100" dirty="0">
                <a:latin typeface="Zanjabeel Thin" pitchFamily="50" charset="-78"/>
                <a:cs typeface="Zanjabeel Thin" pitchFamily="50" charset="-78"/>
              </a:rPr>
              <a:t>نرسّخ ثقافة قائمة على الالتزام والنتائج ونعمل على تحويل الأهداف إلى مخرجات قابلة للقياس.</a:t>
            </a:r>
            <a:endParaRPr lang="ar-SA" sz="1100" b="0" dirty="0">
              <a:effectLst/>
              <a:latin typeface="Zanjabeel Thin" pitchFamily="50" charset="-78"/>
              <a:cs typeface="Zanjabeel Thin" pitchFamily="50" charset="-78"/>
            </a:endParaRPr>
          </a:p>
        </p:txBody>
      </p:sp>
      <p:sp>
        <p:nvSpPr>
          <p:cNvPr id="30" name="object 30"/>
          <p:cNvSpPr/>
          <p:nvPr/>
        </p:nvSpPr>
        <p:spPr>
          <a:xfrm>
            <a:off x="3355200" y="4057764"/>
            <a:ext cx="6287135" cy="1833245"/>
          </a:xfrm>
          <a:custGeom>
            <a:avLst/>
            <a:gdLst/>
            <a:ahLst/>
            <a:cxnLst/>
            <a:rect l="l" t="t" r="r" b="b"/>
            <a:pathLst>
              <a:path w="6287134" h="1833245">
                <a:moveTo>
                  <a:pt x="152615" y="1824088"/>
                </a:moveTo>
                <a:lnTo>
                  <a:pt x="76149" y="1671015"/>
                </a:lnTo>
                <a:lnTo>
                  <a:pt x="0" y="1671015"/>
                </a:lnTo>
                <a:lnTo>
                  <a:pt x="0" y="1824088"/>
                </a:lnTo>
                <a:lnTo>
                  <a:pt x="152615" y="1824088"/>
                </a:lnTo>
                <a:close/>
              </a:path>
              <a:path w="6287134" h="1833245">
                <a:moveTo>
                  <a:pt x="3219805" y="1832825"/>
                </a:moveTo>
                <a:lnTo>
                  <a:pt x="3143339" y="1679752"/>
                </a:lnTo>
                <a:lnTo>
                  <a:pt x="3067189" y="1679752"/>
                </a:lnTo>
                <a:lnTo>
                  <a:pt x="3067189" y="1832825"/>
                </a:lnTo>
                <a:lnTo>
                  <a:pt x="3219805" y="1832825"/>
                </a:lnTo>
                <a:close/>
              </a:path>
              <a:path w="6287134" h="1833245">
                <a:moveTo>
                  <a:pt x="3219805" y="153073"/>
                </a:moveTo>
                <a:lnTo>
                  <a:pt x="3143339" y="0"/>
                </a:lnTo>
                <a:lnTo>
                  <a:pt x="3067189" y="0"/>
                </a:lnTo>
                <a:lnTo>
                  <a:pt x="3067189" y="153073"/>
                </a:lnTo>
                <a:lnTo>
                  <a:pt x="3219805" y="153073"/>
                </a:lnTo>
                <a:close/>
              </a:path>
              <a:path w="6287134" h="1833245">
                <a:moveTo>
                  <a:pt x="6287008" y="1832825"/>
                </a:moveTo>
                <a:lnTo>
                  <a:pt x="6210541" y="1679752"/>
                </a:lnTo>
                <a:lnTo>
                  <a:pt x="6134392" y="1679752"/>
                </a:lnTo>
                <a:lnTo>
                  <a:pt x="6134392" y="1832825"/>
                </a:lnTo>
                <a:lnTo>
                  <a:pt x="6287008" y="1832825"/>
                </a:lnTo>
                <a:close/>
              </a:path>
              <a:path w="6287134" h="1833245">
                <a:moveTo>
                  <a:pt x="6287008" y="153073"/>
                </a:moveTo>
                <a:lnTo>
                  <a:pt x="6210541" y="0"/>
                </a:lnTo>
                <a:lnTo>
                  <a:pt x="6134392" y="0"/>
                </a:lnTo>
                <a:lnTo>
                  <a:pt x="6134392" y="153073"/>
                </a:lnTo>
                <a:lnTo>
                  <a:pt x="6287008" y="153073"/>
                </a:lnTo>
                <a:close/>
              </a:path>
            </a:pathLst>
          </a:custGeom>
          <a:solidFill>
            <a:srgbClr val="121230"/>
          </a:solidFill>
        </p:spPr>
        <p:txBody>
          <a:bodyPr wrap="square" lIns="0" tIns="0" rIns="0" bIns="0" rtlCol="0"/>
          <a:lstStyle/>
          <a:p>
            <a:endParaRPr>
              <a:latin typeface="Zanjabeel" pitchFamily="50" charset="-78"/>
              <a:cs typeface="Zanjabeel" pitchFamily="50" charset="-78"/>
            </a:endParaRPr>
          </a:p>
        </p:txBody>
      </p:sp>
      <p:sp>
        <p:nvSpPr>
          <p:cNvPr id="32" name="object 32"/>
          <p:cNvSpPr txBox="1">
            <a:spLocks noGrp="1"/>
          </p:cNvSpPr>
          <p:nvPr>
            <p:ph type="sldNum" sz="quarter" idx="7"/>
          </p:nvPr>
        </p:nvSpPr>
        <p:spPr>
          <a:prstGeom prst="rect">
            <a:avLst/>
          </a:prstGeom>
        </p:spPr>
        <p:txBody>
          <a:bodyPr vert="horz" wrap="square" lIns="0" tIns="8255" rIns="0" bIns="0" rtlCol="0">
            <a:spAutoFit/>
          </a:bodyPr>
          <a:lstStyle/>
          <a:p>
            <a:pPr marL="71120">
              <a:lnSpc>
                <a:spcPct val="100000"/>
              </a:lnSpc>
              <a:spcBef>
                <a:spcPts val="65"/>
              </a:spcBef>
            </a:pPr>
            <a:fld id="{81D60167-4931-47E6-BA6A-407CBD079E47}" type="slidenum">
              <a:rPr spc="-50" dirty="0"/>
              <a:t>5</a:t>
            </a:fld>
            <a:endParaRPr spc="-50" dirty="0"/>
          </a:p>
        </p:txBody>
      </p:sp>
      <p:sp>
        <p:nvSpPr>
          <p:cNvPr id="33" name="object 15">
            <a:extLst>
              <a:ext uri="{FF2B5EF4-FFF2-40B4-BE49-F238E27FC236}">
                <a16:creationId xmlns:a16="http://schemas.microsoft.com/office/drawing/2014/main" id="{36C71802-A5BD-E9A7-C8B1-447C72903510}"/>
              </a:ext>
            </a:extLst>
          </p:cNvPr>
          <p:cNvSpPr txBox="1"/>
          <p:nvPr/>
        </p:nvSpPr>
        <p:spPr>
          <a:xfrm>
            <a:off x="7719015" y="5797514"/>
            <a:ext cx="1701164" cy="217367"/>
          </a:xfrm>
          <a:prstGeom prst="rect">
            <a:avLst/>
          </a:prstGeom>
        </p:spPr>
        <p:txBody>
          <a:bodyPr vert="horz" wrap="square" lIns="0" tIns="12065" rIns="0" bIns="0" rtlCol="0">
            <a:spAutoFit/>
          </a:bodyPr>
          <a:lstStyle/>
          <a:p>
            <a:pPr marL="38100" marR="30480" algn="r">
              <a:lnSpc>
                <a:spcPct val="100000"/>
              </a:lnSpc>
              <a:spcBef>
                <a:spcPts val="95"/>
              </a:spcBef>
            </a:pPr>
            <a:r>
              <a:rPr lang="ar-SA" sz="2000" b="1" baseline="33670" dirty="0">
                <a:latin typeface="Zanjabeel" pitchFamily="50" charset="-78"/>
                <a:cs typeface="Zanjabeel" pitchFamily="50" charset="-78"/>
              </a:rPr>
              <a:t>ابتكار وتجديد</a:t>
            </a:r>
            <a:endParaRPr sz="2000" b="1" baseline="33670" dirty="0">
              <a:latin typeface="Zanjabeel" pitchFamily="50" charset="-78"/>
              <a:cs typeface="Zanjabeel" pitchFamily="50" charset="-78"/>
            </a:endParaRPr>
          </a:p>
        </p:txBody>
      </p:sp>
      <p:sp>
        <p:nvSpPr>
          <p:cNvPr id="12" name="TextBox 11">
            <a:extLst>
              <a:ext uri="{FF2B5EF4-FFF2-40B4-BE49-F238E27FC236}">
                <a16:creationId xmlns:a16="http://schemas.microsoft.com/office/drawing/2014/main" id="{ADBD4EA3-524C-DDED-55B2-8A97A364BBDE}"/>
              </a:ext>
            </a:extLst>
          </p:cNvPr>
          <p:cNvSpPr txBox="1"/>
          <p:nvPr/>
        </p:nvSpPr>
        <p:spPr>
          <a:xfrm>
            <a:off x="7890747" y="238471"/>
            <a:ext cx="2392585" cy="200055"/>
          </a:xfrm>
          <a:prstGeom prst="rect">
            <a:avLst/>
          </a:prstGeom>
          <a:noFill/>
        </p:spPr>
        <p:txBody>
          <a:bodyPr wrap="square" rtlCol="0">
            <a:spAutoFit/>
          </a:bodyPr>
          <a:lstStyle/>
          <a:p>
            <a:pPr rtl="1"/>
            <a:r>
              <a:rPr lang="ar-SA" sz="700" dirty="0">
                <a:latin typeface="Zanjabeel" pitchFamily="50" charset="-78"/>
                <a:cs typeface="Zanjabeel" pitchFamily="50" charset="-78"/>
              </a:rPr>
              <a:t>ملف تعريفي               2026       </a:t>
            </a:r>
            <a:endParaRPr lang="en-US" sz="700" dirty="0">
              <a:latin typeface="Zanjabeel" pitchFamily="50" charset="-78"/>
              <a:cs typeface="Zanjabeel" pitchFamily="50" charset="-78"/>
            </a:endParaRPr>
          </a:p>
        </p:txBody>
      </p:sp>
      <p:sp>
        <p:nvSpPr>
          <p:cNvPr id="14" name="TextBox 13">
            <a:extLst>
              <a:ext uri="{FF2B5EF4-FFF2-40B4-BE49-F238E27FC236}">
                <a16:creationId xmlns:a16="http://schemas.microsoft.com/office/drawing/2014/main" id="{0AC5CB9E-2DC6-5A09-4371-7FF2DAA838A4}"/>
              </a:ext>
            </a:extLst>
          </p:cNvPr>
          <p:cNvSpPr txBox="1"/>
          <p:nvPr/>
        </p:nvSpPr>
        <p:spPr>
          <a:xfrm>
            <a:off x="9168035" y="7105444"/>
            <a:ext cx="1085850" cy="200055"/>
          </a:xfrm>
          <a:prstGeom prst="rect">
            <a:avLst/>
          </a:prstGeom>
          <a:noFill/>
        </p:spPr>
        <p:txBody>
          <a:bodyPr wrap="square" rtlCol="0">
            <a:spAutoFit/>
          </a:bodyPr>
          <a:lstStyle/>
          <a:p>
            <a:pPr rtl="1"/>
            <a:r>
              <a:rPr lang="ar-SA" sz="700" dirty="0">
                <a:latin typeface="Zanjabeel" pitchFamily="50" charset="-78"/>
                <a:cs typeface="Zanjabeel" pitchFamily="50" charset="-78"/>
              </a:rPr>
              <a:t>القيم</a:t>
            </a:r>
            <a:endParaRPr lang="en-US" sz="700" dirty="0">
              <a:latin typeface="Zanjabeel" pitchFamily="50" charset="-78"/>
              <a:cs typeface="Zanjabeel" pitchFamily="50" charset="-7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301153"/>
            <a:ext cx="5292001" cy="3944569"/>
          </a:xfrm>
          <a:prstGeom prst="rect">
            <a:avLst/>
          </a:prstGeom>
        </p:spPr>
      </p:pic>
      <p:sp>
        <p:nvSpPr>
          <p:cNvPr id="3" name="object 3"/>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sp>
        <p:nvSpPr>
          <p:cNvPr id="6" name="object 6"/>
          <p:cNvSpPr/>
          <p:nvPr/>
        </p:nvSpPr>
        <p:spPr>
          <a:xfrm>
            <a:off x="9158106" y="995552"/>
            <a:ext cx="1318260" cy="523875"/>
          </a:xfrm>
          <a:custGeom>
            <a:avLst/>
            <a:gdLst/>
            <a:ahLst/>
            <a:cxnLst/>
            <a:rect l="l" t="t" r="r" b="b"/>
            <a:pathLst>
              <a:path w="1318259" h="523875">
                <a:moveTo>
                  <a:pt x="1054455" y="25"/>
                </a:moveTo>
                <a:lnTo>
                  <a:pt x="0" y="0"/>
                </a:lnTo>
                <a:lnTo>
                  <a:pt x="0" y="131114"/>
                </a:lnTo>
                <a:lnTo>
                  <a:pt x="263436" y="263524"/>
                </a:lnTo>
                <a:lnTo>
                  <a:pt x="263436" y="523493"/>
                </a:lnTo>
                <a:lnTo>
                  <a:pt x="1317891" y="523506"/>
                </a:lnTo>
                <a:lnTo>
                  <a:pt x="1317891" y="392391"/>
                </a:lnTo>
                <a:lnTo>
                  <a:pt x="1054455" y="259981"/>
                </a:lnTo>
                <a:lnTo>
                  <a:pt x="1054455" y="25"/>
                </a:lnTo>
                <a:close/>
              </a:path>
            </a:pathLst>
          </a:custGeom>
          <a:solidFill>
            <a:srgbClr val="D6E5F5"/>
          </a:solidFill>
        </p:spPr>
        <p:txBody>
          <a:bodyPr wrap="square" lIns="0" tIns="0" rIns="0" bIns="0" rtlCol="0"/>
          <a:lstStyle/>
          <a:p>
            <a:endParaRPr>
              <a:latin typeface="Zanjabeel" pitchFamily="50" charset="-78"/>
              <a:cs typeface="Zanjabeel" pitchFamily="50" charset="-78"/>
            </a:endParaRPr>
          </a:p>
        </p:txBody>
      </p:sp>
      <p:sp>
        <p:nvSpPr>
          <p:cNvPr id="7" name="object 7" descr="$PPTXTitle"/>
          <p:cNvSpPr txBox="1">
            <a:spLocks noGrp="1"/>
          </p:cNvSpPr>
          <p:nvPr>
            <p:ph type="title"/>
          </p:nvPr>
        </p:nvSpPr>
        <p:spPr>
          <a:xfrm>
            <a:off x="5278835" y="1060687"/>
            <a:ext cx="5190274" cy="401392"/>
          </a:xfrm>
          <a:prstGeom prst="rect">
            <a:avLst/>
          </a:prstGeom>
        </p:spPr>
        <p:txBody>
          <a:bodyPr vert="horz" wrap="square" lIns="0" tIns="16510" rIns="0" bIns="0" rtlCol="0">
            <a:spAutoFit/>
          </a:bodyPr>
          <a:lstStyle/>
          <a:p>
            <a:pPr rtl="1"/>
            <a:r>
              <a:rPr lang="ar-SA" sz="2500" dirty="0">
                <a:solidFill>
                  <a:schemeClr val="tx1"/>
                </a:solidFill>
                <a:latin typeface="Zanjabeel" pitchFamily="50" charset="-78"/>
                <a:cs typeface="Zanjabeel" pitchFamily="50" charset="-78"/>
              </a:rPr>
              <a:t>السياق والتحديات التي نعالجها</a:t>
            </a:r>
            <a:endParaRPr sz="2500" dirty="0">
              <a:solidFill>
                <a:schemeClr val="tx1"/>
              </a:solidFill>
              <a:latin typeface="Zanjabeel" pitchFamily="50" charset="-78"/>
              <a:cs typeface="Zanjabeel" pitchFamily="50" charset="-78"/>
            </a:endParaRPr>
          </a:p>
        </p:txBody>
      </p:sp>
      <p:sp>
        <p:nvSpPr>
          <p:cNvPr id="8" name="object 8"/>
          <p:cNvSpPr txBox="1"/>
          <p:nvPr/>
        </p:nvSpPr>
        <p:spPr>
          <a:xfrm>
            <a:off x="6326666" y="1651005"/>
            <a:ext cx="4170045" cy="520655"/>
          </a:xfrm>
          <a:prstGeom prst="rect">
            <a:avLst/>
          </a:prstGeom>
        </p:spPr>
        <p:txBody>
          <a:bodyPr vert="horz" wrap="square" lIns="0" tIns="12700" rIns="0" bIns="0" rtlCol="0">
            <a:spAutoFit/>
          </a:bodyPr>
          <a:lstStyle/>
          <a:p>
            <a:pPr rtl="1"/>
            <a:r>
              <a:rPr lang="ar-SA" sz="1100" dirty="0">
                <a:latin typeface="Zanjabeel Thin" pitchFamily="50" charset="-78"/>
                <a:cs typeface="Zanjabeel Thin" pitchFamily="50" charset="-78"/>
              </a:rPr>
              <a:t>تواجه الجهات اليوم مجموعة من التحديات المؤسسية والقيادية المعقّدة، التي تؤثر على قدرتها على تحقيق أهدافها ومواكبة المتغيرات، ومن أبرزها:</a:t>
            </a:r>
            <a:endParaRPr lang="ar-SA" sz="1100" b="0" dirty="0">
              <a:effectLst/>
              <a:latin typeface="Zanjabeel Thin" pitchFamily="50" charset="-78"/>
              <a:cs typeface="Zanjabeel Thin" pitchFamily="50" charset="-78"/>
            </a:endParaRPr>
          </a:p>
        </p:txBody>
      </p:sp>
      <p:sp>
        <p:nvSpPr>
          <p:cNvPr id="9" name="object 9"/>
          <p:cNvSpPr txBox="1"/>
          <p:nvPr/>
        </p:nvSpPr>
        <p:spPr>
          <a:xfrm>
            <a:off x="6043393" y="2467117"/>
            <a:ext cx="4170045" cy="351378"/>
          </a:xfrm>
          <a:prstGeom prst="rect">
            <a:avLst/>
          </a:prstGeom>
        </p:spPr>
        <p:txBody>
          <a:bodyPr vert="horz" wrap="square" lIns="0" tIns="12700" rIns="0" bIns="0" rtlCol="0">
            <a:spAutoFit/>
          </a:bodyPr>
          <a:lstStyle/>
          <a:p>
            <a:pPr rtl="1" fontAlgn="base"/>
            <a:r>
              <a:rPr lang="ar-SA" sz="1100" b="1" dirty="0">
                <a:latin typeface="Zanjabeel" pitchFamily="50" charset="-78"/>
                <a:cs typeface="Zanjabeel" pitchFamily="50" charset="-78"/>
              </a:rPr>
              <a:t>غياب</a:t>
            </a:r>
            <a:r>
              <a:rPr lang="ar-SA" sz="1100" dirty="0">
                <a:latin typeface="Zanjabeel" pitchFamily="50" charset="-78"/>
                <a:cs typeface="Zanjabeel" pitchFamily="50" charset="-78"/>
              </a:rPr>
              <a:t> الوضوح الاستراتيجي أو ضعف ترجمة الاستراتيجية إلى مبادرات وتنفيذ فعلي.</a:t>
            </a:r>
          </a:p>
        </p:txBody>
      </p:sp>
      <p:grpSp>
        <p:nvGrpSpPr>
          <p:cNvPr id="15" name="object 15"/>
          <p:cNvGrpSpPr/>
          <p:nvPr/>
        </p:nvGrpSpPr>
        <p:grpSpPr>
          <a:xfrm>
            <a:off x="1310397" y="5353725"/>
            <a:ext cx="3982085" cy="1130300"/>
            <a:chOff x="1310397" y="5353725"/>
            <a:chExt cx="3982085" cy="1130300"/>
          </a:xfrm>
        </p:grpSpPr>
        <p:sp>
          <p:nvSpPr>
            <p:cNvPr id="16" name="object 16"/>
            <p:cNvSpPr/>
            <p:nvPr/>
          </p:nvSpPr>
          <p:spPr>
            <a:xfrm>
              <a:off x="1310397" y="5353725"/>
              <a:ext cx="3982085" cy="1130300"/>
            </a:xfrm>
            <a:custGeom>
              <a:avLst/>
              <a:gdLst/>
              <a:ahLst/>
              <a:cxnLst/>
              <a:rect l="l" t="t" r="r" b="b"/>
              <a:pathLst>
                <a:path w="3982085" h="1130300">
                  <a:moveTo>
                    <a:pt x="3981602" y="63"/>
                  </a:moveTo>
                  <a:lnTo>
                    <a:pt x="0" y="0"/>
                  </a:lnTo>
                  <a:lnTo>
                    <a:pt x="0" y="495058"/>
                  </a:lnTo>
                  <a:lnTo>
                    <a:pt x="698207" y="1129880"/>
                  </a:lnTo>
                  <a:lnTo>
                    <a:pt x="3981602" y="1129880"/>
                  </a:lnTo>
                  <a:lnTo>
                    <a:pt x="3981602" y="63"/>
                  </a:lnTo>
                  <a:close/>
                </a:path>
              </a:pathLst>
            </a:custGeom>
            <a:solidFill>
              <a:srgbClr val="05123B"/>
            </a:solidFill>
          </p:spPr>
          <p:txBody>
            <a:bodyPr wrap="square" lIns="0" tIns="0" rIns="0" bIns="0" rtlCol="0"/>
            <a:lstStyle/>
            <a:p>
              <a:endParaRPr sz="1100"/>
            </a:p>
          </p:txBody>
        </p:sp>
        <p:sp>
          <p:nvSpPr>
            <p:cNvPr id="17" name="object 17"/>
            <p:cNvSpPr/>
            <p:nvPr/>
          </p:nvSpPr>
          <p:spPr>
            <a:xfrm>
              <a:off x="5129999" y="5562002"/>
              <a:ext cx="40005" cy="706120"/>
            </a:xfrm>
            <a:custGeom>
              <a:avLst/>
              <a:gdLst/>
              <a:ahLst/>
              <a:cxnLst/>
              <a:rect l="l" t="t" r="r" b="b"/>
              <a:pathLst>
                <a:path w="40004" h="706120">
                  <a:moveTo>
                    <a:pt x="39598" y="0"/>
                  </a:moveTo>
                  <a:lnTo>
                    <a:pt x="0" y="0"/>
                  </a:lnTo>
                  <a:lnTo>
                    <a:pt x="0" y="705904"/>
                  </a:lnTo>
                  <a:lnTo>
                    <a:pt x="39598" y="705904"/>
                  </a:lnTo>
                  <a:lnTo>
                    <a:pt x="39598" y="0"/>
                  </a:lnTo>
                  <a:close/>
                </a:path>
              </a:pathLst>
            </a:custGeom>
            <a:solidFill>
              <a:srgbClr val="D6E5F5"/>
            </a:solidFill>
          </p:spPr>
          <p:txBody>
            <a:bodyPr wrap="square" lIns="0" tIns="0" rIns="0" bIns="0" rtlCol="0"/>
            <a:lstStyle/>
            <a:p>
              <a:endParaRPr sz="1100"/>
            </a:p>
          </p:txBody>
        </p:sp>
      </p:grpSp>
      <p:sp>
        <p:nvSpPr>
          <p:cNvPr id="25" name="object 25"/>
          <p:cNvSpPr/>
          <p:nvPr/>
        </p:nvSpPr>
        <p:spPr>
          <a:xfrm>
            <a:off x="10346079" y="2621683"/>
            <a:ext cx="72390" cy="73025"/>
          </a:xfrm>
          <a:custGeom>
            <a:avLst/>
            <a:gdLst/>
            <a:ahLst/>
            <a:cxnLst/>
            <a:rect l="l" t="t" r="r" b="b"/>
            <a:pathLst>
              <a:path w="72390" h="73025">
                <a:moveTo>
                  <a:pt x="36080" y="0"/>
                </a:moveTo>
                <a:lnTo>
                  <a:pt x="0" y="0"/>
                </a:lnTo>
                <a:lnTo>
                  <a:pt x="0" y="72542"/>
                </a:lnTo>
                <a:lnTo>
                  <a:pt x="72326" y="72542"/>
                </a:lnTo>
                <a:lnTo>
                  <a:pt x="36080" y="0"/>
                </a:lnTo>
                <a:close/>
              </a:path>
            </a:pathLst>
          </a:custGeom>
          <a:solidFill>
            <a:srgbClr val="121230"/>
          </a:solidFill>
        </p:spPr>
        <p:txBody>
          <a:bodyPr wrap="square" lIns="0" tIns="0" rIns="0" bIns="0" rtlCol="0"/>
          <a:lstStyle/>
          <a:p>
            <a:endParaRPr sz="1100">
              <a:latin typeface="Zanjabeel" pitchFamily="50" charset="-78"/>
              <a:cs typeface="Zanjabeel" pitchFamily="50" charset="-78"/>
            </a:endParaRPr>
          </a:p>
        </p:txBody>
      </p:sp>
      <p:sp>
        <p:nvSpPr>
          <p:cNvPr id="26" name="object 26"/>
          <p:cNvSpPr/>
          <p:nvPr/>
        </p:nvSpPr>
        <p:spPr>
          <a:xfrm>
            <a:off x="10346079" y="4651444"/>
            <a:ext cx="72390" cy="73025"/>
          </a:xfrm>
          <a:custGeom>
            <a:avLst/>
            <a:gdLst/>
            <a:ahLst/>
            <a:cxnLst/>
            <a:rect l="l" t="t" r="r" b="b"/>
            <a:pathLst>
              <a:path w="72390" h="73025">
                <a:moveTo>
                  <a:pt x="36080" y="0"/>
                </a:moveTo>
                <a:lnTo>
                  <a:pt x="0" y="0"/>
                </a:lnTo>
                <a:lnTo>
                  <a:pt x="0" y="72542"/>
                </a:lnTo>
                <a:lnTo>
                  <a:pt x="72326" y="72542"/>
                </a:lnTo>
                <a:lnTo>
                  <a:pt x="36080" y="0"/>
                </a:lnTo>
                <a:close/>
              </a:path>
            </a:pathLst>
          </a:custGeom>
          <a:solidFill>
            <a:srgbClr val="121230"/>
          </a:solidFill>
        </p:spPr>
        <p:txBody>
          <a:bodyPr wrap="square" lIns="0" tIns="0" rIns="0" bIns="0" rtlCol="0"/>
          <a:lstStyle/>
          <a:p>
            <a:endParaRPr sz="1100">
              <a:latin typeface="Zanjabeel" pitchFamily="50" charset="-78"/>
              <a:cs typeface="Zanjabeel" pitchFamily="50" charset="-78"/>
            </a:endParaRPr>
          </a:p>
        </p:txBody>
      </p:sp>
      <p:sp>
        <p:nvSpPr>
          <p:cNvPr id="27" name="object 27"/>
          <p:cNvSpPr/>
          <p:nvPr/>
        </p:nvSpPr>
        <p:spPr>
          <a:xfrm>
            <a:off x="10346079" y="3650383"/>
            <a:ext cx="72390" cy="73025"/>
          </a:xfrm>
          <a:custGeom>
            <a:avLst/>
            <a:gdLst/>
            <a:ahLst/>
            <a:cxnLst/>
            <a:rect l="l" t="t" r="r" b="b"/>
            <a:pathLst>
              <a:path w="72390" h="73025">
                <a:moveTo>
                  <a:pt x="36080" y="0"/>
                </a:moveTo>
                <a:lnTo>
                  <a:pt x="0" y="0"/>
                </a:lnTo>
                <a:lnTo>
                  <a:pt x="0" y="72542"/>
                </a:lnTo>
                <a:lnTo>
                  <a:pt x="72326" y="72542"/>
                </a:lnTo>
                <a:lnTo>
                  <a:pt x="36080" y="0"/>
                </a:lnTo>
                <a:close/>
              </a:path>
            </a:pathLst>
          </a:custGeom>
          <a:solidFill>
            <a:srgbClr val="121230"/>
          </a:solidFill>
        </p:spPr>
        <p:txBody>
          <a:bodyPr wrap="square" lIns="0" tIns="0" rIns="0" bIns="0" rtlCol="0"/>
          <a:lstStyle/>
          <a:p>
            <a:endParaRPr sz="1100">
              <a:latin typeface="Zanjabeel" pitchFamily="50" charset="-78"/>
              <a:cs typeface="Zanjabeel" pitchFamily="50" charset="-78"/>
            </a:endParaRPr>
          </a:p>
        </p:txBody>
      </p:sp>
      <p:sp>
        <p:nvSpPr>
          <p:cNvPr id="28" name="object 28"/>
          <p:cNvSpPr/>
          <p:nvPr/>
        </p:nvSpPr>
        <p:spPr>
          <a:xfrm>
            <a:off x="10346079" y="5680144"/>
            <a:ext cx="72390" cy="73025"/>
          </a:xfrm>
          <a:custGeom>
            <a:avLst/>
            <a:gdLst/>
            <a:ahLst/>
            <a:cxnLst/>
            <a:rect l="l" t="t" r="r" b="b"/>
            <a:pathLst>
              <a:path w="72390" h="73025">
                <a:moveTo>
                  <a:pt x="36080" y="0"/>
                </a:moveTo>
                <a:lnTo>
                  <a:pt x="0" y="0"/>
                </a:lnTo>
                <a:lnTo>
                  <a:pt x="0" y="72542"/>
                </a:lnTo>
                <a:lnTo>
                  <a:pt x="72326" y="72542"/>
                </a:lnTo>
                <a:lnTo>
                  <a:pt x="36080" y="0"/>
                </a:lnTo>
                <a:close/>
              </a:path>
            </a:pathLst>
          </a:custGeom>
          <a:solidFill>
            <a:srgbClr val="121230"/>
          </a:solidFill>
        </p:spPr>
        <p:txBody>
          <a:bodyPr wrap="square" lIns="0" tIns="0" rIns="0" bIns="0" rtlCol="0"/>
          <a:lstStyle/>
          <a:p>
            <a:endParaRPr sz="1100">
              <a:latin typeface="Zanjabeel" pitchFamily="50" charset="-78"/>
              <a:cs typeface="Zanjabeel" pitchFamily="50" charset="-78"/>
            </a:endParaRPr>
          </a:p>
        </p:txBody>
      </p:sp>
      <p:sp>
        <p:nvSpPr>
          <p:cNvPr id="29" name="object 29"/>
          <p:cNvSpPr/>
          <p:nvPr/>
        </p:nvSpPr>
        <p:spPr>
          <a:xfrm>
            <a:off x="10346079" y="3127866"/>
            <a:ext cx="72390" cy="73025"/>
          </a:xfrm>
          <a:custGeom>
            <a:avLst/>
            <a:gdLst/>
            <a:ahLst/>
            <a:cxnLst/>
            <a:rect l="l" t="t" r="r" b="b"/>
            <a:pathLst>
              <a:path w="72390" h="73025">
                <a:moveTo>
                  <a:pt x="36080" y="0"/>
                </a:moveTo>
                <a:lnTo>
                  <a:pt x="0" y="0"/>
                </a:lnTo>
                <a:lnTo>
                  <a:pt x="0" y="72542"/>
                </a:lnTo>
                <a:lnTo>
                  <a:pt x="72326" y="72542"/>
                </a:lnTo>
                <a:lnTo>
                  <a:pt x="36080" y="0"/>
                </a:lnTo>
                <a:close/>
              </a:path>
            </a:pathLst>
          </a:custGeom>
          <a:solidFill>
            <a:srgbClr val="121230"/>
          </a:solidFill>
        </p:spPr>
        <p:txBody>
          <a:bodyPr wrap="square" lIns="0" tIns="0" rIns="0" bIns="0" rtlCol="0"/>
          <a:lstStyle/>
          <a:p>
            <a:endParaRPr sz="1100">
              <a:latin typeface="Zanjabeel" pitchFamily="50" charset="-78"/>
              <a:cs typeface="Zanjabeel" pitchFamily="50" charset="-78"/>
            </a:endParaRPr>
          </a:p>
        </p:txBody>
      </p:sp>
      <p:sp>
        <p:nvSpPr>
          <p:cNvPr id="30" name="object 30"/>
          <p:cNvSpPr/>
          <p:nvPr/>
        </p:nvSpPr>
        <p:spPr>
          <a:xfrm>
            <a:off x="10346079" y="5157621"/>
            <a:ext cx="72390" cy="73025"/>
          </a:xfrm>
          <a:custGeom>
            <a:avLst/>
            <a:gdLst/>
            <a:ahLst/>
            <a:cxnLst/>
            <a:rect l="l" t="t" r="r" b="b"/>
            <a:pathLst>
              <a:path w="72390" h="73025">
                <a:moveTo>
                  <a:pt x="36080" y="0"/>
                </a:moveTo>
                <a:lnTo>
                  <a:pt x="0" y="0"/>
                </a:lnTo>
                <a:lnTo>
                  <a:pt x="0" y="72542"/>
                </a:lnTo>
                <a:lnTo>
                  <a:pt x="72326" y="72542"/>
                </a:lnTo>
                <a:lnTo>
                  <a:pt x="36080" y="0"/>
                </a:lnTo>
                <a:close/>
              </a:path>
            </a:pathLst>
          </a:custGeom>
          <a:solidFill>
            <a:srgbClr val="121230"/>
          </a:solidFill>
        </p:spPr>
        <p:txBody>
          <a:bodyPr wrap="square" lIns="0" tIns="0" rIns="0" bIns="0" rtlCol="0"/>
          <a:lstStyle/>
          <a:p>
            <a:endParaRPr sz="1100">
              <a:latin typeface="Zanjabeel" pitchFamily="50" charset="-78"/>
              <a:cs typeface="Zanjabeel" pitchFamily="50" charset="-78"/>
            </a:endParaRPr>
          </a:p>
        </p:txBody>
      </p:sp>
      <p:sp>
        <p:nvSpPr>
          <p:cNvPr id="31" name="object 31"/>
          <p:cNvSpPr/>
          <p:nvPr/>
        </p:nvSpPr>
        <p:spPr>
          <a:xfrm>
            <a:off x="10346079" y="4156566"/>
            <a:ext cx="72390" cy="73025"/>
          </a:xfrm>
          <a:custGeom>
            <a:avLst/>
            <a:gdLst/>
            <a:ahLst/>
            <a:cxnLst/>
            <a:rect l="l" t="t" r="r" b="b"/>
            <a:pathLst>
              <a:path w="72390" h="73025">
                <a:moveTo>
                  <a:pt x="36080" y="0"/>
                </a:moveTo>
                <a:lnTo>
                  <a:pt x="0" y="0"/>
                </a:lnTo>
                <a:lnTo>
                  <a:pt x="0" y="72542"/>
                </a:lnTo>
                <a:lnTo>
                  <a:pt x="72326" y="72542"/>
                </a:lnTo>
                <a:lnTo>
                  <a:pt x="36080" y="0"/>
                </a:lnTo>
                <a:close/>
              </a:path>
            </a:pathLst>
          </a:custGeom>
          <a:solidFill>
            <a:srgbClr val="121230"/>
          </a:solidFill>
        </p:spPr>
        <p:txBody>
          <a:bodyPr wrap="square" lIns="0" tIns="0" rIns="0" bIns="0" rtlCol="0"/>
          <a:lstStyle/>
          <a:p>
            <a:endParaRPr sz="1100">
              <a:latin typeface="Zanjabeel" pitchFamily="50" charset="-78"/>
              <a:cs typeface="Zanjabeel" pitchFamily="50" charset="-78"/>
            </a:endParaRPr>
          </a:p>
        </p:txBody>
      </p:sp>
      <p:sp>
        <p:nvSpPr>
          <p:cNvPr id="32" name="object 32"/>
          <p:cNvSpPr/>
          <p:nvPr/>
        </p:nvSpPr>
        <p:spPr>
          <a:xfrm>
            <a:off x="10346079" y="6186321"/>
            <a:ext cx="72390" cy="73025"/>
          </a:xfrm>
          <a:custGeom>
            <a:avLst/>
            <a:gdLst/>
            <a:ahLst/>
            <a:cxnLst/>
            <a:rect l="l" t="t" r="r" b="b"/>
            <a:pathLst>
              <a:path w="72390" h="73025">
                <a:moveTo>
                  <a:pt x="36080" y="0"/>
                </a:moveTo>
                <a:lnTo>
                  <a:pt x="0" y="0"/>
                </a:lnTo>
                <a:lnTo>
                  <a:pt x="0" y="72542"/>
                </a:lnTo>
                <a:lnTo>
                  <a:pt x="72326" y="72542"/>
                </a:lnTo>
                <a:lnTo>
                  <a:pt x="36080" y="0"/>
                </a:lnTo>
                <a:close/>
              </a:path>
            </a:pathLst>
          </a:custGeom>
          <a:solidFill>
            <a:srgbClr val="121230"/>
          </a:solidFill>
        </p:spPr>
        <p:txBody>
          <a:bodyPr wrap="square" lIns="0" tIns="0" rIns="0" bIns="0" rtlCol="0"/>
          <a:lstStyle/>
          <a:p>
            <a:endParaRPr sz="1100">
              <a:latin typeface="Zanjabeel" pitchFamily="50" charset="-78"/>
              <a:cs typeface="Zanjabeel" pitchFamily="50" charset="-78"/>
            </a:endParaRPr>
          </a:p>
        </p:txBody>
      </p:sp>
      <p:sp>
        <p:nvSpPr>
          <p:cNvPr id="34" name="object 34"/>
          <p:cNvSpPr txBox="1">
            <a:spLocks noGrp="1"/>
          </p:cNvSpPr>
          <p:nvPr>
            <p:ph type="sldNum" sz="quarter" idx="7"/>
          </p:nvPr>
        </p:nvSpPr>
        <p:spPr>
          <a:prstGeom prst="rect">
            <a:avLst/>
          </a:prstGeom>
        </p:spPr>
        <p:txBody>
          <a:bodyPr vert="horz" wrap="square" lIns="0" tIns="8255" rIns="0" bIns="0" rtlCol="0">
            <a:spAutoFit/>
          </a:bodyPr>
          <a:lstStyle/>
          <a:p>
            <a:pPr marL="69215">
              <a:lnSpc>
                <a:spcPct val="100000"/>
              </a:lnSpc>
              <a:spcBef>
                <a:spcPts val="65"/>
              </a:spcBef>
            </a:pPr>
            <a:fld id="{81D60167-4931-47E6-BA6A-407CBD079E47}" type="slidenum">
              <a:rPr spc="-50" dirty="0"/>
              <a:t>6</a:t>
            </a:fld>
            <a:endParaRPr spc="-50" dirty="0"/>
          </a:p>
        </p:txBody>
      </p:sp>
      <p:sp>
        <p:nvSpPr>
          <p:cNvPr id="35" name="object 9">
            <a:extLst>
              <a:ext uri="{FF2B5EF4-FFF2-40B4-BE49-F238E27FC236}">
                <a16:creationId xmlns:a16="http://schemas.microsoft.com/office/drawing/2014/main" id="{932F9EBA-92ED-16A4-4E00-D6EF802CDE58}"/>
              </a:ext>
            </a:extLst>
          </p:cNvPr>
          <p:cNvSpPr txBox="1"/>
          <p:nvPr/>
        </p:nvSpPr>
        <p:spPr>
          <a:xfrm>
            <a:off x="6326666" y="2973300"/>
            <a:ext cx="3883597" cy="351378"/>
          </a:xfrm>
          <a:prstGeom prst="rect">
            <a:avLst/>
          </a:prstGeom>
        </p:spPr>
        <p:txBody>
          <a:bodyPr vert="horz" wrap="square" lIns="0" tIns="12700" rIns="0" bIns="0" rtlCol="0">
            <a:spAutoFit/>
          </a:bodyPr>
          <a:lstStyle/>
          <a:p>
            <a:pPr rtl="1" fontAlgn="base"/>
            <a:r>
              <a:rPr lang="ar-SA" sz="1100" b="1" dirty="0">
                <a:latin typeface="Zanjabeel" pitchFamily="50" charset="-78"/>
                <a:cs typeface="Zanjabeel" pitchFamily="50" charset="-78"/>
              </a:rPr>
              <a:t>محدودية</a:t>
            </a:r>
            <a:r>
              <a:rPr lang="ar-SA" sz="1100" dirty="0">
                <a:latin typeface="Zanjabeel" pitchFamily="50" charset="-78"/>
                <a:cs typeface="Zanjabeel" pitchFamily="50" charset="-78"/>
              </a:rPr>
              <a:t> نضج النماذج التنظيمية، وتداخل الأدوار والصلاحيات، وضعف التكامل بين الوحدات.</a:t>
            </a:r>
          </a:p>
        </p:txBody>
      </p:sp>
      <p:sp>
        <p:nvSpPr>
          <p:cNvPr id="36" name="object 9">
            <a:extLst>
              <a:ext uri="{FF2B5EF4-FFF2-40B4-BE49-F238E27FC236}">
                <a16:creationId xmlns:a16="http://schemas.microsoft.com/office/drawing/2014/main" id="{AFFE1F83-8CD5-4B63-EA86-006FED9BD622}"/>
              </a:ext>
            </a:extLst>
          </p:cNvPr>
          <p:cNvSpPr txBox="1"/>
          <p:nvPr/>
        </p:nvSpPr>
        <p:spPr>
          <a:xfrm>
            <a:off x="6261100" y="3495817"/>
            <a:ext cx="3992785" cy="351378"/>
          </a:xfrm>
          <a:prstGeom prst="rect">
            <a:avLst/>
          </a:prstGeom>
        </p:spPr>
        <p:txBody>
          <a:bodyPr vert="horz" wrap="square" lIns="0" tIns="12700" rIns="0" bIns="0" rtlCol="0">
            <a:spAutoFit/>
          </a:bodyPr>
          <a:lstStyle/>
          <a:p>
            <a:pPr rtl="1" fontAlgn="base"/>
            <a:r>
              <a:rPr lang="ar-SA" sz="1100" b="1" dirty="0">
                <a:latin typeface="Zanjabeel" pitchFamily="50" charset="-78"/>
                <a:cs typeface="Zanjabeel" pitchFamily="50" charset="-78"/>
              </a:rPr>
              <a:t>انخفاض</a:t>
            </a:r>
            <a:r>
              <a:rPr lang="ar-SA" sz="1100" dirty="0">
                <a:latin typeface="Zanjabeel" pitchFamily="50" charset="-78"/>
                <a:cs typeface="Zanjabeel" pitchFamily="50" charset="-78"/>
              </a:rPr>
              <a:t> كفاءة العمليات وتعقيد الإجراءات، بما ينعكس على الأداء والإنتاجية.</a:t>
            </a:r>
          </a:p>
        </p:txBody>
      </p:sp>
      <p:sp>
        <p:nvSpPr>
          <p:cNvPr id="37" name="object 9">
            <a:extLst>
              <a:ext uri="{FF2B5EF4-FFF2-40B4-BE49-F238E27FC236}">
                <a16:creationId xmlns:a16="http://schemas.microsoft.com/office/drawing/2014/main" id="{2977C2A0-5E6B-D0EA-8C4A-50749F7F6981}"/>
              </a:ext>
            </a:extLst>
          </p:cNvPr>
          <p:cNvSpPr txBox="1"/>
          <p:nvPr/>
        </p:nvSpPr>
        <p:spPr>
          <a:xfrm>
            <a:off x="6184900" y="4002000"/>
            <a:ext cx="4068985" cy="351378"/>
          </a:xfrm>
          <a:prstGeom prst="rect">
            <a:avLst/>
          </a:prstGeom>
        </p:spPr>
        <p:txBody>
          <a:bodyPr vert="horz" wrap="square" lIns="0" tIns="12700" rIns="0" bIns="0" rtlCol="0">
            <a:spAutoFit/>
          </a:bodyPr>
          <a:lstStyle/>
          <a:p>
            <a:pPr rtl="1" fontAlgn="base"/>
            <a:r>
              <a:rPr lang="ar-SA" sz="1100" b="1" dirty="0">
                <a:latin typeface="Zanjabeel" pitchFamily="50" charset="-78"/>
                <a:cs typeface="Zanjabeel" pitchFamily="50" charset="-78"/>
              </a:rPr>
              <a:t>مواءمة</a:t>
            </a:r>
            <a:r>
              <a:rPr lang="ar-SA" sz="1100" dirty="0">
                <a:latin typeface="Zanjabeel" pitchFamily="50" charset="-78"/>
                <a:cs typeface="Zanjabeel" pitchFamily="50" charset="-78"/>
              </a:rPr>
              <a:t> الثقافة التنظيمية مع مستهدفات الأداء، وتعزيز بيئة عمل محفزة تدعم الانتماء المؤسسي.</a:t>
            </a:r>
          </a:p>
        </p:txBody>
      </p:sp>
      <p:sp>
        <p:nvSpPr>
          <p:cNvPr id="38" name="object 9">
            <a:extLst>
              <a:ext uri="{FF2B5EF4-FFF2-40B4-BE49-F238E27FC236}">
                <a16:creationId xmlns:a16="http://schemas.microsoft.com/office/drawing/2014/main" id="{05C316E8-8122-DFD5-32A6-99AE49857349}"/>
              </a:ext>
            </a:extLst>
          </p:cNvPr>
          <p:cNvSpPr txBox="1"/>
          <p:nvPr/>
        </p:nvSpPr>
        <p:spPr>
          <a:xfrm>
            <a:off x="6184900" y="4496878"/>
            <a:ext cx="4068985" cy="351378"/>
          </a:xfrm>
          <a:prstGeom prst="rect">
            <a:avLst/>
          </a:prstGeom>
        </p:spPr>
        <p:txBody>
          <a:bodyPr vert="horz" wrap="square" lIns="0" tIns="12700" rIns="0" bIns="0" rtlCol="0">
            <a:spAutoFit/>
          </a:bodyPr>
          <a:lstStyle/>
          <a:p>
            <a:pPr rtl="1" fontAlgn="base"/>
            <a:r>
              <a:rPr lang="ar-SA" sz="1100" b="1" dirty="0">
                <a:latin typeface="Zanjabeel" pitchFamily="50" charset="-78"/>
                <a:cs typeface="Zanjabeel" pitchFamily="50" charset="-78"/>
              </a:rPr>
              <a:t>الحاجة</a:t>
            </a:r>
            <a:r>
              <a:rPr lang="ar-SA" sz="1100" dirty="0">
                <a:latin typeface="Zanjabeel" pitchFamily="50" charset="-78"/>
                <a:cs typeface="Zanjabeel" pitchFamily="50" charset="-78"/>
              </a:rPr>
              <a:t> إلى أطر حوكمة أكثر فاعلية تعزز الامتثال، والجودة، والتميّز المؤسسي.</a:t>
            </a:r>
          </a:p>
        </p:txBody>
      </p:sp>
      <p:sp>
        <p:nvSpPr>
          <p:cNvPr id="39" name="object 9">
            <a:extLst>
              <a:ext uri="{FF2B5EF4-FFF2-40B4-BE49-F238E27FC236}">
                <a16:creationId xmlns:a16="http://schemas.microsoft.com/office/drawing/2014/main" id="{CFD80B3A-AE59-07DC-CF24-C7B4FC1EAFD4}"/>
              </a:ext>
            </a:extLst>
          </p:cNvPr>
          <p:cNvSpPr txBox="1"/>
          <p:nvPr/>
        </p:nvSpPr>
        <p:spPr>
          <a:xfrm>
            <a:off x="6592475" y="5003055"/>
            <a:ext cx="3661410" cy="351378"/>
          </a:xfrm>
          <a:prstGeom prst="rect">
            <a:avLst/>
          </a:prstGeom>
        </p:spPr>
        <p:txBody>
          <a:bodyPr vert="horz" wrap="square" lIns="0" tIns="12700" rIns="0" bIns="0" rtlCol="0">
            <a:spAutoFit/>
          </a:bodyPr>
          <a:lstStyle/>
          <a:p>
            <a:pPr rtl="1" fontAlgn="base"/>
            <a:r>
              <a:rPr lang="ar-SA" sz="1100" b="1" dirty="0">
                <a:latin typeface="Zanjabeel" pitchFamily="50" charset="-78"/>
                <a:cs typeface="Zanjabeel" pitchFamily="50" charset="-78"/>
              </a:rPr>
              <a:t>تطوير</a:t>
            </a:r>
            <a:r>
              <a:rPr lang="ar-SA" sz="1100" dirty="0">
                <a:latin typeface="Zanjabeel" pitchFamily="50" charset="-78"/>
                <a:cs typeface="Zanjabeel" pitchFamily="50" charset="-78"/>
              </a:rPr>
              <a:t> القدرات القيادية لقيادة التغيير بكفاءة في بيئات متسارعة.</a:t>
            </a:r>
          </a:p>
        </p:txBody>
      </p:sp>
      <p:sp>
        <p:nvSpPr>
          <p:cNvPr id="40" name="object 9">
            <a:extLst>
              <a:ext uri="{FF2B5EF4-FFF2-40B4-BE49-F238E27FC236}">
                <a16:creationId xmlns:a16="http://schemas.microsoft.com/office/drawing/2014/main" id="{C84C7E42-770C-3B32-F17C-E87E3D2D5CFA}"/>
              </a:ext>
            </a:extLst>
          </p:cNvPr>
          <p:cNvSpPr txBox="1"/>
          <p:nvPr/>
        </p:nvSpPr>
        <p:spPr>
          <a:xfrm>
            <a:off x="6261100" y="5525578"/>
            <a:ext cx="4006292" cy="351378"/>
          </a:xfrm>
          <a:prstGeom prst="rect">
            <a:avLst/>
          </a:prstGeom>
        </p:spPr>
        <p:txBody>
          <a:bodyPr vert="horz" wrap="square" lIns="0" tIns="12700" rIns="0" bIns="0" rtlCol="0">
            <a:spAutoFit/>
          </a:bodyPr>
          <a:lstStyle/>
          <a:p>
            <a:pPr rtl="1" fontAlgn="base"/>
            <a:r>
              <a:rPr lang="ar-SA" sz="1100" b="1" dirty="0">
                <a:latin typeface="Zanjabeel" pitchFamily="50" charset="-78"/>
                <a:cs typeface="Zanjabeel" pitchFamily="50" charset="-78"/>
              </a:rPr>
              <a:t>ضعف</a:t>
            </a:r>
            <a:r>
              <a:rPr lang="ar-SA" sz="1100" dirty="0">
                <a:latin typeface="Zanjabeel" pitchFamily="50" charset="-78"/>
                <a:cs typeface="Zanjabeel" pitchFamily="50" charset="-78"/>
              </a:rPr>
              <a:t> استثمار الحلول الحديثة والتقنيات المتقدمة في تطوير القيادة وبناء القدرات.</a:t>
            </a:r>
          </a:p>
        </p:txBody>
      </p:sp>
      <p:sp>
        <p:nvSpPr>
          <p:cNvPr id="41" name="object 9">
            <a:extLst>
              <a:ext uri="{FF2B5EF4-FFF2-40B4-BE49-F238E27FC236}">
                <a16:creationId xmlns:a16="http://schemas.microsoft.com/office/drawing/2014/main" id="{1775E845-A748-9AA2-F120-A3E6BC3826E9}"/>
              </a:ext>
            </a:extLst>
          </p:cNvPr>
          <p:cNvSpPr txBox="1"/>
          <p:nvPr/>
        </p:nvSpPr>
        <p:spPr>
          <a:xfrm>
            <a:off x="6592475" y="6131782"/>
            <a:ext cx="3661410" cy="182101"/>
          </a:xfrm>
          <a:prstGeom prst="rect">
            <a:avLst/>
          </a:prstGeom>
        </p:spPr>
        <p:txBody>
          <a:bodyPr vert="horz" wrap="square" lIns="0" tIns="12700" rIns="0" bIns="0" rtlCol="0">
            <a:spAutoFit/>
          </a:bodyPr>
          <a:lstStyle/>
          <a:p>
            <a:pPr rtl="1" fontAlgn="base"/>
            <a:r>
              <a:rPr lang="ar-SA" sz="1100" b="1" dirty="0">
                <a:latin typeface="Zanjabeel" pitchFamily="50" charset="-78"/>
                <a:cs typeface="Zanjabeel" pitchFamily="50" charset="-78"/>
              </a:rPr>
              <a:t>تحديات</a:t>
            </a:r>
            <a:r>
              <a:rPr lang="ar-SA" sz="1100" dirty="0">
                <a:latin typeface="Zanjabeel" pitchFamily="50" charset="-78"/>
                <a:cs typeface="Zanjabeel" pitchFamily="50" charset="-78"/>
              </a:rPr>
              <a:t> قياس الأداء وتحقيق أثر مستدام طويل الأمد.</a:t>
            </a:r>
          </a:p>
        </p:txBody>
      </p:sp>
      <p:sp>
        <p:nvSpPr>
          <p:cNvPr id="42" name="object 9">
            <a:extLst>
              <a:ext uri="{FF2B5EF4-FFF2-40B4-BE49-F238E27FC236}">
                <a16:creationId xmlns:a16="http://schemas.microsoft.com/office/drawing/2014/main" id="{2810CE1E-418B-8BFA-4DA0-A34EE994FEA2}"/>
              </a:ext>
            </a:extLst>
          </p:cNvPr>
          <p:cNvSpPr txBox="1"/>
          <p:nvPr/>
        </p:nvSpPr>
        <p:spPr>
          <a:xfrm>
            <a:off x="1734233" y="5562002"/>
            <a:ext cx="3317079" cy="689932"/>
          </a:xfrm>
          <a:prstGeom prst="rect">
            <a:avLst/>
          </a:prstGeom>
        </p:spPr>
        <p:txBody>
          <a:bodyPr vert="horz" wrap="square" lIns="0" tIns="12700" rIns="0" bIns="0" rtlCol="0">
            <a:spAutoFit/>
          </a:bodyPr>
          <a:lstStyle/>
          <a:p>
            <a:pPr rtl="1"/>
            <a:r>
              <a:rPr lang="ar-SA" sz="1100" dirty="0">
                <a:solidFill>
                  <a:schemeClr val="bg1"/>
                </a:solidFill>
                <a:latin typeface="Zanjabeel Thin" pitchFamily="50" charset="-78"/>
                <a:cs typeface="Zanjabeel Thin" pitchFamily="50" charset="-78"/>
              </a:rPr>
              <a:t>وانطلاقًا من ذلك، صممنا تداخلات بصورة متكاملة ومخصّصة، لرفع مستوى النضج المؤسسي والقيادي، وتعزيز كفاءة الأداء، وتمكين الجهات من تحقيق نتائج واضحة، قابلة للقياس، ومستدامة.</a:t>
            </a:r>
            <a:endParaRPr lang="ar-SA" sz="1100" b="0" dirty="0">
              <a:solidFill>
                <a:schemeClr val="bg1"/>
              </a:solidFill>
              <a:effectLst/>
              <a:latin typeface="Zanjabeel Thin" pitchFamily="50" charset="-78"/>
              <a:cs typeface="Zanjabeel Thin" pitchFamily="50" charset="-78"/>
            </a:endParaRPr>
          </a:p>
        </p:txBody>
      </p:sp>
      <p:sp>
        <p:nvSpPr>
          <p:cNvPr id="10" name="TextBox 9">
            <a:extLst>
              <a:ext uri="{FF2B5EF4-FFF2-40B4-BE49-F238E27FC236}">
                <a16:creationId xmlns:a16="http://schemas.microsoft.com/office/drawing/2014/main" id="{643046A9-E53F-B7FF-CAA0-9408A487BD79}"/>
              </a:ext>
            </a:extLst>
          </p:cNvPr>
          <p:cNvSpPr txBox="1"/>
          <p:nvPr/>
        </p:nvSpPr>
        <p:spPr>
          <a:xfrm>
            <a:off x="7890747" y="238471"/>
            <a:ext cx="2392585" cy="200055"/>
          </a:xfrm>
          <a:prstGeom prst="rect">
            <a:avLst/>
          </a:prstGeom>
          <a:noFill/>
        </p:spPr>
        <p:txBody>
          <a:bodyPr wrap="square" rtlCol="0">
            <a:spAutoFit/>
          </a:bodyPr>
          <a:lstStyle/>
          <a:p>
            <a:pPr rtl="1"/>
            <a:r>
              <a:rPr lang="ar-SA" sz="700" dirty="0">
                <a:latin typeface="Zanjabeel" pitchFamily="50" charset="-78"/>
                <a:cs typeface="Zanjabeel" pitchFamily="50" charset="-78"/>
              </a:rPr>
              <a:t>ملف تعريفي               2026       </a:t>
            </a:r>
            <a:endParaRPr lang="en-US" sz="700" dirty="0">
              <a:latin typeface="Zanjabeel" pitchFamily="50" charset="-78"/>
              <a:cs typeface="Zanjabeel" pitchFamily="50" charset="-78"/>
            </a:endParaRPr>
          </a:p>
        </p:txBody>
      </p:sp>
      <p:sp>
        <p:nvSpPr>
          <p:cNvPr id="11" name="TextBox 10">
            <a:extLst>
              <a:ext uri="{FF2B5EF4-FFF2-40B4-BE49-F238E27FC236}">
                <a16:creationId xmlns:a16="http://schemas.microsoft.com/office/drawing/2014/main" id="{095A80C2-8573-6ABD-794F-E9F49B0307E4}"/>
              </a:ext>
            </a:extLst>
          </p:cNvPr>
          <p:cNvSpPr txBox="1"/>
          <p:nvPr/>
        </p:nvSpPr>
        <p:spPr>
          <a:xfrm>
            <a:off x="9168035" y="7105444"/>
            <a:ext cx="1085850" cy="200055"/>
          </a:xfrm>
          <a:prstGeom prst="rect">
            <a:avLst/>
          </a:prstGeom>
          <a:noFill/>
        </p:spPr>
        <p:txBody>
          <a:bodyPr wrap="square" rtlCol="0">
            <a:spAutoFit/>
          </a:bodyPr>
          <a:lstStyle/>
          <a:p>
            <a:pPr rtl="1"/>
            <a:r>
              <a:rPr lang="ar-SA" sz="700" dirty="0">
                <a:latin typeface="Zanjabeel" pitchFamily="50" charset="-78"/>
                <a:cs typeface="Zanjabeel" pitchFamily="50" charset="-78"/>
              </a:rPr>
              <a:t>السياق والتحديات</a:t>
            </a:r>
            <a:endParaRPr lang="en-US" sz="700" dirty="0">
              <a:latin typeface="Zanjabeel" pitchFamily="50" charset="-78"/>
              <a:cs typeface="Zanjabeel" pitchFamily="50" charset="-7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object 4"/>
          <p:cNvGrpSpPr/>
          <p:nvPr/>
        </p:nvGrpSpPr>
        <p:grpSpPr>
          <a:xfrm>
            <a:off x="0" y="3842880"/>
            <a:ext cx="10692130" cy="3717290"/>
            <a:chOff x="0" y="3842880"/>
            <a:chExt cx="10692130" cy="3717290"/>
          </a:xfrm>
        </p:grpSpPr>
        <p:sp>
          <p:nvSpPr>
            <p:cNvPr id="5" name="object 5"/>
            <p:cNvSpPr/>
            <p:nvPr/>
          </p:nvSpPr>
          <p:spPr>
            <a:xfrm>
              <a:off x="0" y="4343412"/>
              <a:ext cx="10692130" cy="3216910"/>
            </a:xfrm>
            <a:custGeom>
              <a:avLst/>
              <a:gdLst/>
              <a:ahLst/>
              <a:cxnLst/>
              <a:rect l="l" t="t" r="r" b="b"/>
              <a:pathLst>
                <a:path w="10692130" h="3216909">
                  <a:moveTo>
                    <a:pt x="10692003" y="0"/>
                  </a:moveTo>
                  <a:lnTo>
                    <a:pt x="0" y="0"/>
                  </a:lnTo>
                  <a:lnTo>
                    <a:pt x="0" y="3216592"/>
                  </a:lnTo>
                  <a:lnTo>
                    <a:pt x="10692003" y="3216592"/>
                  </a:lnTo>
                  <a:lnTo>
                    <a:pt x="10692003" y="0"/>
                  </a:lnTo>
                  <a:close/>
                </a:path>
              </a:pathLst>
            </a:custGeom>
            <a:solidFill>
              <a:srgbClr val="0059C2"/>
            </a:solidFill>
          </p:spPr>
          <p:txBody>
            <a:bodyPr wrap="square" lIns="0" tIns="0" rIns="0" bIns="0" rtlCol="0"/>
            <a:lstStyle/>
            <a:p>
              <a:endParaRPr/>
            </a:p>
          </p:txBody>
        </p:sp>
        <p:sp>
          <p:nvSpPr>
            <p:cNvPr id="6" name="object 6"/>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D6E5F5"/>
            </a:solidFill>
          </p:spPr>
          <p:txBody>
            <a:bodyPr wrap="square" lIns="0" tIns="0" rIns="0" bIns="0" rtlCol="0"/>
            <a:lstStyle/>
            <a:p>
              <a:endParaRPr/>
            </a:p>
          </p:txBody>
        </p:sp>
        <p:sp>
          <p:nvSpPr>
            <p:cNvPr id="7" name="object 7"/>
            <p:cNvSpPr/>
            <p:nvPr/>
          </p:nvSpPr>
          <p:spPr>
            <a:xfrm>
              <a:off x="1310398" y="3842880"/>
              <a:ext cx="3982085" cy="1915795"/>
            </a:xfrm>
            <a:custGeom>
              <a:avLst/>
              <a:gdLst/>
              <a:ahLst/>
              <a:cxnLst/>
              <a:rect l="l" t="t" r="r" b="b"/>
              <a:pathLst>
                <a:path w="3982085" h="1915795">
                  <a:moveTo>
                    <a:pt x="3981602" y="0"/>
                  </a:moveTo>
                  <a:lnTo>
                    <a:pt x="0" y="0"/>
                  </a:lnTo>
                  <a:lnTo>
                    <a:pt x="0" y="1915452"/>
                  </a:lnTo>
                  <a:lnTo>
                    <a:pt x="3981602" y="1915452"/>
                  </a:lnTo>
                  <a:lnTo>
                    <a:pt x="3981602" y="0"/>
                  </a:lnTo>
                  <a:close/>
                </a:path>
              </a:pathLst>
            </a:custGeom>
            <a:solidFill>
              <a:srgbClr val="05123B"/>
            </a:solidFill>
          </p:spPr>
          <p:txBody>
            <a:bodyPr wrap="square" lIns="0" tIns="0" rIns="0" bIns="0" rtlCol="0"/>
            <a:lstStyle/>
            <a:p>
              <a:endParaRPr/>
            </a:p>
          </p:txBody>
        </p:sp>
        <p:sp>
          <p:nvSpPr>
            <p:cNvPr id="8" name="object 8"/>
            <p:cNvSpPr/>
            <p:nvPr/>
          </p:nvSpPr>
          <p:spPr>
            <a:xfrm>
              <a:off x="1536941" y="3877665"/>
              <a:ext cx="3506470" cy="1880870"/>
            </a:xfrm>
            <a:custGeom>
              <a:avLst/>
              <a:gdLst/>
              <a:ahLst/>
              <a:cxnLst/>
              <a:rect l="l" t="t" r="r" b="b"/>
              <a:pathLst>
                <a:path w="3506470" h="1880870">
                  <a:moveTo>
                    <a:pt x="247167" y="1873123"/>
                  </a:moveTo>
                  <a:lnTo>
                    <a:pt x="204889" y="1830844"/>
                  </a:lnTo>
                  <a:lnTo>
                    <a:pt x="77203" y="1873110"/>
                  </a:lnTo>
                  <a:lnTo>
                    <a:pt x="69621" y="1880679"/>
                  </a:lnTo>
                  <a:lnTo>
                    <a:pt x="239598" y="1880679"/>
                  </a:lnTo>
                  <a:lnTo>
                    <a:pt x="247167" y="1873123"/>
                  </a:lnTo>
                  <a:close/>
                </a:path>
                <a:path w="3506470" h="1880870">
                  <a:moveTo>
                    <a:pt x="247167" y="1415415"/>
                  </a:moveTo>
                  <a:lnTo>
                    <a:pt x="204889" y="1373136"/>
                  </a:lnTo>
                  <a:lnTo>
                    <a:pt x="77203" y="1415402"/>
                  </a:lnTo>
                  <a:lnTo>
                    <a:pt x="0" y="1492567"/>
                  </a:lnTo>
                  <a:lnTo>
                    <a:pt x="0" y="1662518"/>
                  </a:lnTo>
                  <a:lnTo>
                    <a:pt x="247167" y="1415415"/>
                  </a:lnTo>
                  <a:close/>
                </a:path>
                <a:path w="3506470" h="1880870">
                  <a:moveTo>
                    <a:pt x="247167" y="957694"/>
                  </a:moveTo>
                  <a:lnTo>
                    <a:pt x="204889" y="915416"/>
                  </a:lnTo>
                  <a:lnTo>
                    <a:pt x="77203" y="957681"/>
                  </a:lnTo>
                  <a:lnTo>
                    <a:pt x="0" y="1034846"/>
                  </a:lnTo>
                  <a:lnTo>
                    <a:pt x="0" y="1204810"/>
                  </a:lnTo>
                  <a:lnTo>
                    <a:pt x="247167" y="957694"/>
                  </a:lnTo>
                  <a:close/>
                </a:path>
                <a:path w="3506470" h="1880870">
                  <a:moveTo>
                    <a:pt x="247167" y="499999"/>
                  </a:moveTo>
                  <a:lnTo>
                    <a:pt x="204889" y="457720"/>
                  </a:lnTo>
                  <a:lnTo>
                    <a:pt x="77203" y="499973"/>
                  </a:lnTo>
                  <a:lnTo>
                    <a:pt x="0" y="577138"/>
                  </a:lnTo>
                  <a:lnTo>
                    <a:pt x="0" y="747102"/>
                  </a:lnTo>
                  <a:lnTo>
                    <a:pt x="247167" y="499999"/>
                  </a:lnTo>
                  <a:close/>
                </a:path>
                <a:path w="3506470" h="1880870">
                  <a:moveTo>
                    <a:pt x="247167" y="42278"/>
                  </a:moveTo>
                  <a:lnTo>
                    <a:pt x="204889" y="0"/>
                  </a:lnTo>
                  <a:lnTo>
                    <a:pt x="77203" y="42265"/>
                  </a:lnTo>
                  <a:lnTo>
                    <a:pt x="0" y="119430"/>
                  </a:lnTo>
                  <a:lnTo>
                    <a:pt x="0" y="289382"/>
                  </a:lnTo>
                  <a:lnTo>
                    <a:pt x="247167" y="42278"/>
                  </a:lnTo>
                  <a:close/>
                </a:path>
                <a:path w="3506470" h="1880870">
                  <a:moveTo>
                    <a:pt x="790371" y="1873123"/>
                  </a:moveTo>
                  <a:lnTo>
                    <a:pt x="748093" y="1830844"/>
                  </a:lnTo>
                  <a:lnTo>
                    <a:pt x="620395" y="1873110"/>
                  </a:lnTo>
                  <a:lnTo>
                    <a:pt x="612825" y="1880679"/>
                  </a:lnTo>
                  <a:lnTo>
                    <a:pt x="782815" y="1880679"/>
                  </a:lnTo>
                  <a:lnTo>
                    <a:pt x="790371" y="1873123"/>
                  </a:lnTo>
                  <a:close/>
                </a:path>
                <a:path w="3506470" h="1880870">
                  <a:moveTo>
                    <a:pt x="790371" y="1415415"/>
                  </a:moveTo>
                  <a:lnTo>
                    <a:pt x="748093" y="1373136"/>
                  </a:lnTo>
                  <a:lnTo>
                    <a:pt x="620382" y="1415415"/>
                  </a:lnTo>
                  <a:lnTo>
                    <a:pt x="300456" y="1735289"/>
                  </a:lnTo>
                  <a:lnTo>
                    <a:pt x="342722" y="1777555"/>
                  </a:lnTo>
                  <a:lnTo>
                    <a:pt x="470420" y="1735289"/>
                  </a:lnTo>
                  <a:lnTo>
                    <a:pt x="790371" y="1415415"/>
                  </a:lnTo>
                  <a:close/>
                </a:path>
                <a:path w="3506470" h="1880870">
                  <a:moveTo>
                    <a:pt x="790371" y="957694"/>
                  </a:moveTo>
                  <a:lnTo>
                    <a:pt x="748093" y="915416"/>
                  </a:lnTo>
                  <a:lnTo>
                    <a:pt x="620382" y="957694"/>
                  </a:lnTo>
                  <a:lnTo>
                    <a:pt x="300456" y="1277569"/>
                  </a:lnTo>
                  <a:lnTo>
                    <a:pt x="342722" y="1319834"/>
                  </a:lnTo>
                  <a:lnTo>
                    <a:pt x="470420" y="1277569"/>
                  </a:lnTo>
                  <a:lnTo>
                    <a:pt x="790371" y="957694"/>
                  </a:lnTo>
                  <a:close/>
                </a:path>
                <a:path w="3506470" h="1880870">
                  <a:moveTo>
                    <a:pt x="790371" y="499986"/>
                  </a:moveTo>
                  <a:lnTo>
                    <a:pt x="748093" y="457708"/>
                  </a:lnTo>
                  <a:lnTo>
                    <a:pt x="620382" y="499986"/>
                  </a:lnTo>
                  <a:lnTo>
                    <a:pt x="300456" y="819861"/>
                  </a:lnTo>
                  <a:lnTo>
                    <a:pt x="342722" y="862126"/>
                  </a:lnTo>
                  <a:lnTo>
                    <a:pt x="470420" y="819861"/>
                  </a:lnTo>
                  <a:lnTo>
                    <a:pt x="790371" y="499986"/>
                  </a:lnTo>
                  <a:close/>
                </a:path>
                <a:path w="3506470" h="1880870">
                  <a:moveTo>
                    <a:pt x="790371" y="42278"/>
                  </a:moveTo>
                  <a:lnTo>
                    <a:pt x="748093" y="0"/>
                  </a:lnTo>
                  <a:lnTo>
                    <a:pt x="620382" y="42278"/>
                  </a:lnTo>
                  <a:lnTo>
                    <a:pt x="300456" y="362153"/>
                  </a:lnTo>
                  <a:lnTo>
                    <a:pt x="342722" y="404418"/>
                  </a:lnTo>
                  <a:lnTo>
                    <a:pt x="470420" y="362153"/>
                  </a:lnTo>
                  <a:lnTo>
                    <a:pt x="790371" y="42278"/>
                  </a:lnTo>
                  <a:close/>
                </a:path>
                <a:path w="3506470" h="1880870">
                  <a:moveTo>
                    <a:pt x="1333588" y="1873123"/>
                  </a:moveTo>
                  <a:lnTo>
                    <a:pt x="1291310" y="1830844"/>
                  </a:lnTo>
                  <a:lnTo>
                    <a:pt x="1163624" y="1873110"/>
                  </a:lnTo>
                  <a:lnTo>
                    <a:pt x="1156042" y="1880679"/>
                  </a:lnTo>
                  <a:lnTo>
                    <a:pt x="1326019" y="1880679"/>
                  </a:lnTo>
                  <a:lnTo>
                    <a:pt x="1333588" y="1873123"/>
                  </a:lnTo>
                  <a:close/>
                </a:path>
                <a:path w="3506470" h="1880870">
                  <a:moveTo>
                    <a:pt x="1333588" y="1415415"/>
                  </a:moveTo>
                  <a:lnTo>
                    <a:pt x="1291310" y="1373136"/>
                  </a:lnTo>
                  <a:lnTo>
                    <a:pt x="1163612" y="1415402"/>
                  </a:lnTo>
                  <a:lnTo>
                    <a:pt x="843661" y="1735277"/>
                  </a:lnTo>
                  <a:lnTo>
                    <a:pt x="885939" y="1777555"/>
                  </a:lnTo>
                  <a:lnTo>
                    <a:pt x="1013637" y="1735302"/>
                  </a:lnTo>
                  <a:lnTo>
                    <a:pt x="1333588" y="1415415"/>
                  </a:lnTo>
                  <a:close/>
                </a:path>
                <a:path w="3506470" h="1880870">
                  <a:moveTo>
                    <a:pt x="1333588" y="957694"/>
                  </a:moveTo>
                  <a:lnTo>
                    <a:pt x="1291310" y="915416"/>
                  </a:lnTo>
                  <a:lnTo>
                    <a:pt x="1163612" y="957681"/>
                  </a:lnTo>
                  <a:lnTo>
                    <a:pt x="843661" y="1277556"/>
                  </a:lnTo>
                  <a:lnTo>
                    <a:pt x="885939" y="1319834"/>
                  </a:lnTo>
                  <a:lnTo>
                    <a:pt x="1013637" y="1277581"/>
                  </a:lnTo>
                  <a:lnTo>
                    <a:pt x="1333588" y="957694"/>
                  </a:lnTo>
                  <a:close/>
                </a:path>
                <a:path w="3506470" h="1880870">
                  <a:moveTo>
                    <a:pt x="1333588" y="499986"/>
                  </a:moveTo>
                  <a:lnTo>
                    <a:pt x="1291310" y="457708"/>
                  </a:lnTo>
                  <a:lnTo>
                    <a:pt x="1163612" y="499973"/>
                  </a:lnTo>
                  <a:lnTo>
                    <a:pt x="843661" y="819848"/>
                  </a:lnTo>
                  <a:lnTo>
                    <a:pt x="885939" y="862126"/>
                  </a:lnTo>
                  <a:lnTo>
                    <a:pt x="1013637" y="819873"/>
                  </a:lnTo>
                  <a:lnTo>
                    <a:pt x="1333588" y="499986"/>
                  </a:lnTo>
                  <a:close/>
                </a:path>
                <a:path w="3506470" h="1880870">
                  <a:moveTo>
                    <a:pt x="1333588" y="42278"/>
                  </a:moveTo>
                  <a:lnTo>
                    <a:pt x="1291310" y="0"/>
                  </a:lnTo>
                  <a:lnTo>
                    <a:pt x="1163612" y="42265"/>
                  </a:lnTo>
                  <a:lnTo>
                    <a:pt x="843661" y="362140"/>
                  </a:lnTo>
                  <a:lnTo>
                    <a:pt x="885939" y="404418"/>
                  </a:lnTo>
                  <a:lnTo>
                    <a:pt x="1013637" y="362165"/>
                  </a:lnTo>
                  <a:lnTo>
                    <a:pt x="1333588" y="42278"/>
                  </a:lnTo>
                  <a:close/>
                </a:path>
                <a:path w="3506470" h="1880870">
                  <a:moveTo>
                    <a:pt x="1876806" y="1873123"/>
                  </a:moveTo>
                  <a:lnTo>
                    <a:pt x="1834527" y="1830844"/>
                  </a:lnTo>
                  <a:lnTo>
                    <a:pt x="1706829" y="1873110"/>
                  </a:lnTo>
                  <a:lnTo>
                    <a:pt x="1699247" y="1880679"/>
                  </a:lnTo>
                  <a:lnTo>
                    <a:pt x="1869236" y="1880679"/>
                  </a:lnTo>
                  <a:lnTo>
                    <a:pt x="1876806" y="1873123"/>
                  </a:lnTo>
                  <a:close/>
                </a:path>
                <a:path w="3506470" h="1880870">
                  <a:moveTo>
                    <a:pt x="1876806" y="1415415"/>
                  </a:moveTo>
                  <a:lnTo>
                    <a:pt x="1834527" y="1373136"/>
                  </a:lnTo>
                  <a:lnTo>
                    <a:pt x="1706816" y="1415415"/>
                  </a:lnTo>
                  <a:lnTo>
                    <a:pt x="1386890" y="1735289"/>
                  </a:lnTo>
                  <a:lnTo>
                    <a:pt x="1429156" y="1777555"/>
                  </a:lnTo>
                  <a:lnTo>
                    <a:pt x="1556854" y="1735289"/>
                  </a:lnTo>
                  <a:lnTo>
                    <a:pt x="1876806" y="1415415"/>
                  </a:lnTo>
                  <a:close/>
                </a:path>
                <a:path w="3506470" h="1880870">
                  <a:moveTo>
                    <a:pt x="1876806" y="957694"/>
                  </a:moveTo>
                  <a:lnTo>
                    <a:pt x="1834527" y="915416"/>
                  </a:lnTo>
                  <a:lnTo>
                    <a:pt x="1706816" y="957694"/>
                  </a:lnTo>
                  <a:lnTo>
                    <a:pt x="1386890" y="1277569"/>
                  </a:lnTo>
                  <a:lnTo>
                    <a:pt x="1429156" y="1319834"/>
                  </a:lnTo>
                  <a:lnTo>
                    <a:pt x="1556854" y="1277569"/>
                  </a:lnTo>
                  <a:lnTo>
                    <a:pt x="1876806" y="957694"/>
                  </a:lnTo>
                  <a:close/>
                </a:path>
                <a:path w="3506470" h="1880870">
                  <a:moveTo>
                    <a:pt x="1876806" y="499986"/>
                  </a:moveTo>
                  <a:lnTo>
                    <a:pt x="1834527" y="457708"/>
                  </a:lnTo>
                  <a:lnTo>
                    <a:pt x="1706816" y="499986"/>
                  </a:lnTo>
                  <a:lnTo>
                    <a:pt x="1386890" y="819861"/>
                  </a:lnTo>
                  <a:lnTo>
                    <a:pt x="1429156" y="862126"/>
                  </a:lnTo>
                  <a:lnTo>
                    <a:pt x="1556854" y="819861"/>
                  </a:lnTo>
                  <a:lnTo>
                    <a:pt x="1876806" y="499986"/>
                  </a:lnTo>
                  <a:close/>
                </a:path>
                <a:path w="3506470" h="1880870">
                  <a:moveTo>
                    <a:pt x="1876806" y="42278"/>
                  </a:moveTo>
                  <a:lnTo>
                    <a:pt x="1834527" y="0"/>
                  </a:lnTo>
                  <a:lnTo>
                    <a:pt x="1706816" y="42278"/>
                  </a:lnTo>
                  <a:lnTo>
                    <a:pt x="1386890" y="362153"/>
                  </a:lnTo>
                  <a:lnTo>
                    <a:pt x="1429156" y="404418"/>
                  </a:lnTo>
                  <a:lnTo>
                    <a:pt x="1556854" y="362153"/>
                  </a:lnTo>
                  <a:lnTo>
                    <a:pt x="1876806" y="42278"/>
                  </a:lnTo>
                  <a:close/>
                </a:path>
                <a:path w="3506470" h="1880870">
                  <a:moveTo>
                    <a:pt x="2420010" y="1873123"/>
                  </a:moveTo>
                  <a:lnTo>
                    <a:pt x="2377732" y="1830844"/>
                  </a:lnTo>
                  <a:lnTo>
                    <a:pt x="2250046" y="1873110"/>
                  </a:lnTo>
                  <a:lnTo>
                    <a:pt x="2242477" y="1880679"/>
                  </a:lnTo>
                  <a:lnTo>
                    <a:pt x="2412454" y="1880679"/>
                  </a:lnTo>
                  <a:lnTo>
                    <a:pt x="2420010" y="1873123"/>
                  </a:lnTo>
                  <a:close/>
                </a:path>
                <a:path w="3506470" h="1880870">
                  <a:moveTo>
                    <a:pt x="2420010" y="1415415"/>
                  </a:moveTo>
                  <a:lnTo>
                    <a:pt x="2377732" y="1373136"/>
                  </a:lnTo>
                  <a:lnTo>
                    <a:pt x="2250033" y="1415402"/>
                  </a:lnTo>
                  <a:lnTo>
                    <a:pt x="1930082" y="1735277"/>
                  </a:lnTo>
                  <a:lnTo>
                    <a:pt x="1972360" y="1777555"/>
                  </a:lnTo>
                  <a:lnTo>
                    <a:pt x="2100059" y="1735302"/>
                  </a:lnTo>
                  <a:lnTo>
                    <a:pt x="2420010" y="1415415"/>
                  </a:lnTo>
                  <a:close/>
                </a:path>
                <a:path w="3506470" h="1880870">
                  <a:moveTo>
                    <a:pt x="2420010" y="957694"/>
                  </a:moveTo>
                  <a:lnTo>
                    <a:pt x="2377732" y="915416"/>
                  </a:lnTo>
                  <a:lnTo>
                    <a:pt x="2250033" y="957681"/>
                  </a:lnTo>
                  <a:lnTo>
                    <a:pt x="1930082" y="1277556"/>
                  </a:lnTo>
                  <a:lnTo>
                    <a:pt x="1972360" y="1319834"/>
                  </a:lnTo>
                  <a:lnTo>
                    <a:pt x="2100059" y="1277581"/>
                  </a:lnTo>
                  <a:lnTo>
                    <a:pt x="2420010" y="957694"/>
                  </a:lnTo>
                  <a:close/>
                </a:path>
                <a:path w="3506470" h="1880870">
                  <a:moveTo>
                    <a:pt x="2420010" y="499986"/>
                  </a:moveTo>
                  <a:lnTo>
                    <a:pt x="2377732" y="457708"/>
                  </a:lnTo>
                  <a:lnTo>
                    <a:pt x="2250033" y="499973"/>
                  </a:lnTo>
                  <a:lnTo>
                    <a:pt x="1930082" y="819848"/>
                  </a:lnTo>
                  <a:lnTo>
                    <a:pt x="1972360" y="862126"/>
                  </a:lnTo>
                  <a:lnTo>
                    <a:pt x="2100059" y="819873"/>
                  </a:lnTo>
                  <a:lnTo>
                    <a:pt x="2420010" y="499986"/>
                  </a:lnTo>
                  <a:close/>
                </a:path>
                <a:path w="3506470" h="1880870">
                  <a:moveTo>
                    <a:pt x="2420010" y="42278"/>
                  </a:moveTo>
                  <a:lnTo>
                    <a:pt x="2377732" y="0"/>
                  </a:lnTo>
                  <a:lnTo>
                    <a:pt x="2250033" y="42265"/>
                  </a:lnTo>
                  <a:lnTo>
                    <a:pt x="1930082" y="362140"/>
                  </a:lnTo>
                  <a:lnTo>
                    <a:pt x="1972360" y="404418"/>
                  </a:lnTo>
                  <a:lnTo>
                    <a:pt x="2100059" y="362165"/>
                  </a:lnTo>
                  <a:lnTo>
                    <a:pt x="2420010" y="42278"/>
                  </a:lnTo>
                  <a:close/>
                </a:path>
                <a:path w="3506470" h="1880870">
                  <a:moveTo>
                    <a:pt x="2963227" y="1873123"/>
                  </a:moveTo>
                  <a:lnTo>
                    <a:pt x="2920949" y="1830844"/>
                  </a:lnTo>
                  <a:lnTo>
                    <a:pt x="2793250" y="1873110"/>
                  </a:lnTo>
                  <a:lnTo>
                    <a:pt x="2785668" y="1880679"/>
                  </a:lnTo>
                  <a:lnTo>
                    <a:pt x="2955658" y="1880679"/>
                  </a:lnTo>
                  <a:lnTo>
                    <a:pt x="2963227" y="1873123"/>
                  </a:lnTo>
                  <a:close/>
                </a:path>
                <a:path w="3506470" h="1880870">
                  <a:moveTo>
                    <a:pt x="2963227" y="1415415"/>
                  </a:moveTo>
                  <a:lnTo>
                    <a:pt x="2920949" y="1373136"/>
                  </a:lnTo>
                  <a:lnTo>
                    <a:pt x="2793238" y="1415415"/>
                  </a:lnTo>
                  <a:lnTo>
                    <a:pt x="2473312" y="1735289"/>
                  </a:lnTo>
                  <a:lnTo>
                    <a:pt x="2515578" y="1777555"/>
                  </a:lnTo>
                  <a:lnTo>
                    <a:pt x="2643276" y="1735289"/>
                  </a:lnTo>
                  <a:lnTo>
                    <a:pt x="2963227" y="1415415"/>
                  </a:lnTo>
                  <a:close/>
                </a:path>
                <a:path w="3506470" h="1880870">
                  <a:moveTo>
                    <a:pt x="2963227" y="957694"/>
                  </a:moveTo>
                  <a:lnTo>
                    <a:pt x="2920949" y="915416"/>
                  </a:lnTo>
                  <a:lnTo>
                    <a:pt x="2793238" y="957694"/>
                  </a:lnTo>
                  <a:lnTo>
                    <a:pt x="2473312" y="1277569"/>
                  </a:lnTo>
                  <a:lnTo>
                    <a:pt x="2515578" y="1319834"/>
                  </a:lnTo>
                  <a:lnTo>
                    <a:pt x="2643276" y="1277569"/>
                  </a:lnTo>
                  <a:lnTo>
                    <a:pt x="2963227" y="957694"/>
                  </a:lnTo>
                  <a:close/>
                </a:path>
                <a:path w="3506470" h="1880870">
                  <a:moveTo>
                    <a:pt x="2963227" y="499986"/>
                  </a:moveTo>
                  <a:lnTo>
                    <a:pt x="2920949" y="457708"/>
                  </a:lnTo>
                  <a:lnTo>
                    <a:pt x="2793238" y="499986"/>
                  </a:lnTo>
                  <a:lnTo>
                    <a:pt x="2473312" y="819861"/>
                  </a:lnTo>
                  <a:lnTo>
                    <a:pt x="2515578" y="862126"/>
                  </a:lnTo>
                  <a:lnTo>
                    <a:pt x="2643276" y="819861"/>
                  </a:lnTo>
                  <a:lnTo>
                    <a:pt x="2963227" y="499986"/>
                  </a:lnTo>
                  <a:close/>
                </a:path>
                <a:path w="3506470" h="1880870">
                  <a:moveTo>
                    <a:pt x="2963227" y="42278"/>
                  </a:moveTo>
                  <a:lnTo>
                    <a:pt x="2920949" y="0"/>
                  </a:lnTo>
                  <a:lnTo>
                    <a:pt x="2793238" y="42278"/>
                  </a:lnTo>
                  <a:lnTo>
                    <a:pt x="2473312" y="362153"/>
                  </a:lnTo>
                  <a:lnTo>
                    <a:pt x="2515578" y="404418"/>
                  </a:lnTo>
                  <a:lnTo>
                    <a:pt x="2643276" y="362153"/>
                  </a:lnTo>
                  <a:lnTo>
                    <a:pt x="2963227" y="42278"/>
                  </a:lnTo>
                  <a:close/>
                </a:path>
                <a:path w="3506470" h="1880870">
                  <a:moveTo>
                    <a:pt x="3506432" y="1873123"/>
                  </a:moveTo>
                  <a:lnTo>
                    <a:pt x="3464153" y="1830844"/>
                  </a:lnTo>
                  <a:lnTo>
                    <a:pt x="3336467" y="1873110"/>
                  </a:lnTo>
                  <a:lnTo>
                    <a:pt x="3328898" y="1880679"/>
                  </a:lnTo>
                  <a:lnTo>
                    <a:pt x="3498875" y="1880679"/>
                  </a:lnTo>
                  <a:lnTo>
                    <a:pt x="3506432" y="1873123"/>
                  </a:lnTo>
                  <a:close/>
                </a:path>
                <a:path w="3506470" h="1880870">
                  <a:moveTo>
                    <a:pt x="3506432" y="1415415"/>
                  </a:moveTo>
                  <a:lnTo>
                    <a:pt x="3464153" y="1373136"/>
                  </a:lnTo>
                  <a:lnTo>
                    <a:pt x="3336455" y="1415402"/>
                  </a:lnTo>
                  <a:lnTo>
                    <a:pt x="3016504" y="1735277"/>
                  </a:lnTo>
                  <a:lnTo>
                    <a:pt x="3058782" y="1777555"/>
                  </a:lnTo>
                  <a:lnTo>
                    <a:pt x="3186480" y="1735302"/>
                  </a:lnTo>
                  <a:lnTo>
                    <a:pt x="3506432" y="1415415"/>
                  </a:lnTo>
                  <a:close/>
                </a:path>
                <a:path w="3506470" h="1880870">
                  <a:moveTo>
                    <a:pt x="3506432" y="957694"/>
                  </a:moveTo>
                  <a:lnTo>
                    <a:pt x="3464153" y="915416"/>
                  </a:lnTo>
                  <a:lnTo>
                    <a:pt x="3336455" y="957681"/>
                  </a:lnTo>
                  <a:lnTo>
                    <a:pt x="3016504" y="1277556"/>
                  </a:lnTo>
                  <a:lnTo>
                    <a:pt x="3058782" y="1319834"/>
                  </a:lnTo>
                  <a:lnTo>
                    <a:pt x="3186480" y="1277581"/>
                  </a:lnTo>
                  <a:lnTo>
                    <a:pt x="3506432" y="957694"/>
                  </a:lnTo>
                  <a:close/>
                </a:path>
                <a:path w="3506470" h="1880870">
                  <a:moveTo>
                    <a:pt x="3506432" y="499986"/>
                  </a:moveTo>
                  <a:lnTo>
                    <a:pt x="3464153" y="457708"/>
                  </a:lnTo>
                  <a:lnTo>
                    <a:pt x="3336455" y="499973"/>
                  </a:lnTo>
                  <a:lnTo>
                    <a:pt x="3016504" y="819848"/>
                  </a:lnTo>
                  <a:lnTo>
                    <a:pt x="3058782" y="862126"/>
                  </a:lnTo>
                  <a:lnTo>
                    <a:pt x="3186480" y="819873"/>
                  </a:lnTo>
                  <a:lnTo>
                    <a:pt x="3506432" y="499986"/>
                  </a:lnTo>
                  <a:close/>
                </a:path>
                <a:path w="3506470" h="1880870">
                  <a:moveTo>
                    <a:pt x="3506432" y="42278"/>
                  </a:moveTo>
                  <a:lnTo>
                    <a:pt x="3464153" y="0"/>
                  </a:lnTo>
                  <a:lnTo>
                    <a:pt x="3336455" y="42265"/>
                  </a:lnTo>
                  <a:lnTo>
                    <a:pt x="3016504" y="362140"/>
                  </a:lnTo>
                  <a:lnTo>
                    <a:pt x="3058782" y="404418"/>
                  </a:lnTo>
                  <a:lnTo>
                    <a:pt x="3186480" y="362165"/>
                  </a:lnTo>
                  <a:lnTo>
                    <a:pt x="3506432" y="42278"/>
                  </a:lnTo>
                  <a:close/>
                </a:path>
              </a:pathLst>
            </a:custGeom>
            <a:solidFill>
              <a:srgbClr val="0D0F38">
                <a:alpha val="13998"/>
              </a:srgbClr>
            </a:solidFill>
          </p:spPr>
          <p:txBody>
            <a:bodyPr wrap="square" lIns="0" tIns="0" rIns="0" bIns="0" rtlCol="0"/>
            <a:lstStyle/>
            <a:p>
              <a:endParaRPr/>
            </a:p>
          </p:txBody>
        </p:sp>
        <p:sp>
          <p:nvSpPr>
            <p:cNvPr id="9" name="object 9"/>
            <p:cNvSpPr/>
            <p:nvPr/>
          </p:nvSpPr>
          <p:spPr>
            <a:xfrm>
              <a:off x="5400001" y="3842880"/>
              <a:ext cx="3982085" cy="1915795"/>
            </a:xfrm>
            <a:custGeom>
              <a:avLst/>
              <a:gdLst/>
              <a:ahLst/>
              <a:cxnLst/>
              <a:rect l="l" t="t" r="r" b="b"/>
              <a:pathLst>
                <a:path w="3982084" h="1915795">
                  <a:moveTo>
                    <a:pt x="3981602" y="0"/>
                  </a:moveTo>
                  <a:lnTo>
                    <a:pt x="0" y="0"/>
                  </a:lnTo>
                  <a:lnTo>
                    <a:pt x="0" y="1915452"/>
                  </a:lnTo>
                  <a:lnTo>
                    <a:pt x="3981602" y="1915452"/>
                  </a:lnTo>
                  <a:lnTo>
                    <a:pt x="3981602" y="0"/>
                  </a:lnTo>
                  <a:close/>
                </a:path>
              </a:pathLst>
            </a:custGeom>
            <a:solidFill>
              <a:srgbClr val="05123B"/>
            </a:solidFill>
          </p:spPr>
          <p:txBody>
            <a:bodyPr wrap="square" lIns="0" tIns="0" rIns="0" bIns="0" rtlCol="0"/>
            <a:lstStyle/>
            <a:p>
              <a:endParaRPr/>
            </a:p>
          </p:txBody>
        </p:sp>
        <p:sp>
          <p:nvSpPr>
            <p:cNvPr id="10" name="object 10"/>
            <p:cNvSpPr/>
            <p:nvPr/>
          </p:nvSpPr>
          <p:spPr>
            <a:xfrm>
              <a:off x="5626544" y="3877665"/>
              <a:ext cx="3506470" cy="1880870"/>
            </a:xfrm>
            <a:custGeom>
              <a:avLst/>
              <a:gdLst/>
              <a:ahLst/>
              <a:cxnLst/>
              <a:rect l="l" t="t" r="r" b="b"/>
              <a:pathLst>
                <a:path w="3506470" h="1880870">
                  <a:moveTo>
                    <a:pt x="247154" y="1873123"/>
                  </a:moveTo>
                  <a:lnTo>
                    <a:pt x="204889" y="1830844"/>
                  </a:lnTo>
                  <a:lnTo>
                    <a:pt x="77190" y="1873110"/>
                  </a:lnTo>
                  <a:lnTo>
                    <a:pt x="69621" y="1880679"/>
                  </a:lnTo>
                  <a:lnTo>
                    <a:pt x="239598" y="1880679"/>
                  </a:lnTo>
                  <a:lnTo>
                    <a:pt x="247154" y="1873123"/>
                  </a:lnTo>
                  <a:close/>
                </a:path>
                <a:path w="3506470" h="1880870">
                  <a:moveTo>
                    <a:pt x="247154" y="1415415"/>
                  </a:moveTo>
                  <a:lnTo>
                    <a:pt x="204889" y="1373136"/>
                  </a:lnTo>
                  <a:lnTo>
                    <a:pt x="77190" y="1415402"/>
                  </a:lnTo>
                  <a:lnTo>
                    <a:pt x="0" y="1492567"/>
                  </a:lnTo>
                  <a:lnTo>
                    <a:pt x="0" y="1662506"/>
                  </a:lnTo>
                  <a:lnTo>
                    <a:pt x="247154" y="1415415"/>
                  </a:lnTo>
                  <a:close/>
                </a:path>
                <a:path w="3506470" h="1880870">
                  <a:moveTo>
                    <a:pt x="247154" y="957694"/>
                  </a:moveTo>
                  <a:lnTo>
                    <a:pt x="204889" y="915416"/>
                  </a:lnTo>
                  <a:lnTo>
                    <a:pt x="77190" y="957681"/>
                  </a:lnTo>
                  <a:lnTo>
                    <a:pt x="0" y="1034846"/>
                  </a:lnTo>
                  <a:lnTo>
                    <a:pt x="0" y="1204798"/>
                  </a:lnTo>
                  <a:lnTo>
                    <a:pt x="247154" y="957694"/>
                  </a:lnTo>
                  <a:close/>
                </a:path>
                <a:path w="3506470" h="1880870">
                  <a:moveTo>
                    <a:pt x="247154" y="499999"/>
                  </a:moveTo>
                  <a:lnTo>
                    <a:pt x="204889" y="457720"/>
                  </a:lnTo>
                  <a:lnTo>
                    <a:pt x="77190" y="499973"/>
                  </a:lnTo>
                  <a:lnTo>
                    <a:pt x="0" y="577138"/>
                  </a:lnTo>
                  <a:lnTo>
                    <a:pt x="0" y="747090"/>
                  </a:lnTo>
                  <a:lnTo>
                    <a:pt x="247154" y="499999"/>
                  </a:lnTo>
                  <a:close/>
                </a:path>
                <a:path w="3506470" h="1880870">
                  <a:moveTo>
                    <a:pt x="247154" y="42278"/>
                  </a:moveTo>
                  <a:lnTo>
                    <a:pt x="204889" y="0"/>
                  </a:lnTo>
                  <a:lnTo>
                    <a:pt x="77190" y="42265"/>
                  </a:lnTo>
                  <a:lnTo>
                    <a:pt x="0" y="119430"/>
                  </a:lnTo>
                  <a:lnTo>
                    <a:pt x="0" y="289369"/>
                  </a:lnTo>
                  <a:lnTo>
                    <a:pt x="247154" y="42278"/>
                  </a:lnTo>
                  <a:close/>
                </a:path>
                <a:path w="3506470" h="1880870">
                  <a:moveTo>
                    <a:pt x="790371" y="1873123"/>
                  </a:moveTo>
                  <a:lnTo>
                    <a:pt x="748093" y="1830844"/>
                  </a:lnTo>
                  <a:lnTo>
                    <a:pt x="620395" y="1873110"/>
                  </a:lnTo>
                  <a:lnTo>
                    <a:pt x="612825" y="1880679"/>
                  </a:lnTo>
                  <a:lnTo>
                    <a:pt x="782815" y="1880679"/>
                  </a:lnTo>
                  <a:lnTo>
                    <a:pt x="790371" y="1873123"/>
                  </a:lnTo>
                  <a:close/>
                </a:path>
                <a:path w="3506470" h="1880870">
                  <a:moveTo>
                    <a:pt x="790371" y="1415415"/>
                  </a:moveTo>
                  <a:lnTo>
                    <a:pt x="748093" y="1373136"/>
                  </a:lnTo>
                  <a:lnTo>
                    <a:pt x="620382" y="1415415"/>
                  </a:lnTo>
                  <a:lnTo>
                    <a:pt x="300456" y="1735289"/>
                  </a:lnTo>
                  <a:lnTo>
                    <a:pt x="342722" y="1777555"/>
                  </a:lnTo>
                  <a:lnTo>
                    <a:pt x="470420" y="1735289"/>
                  </a:lnTo>
                  <a:lnTo>
                    <a:pt x="790371" y="1415415"/>
                  </a:lnTo>
                  <a:close/>
                </a:path>
                <a:path w="3506470" h="1880870">
                  <a:moveTo>
                    <a:pt x="790371" y="957694"/>
                  </a:moveTo>
                  <a:lnTo>
                    <a:pt x="748093" y="915416"/>
                  </a:lnTo>
                  <a:lnTo>
                    <a:pt x="620382" y="957694"/>
                  </a:lnTo>
                  <a:lnTo>
                    <a:pt x="300456" y="1277569"/>
                  </a:lnTo>
                  <a:lnTo>
                    <a:pt x="342722" y="1319834"/>
                  </a:lnTo>
                  <a:lnTo>
                    <a:pt x="470420" y="1277569"/>
                  </a:lnTo>
                  <a:lnTo>
                    <a:pt x="790371" y="957694"/>
                  </a:lnTo>
                  <a:close/>
                </a:path>
                <a:path w="3506470" h="1880870">
                  <a:moveTo>
                    <a:pt x="790371" y="499986"/>
                  </a:moveTo>
                  <a:lnTo>
                    <a:pt x="748093" y="457708"/>
                  </a:lnTo>
                  <a:lnTo>
                    <a:pt x="620382" y="499986"/>
                  </a:lnTo>
                  <a:lnTo>
                    <a:pt x="300456" y="819861"/>
                  </a:lnTo>
                  <a:lnTo>
                    <a:pt x="342722" y="862126"/>
                  </a:lnTo>
                  <a:lnTo>
                    <a:pt x="470420" y="819861"/>
                  </a:lnTo>
                  <a:lnTo>
                    <a:pt x="790371" y="499986"/>
                  </a:lnTo>
                  <a:close/>
                </a:path>
                <a:path w="3506470" h="1880870">
                  <a:moveTo>
                    <a:pt x="790371" y="42278"/>
                  </a:moveTo>
                  <a:lnTo>
                    <a:pt x="748093" y="0"/>
                  </a:lnTo>
                  <a:lnTo>
                    <a:pt x="620382" y="42278"/>
                  </a:lnTo>
                  <a:lnTo>
                    <a:pt x="300456" y="362153"/>
                  </a:lnTo>
                  <a:lnTo>
                    <a:pt x="342722" y="404418"/>
                  </a:lnTo>
                  <a:lnTo>
                    <a:pt x="470420" y="362153"/>
                  </a:lnTo>
                  <a:lnTo>
                    <a:pt x="790371" y="42278"/>
                  </a:lnTo>
                  <a:close/>
                </a:path>
                <a:path w="3506470" h="1880870">
                  <a:moveTo>
                    <a:pt x="1333588" y="1873123"/>
                  </a:moveTo>
                  <a:lnTo>
                    <a:pt x="1291310" y="1830844"/>
                  </a:lnTo>
                  <a:lnTo>
                    <a:pt x="1163624" y="1873110"/>
                  </a:lnTo>
                  <a:lnTo>
                    <a:pt x="1156042" y="1880679"/>
                  </a:lnTo>
                  <a:lnTo>
                    <a:pt x="1326019" y="1880679"/>
                  </a:lnTo>
                  <a:lnTo>
                    <a:pt x="1333588" y="1873123"/>
                  </a:lnTo>
                  <a:close/>
                </a:path>
                <a:path w="3506470" h="1880870">
                  <a:moveTo>
                    <a:pt x="1333588" y="1415415"/>
                  </a:moveTo>
                  <a:lnTo>
                    <a:pt x="1291310" y="1373136"/>
                  </a:lnTo>
                  <a:lnTo>
                    <a:pt x="1163612" y="1415402"/>
                  </a:lnTo>
                  <a:lnTo>
                    <a:pt x="843661" y="1735277"/>
                  </a:lnTo>
                  <a:lnTo>
                    <a:pt x="885939" y="1777555"/>
                  </a:lnTo>
                  <a:lnTo>
                    <a:pt x="1013637" y="1735302"/>
                  </a:lnTo>
                  <a:lnTo>
                    <a:pt x="1333588" y="1415415"/>
                  </a:lnTo>
                  <a:close/>
                </a:path>
                <a:path w="3506470" h="1880870">
                  <a:moveTo>
                    <a:pt x="1333588" y="957694"/>
                  </a:moveTo>
                  <a:lnTo>
                    <a:pt x="1291310" y="915416"/>
                  </a:lnTo>
                  <a:lnTo>
                    <a:pt x="1163612" y="957681"/>
                  </a:lnTo>
                  <a:lnTo>
                    <a:pt x="843661" y="1277556"/>
                  </a:lnTo>
                  <a:lnTo>
                    <a:pt x="885939" y="1319834"/>
                  </a:lnTo>
                  <a:lnTo>
                    <a:pt x="1013637" y="1277581"/>
                  </a:lnTo>
                  <a:lnTo>
                    <a:pt x="1333588" y="957694"/>
                  </a:lnTo>
                  <a:close/>
                </a:path>
                <a:path w="3506470" h="1880870">
                  <a:moveTo>
                    <a:pt x="1333588" y="499986"/>
                  </a:moveTo>
                  <a:lnTo>
                    <a:pt x="1291310" y="457708"/>
                  </a:lnTo>
                  <a:lnTo>
                    <a:pt x="1163612" y="499973"/>
                  </a:lnTo>
                  <a:lnTo>
                    <a:pt x="843661" y="819848"/>
                  </a:lnTo>
                  <a:lnTo>
                    <a:pt x="885939" y="862126"/>
                  </a:lnTo>
                  <a:lnTo>
                    <a:pt x="1013637" y="819873"/>
                  </a:lnTo>
                  <a:lnTo>
                    <a:pt x="1333588" y="499986"/>
                  </a:lnTo>
                  <a:close/>
                </a:path>
                <a:path w="3506470" h="1880870">
                  <a:moveTo>
                    <a:pt x="1333588" y="42278"/>
                  </a:moveTo>
                  <a:lnTo>
                    <a:pt x="1291310" y="0"/>
                  </a:lnTo>
                  <a:lnTo>
                    <a:pt x="1163612" y="42265"/>
                  </a:lnTo>
                  <a:lnTo>
                    <a:pt x="843661" y="362140"/>
                  </a:lnTo>
                  <a:lnTo>
                    <a:pt x="885939" y="404418"/>
                  </a:lnTo>
                  <a:lnTo>
                    <a:pt x="1013637" y="362165"/>
                  </a:lnTo>
                  <a:lnTo>
                    <a:pt x="1333588" y="42278"/>
                  </a:lnTo>
                  <a:close/>
                </a:path>
                <a:path w="3506470" h="1880870">
                  <a:moveTo>
                    <a:pt x="1876793" y="1873123"/>
                  </a:moveTo>
                  <a:lnTo>
                    <a:pt x="1834515" y="1830844"/>
                  </a:lnTo>
                  <a:lnTo>
                    <a:pt x="1706816" y="1873110"/>
                  </a:lnTo>
                  <a:lnTo>
                    <a:pt x="1699247" y="1880679"/>
                  </a:lnTo>
                  <a:lnTo>
                    <a:pt x="1869236" y="1880679"/>
                  </a:lnTo>
                  <a:lnTo>
                    <a:pt x="1876793" y="1873123"/>
                  </a:lnTo>
                  <a:close/>
                </a:path>
                <a:path w="3506470" h="1880870">
                  <a:moveTo>
                    <a:pt x="1876793" y="1415415"/>
                  </a:moveTo>
                  <a:lnTo>
                    <a:pt x="1834515" y="1373136"/>
                  </a:lnTo>
                  <a:lnTo>
                    <a:pt x="1706803" y="1415415"/>
                  </a:lnTo>
                  <a:lnTo>
                    <a:pt x="1386878" y="1735289"/>
                  </a:lnTo>
                  <a:lnTo>
                    <a:pt x="1429143" y="1777555"/>
                  </a:lnTo>
                  <a:lnTo>
                    <a:pt x="1556842" y="1735289"/>
                  </a:lnTo>
                  <a:lnTo>
                    <a:pt x="1876793" y="1415415"/>
                  </a:lnTo>
                  <a:close/>
                </a:path>
                <a:path w="3506470" h="1880870">
                  <a:moveTo>
                    <a:pt x="1876793" y="957694"/>
                  </a:moveTo>
                  <a:lnTo>
                    <a:pt x="1834515" y="915416"/>
                  </a:lnTo>
                  <a:lnTo>
                    <a:pt x="1706803" y="957694"/>
                  </a:lnTo>
                  <a:lnTo>
                    <a:pt x="1386878" y="1277569"/>
                  </a:lnTo>
                  <a:lnTo>
                    <a:pt x="1429143" y="1319834"/>
                  </a:lnTo>
                  <a:lnTo>
                    <a:pt x="1556842" y="1277569"/>
                  </a:lnTo>
                  <a:lnTo>
                    <a:pt x="1876793" y="957694"/>
                  </a:lnTo>
                  <a:close/>
                </a:path>
                <a:path w="3506470" h="1880870">
                  <a:moveTo>
                    <a:pt x="1876793" y="499986"/>
                  </a:moveTo>
                  <a:lnTo>
                    <a:pt x="1834515" y="457708"/>
                  </a:lnTo>
                  <a:lnTo>
                    <a:pt x="1706803" y="499986"/>
                  </a:lnTo>
                  <a:lnTo>
                    <a:pt x="1386878" y="819861"/>
                  </a:lnTo>
                  <a:lnTo>
                    <a:pt x="1429143" y="862126"/>
                  </a:lnTo>
                  <a:lnTo>
                    <a:pt x="1556842" y="819861"/>
                  </a:lnTo>
                  <a:lnTo>
                    <a:pt x="1876793" y="499986"/>
                  </a:lnTo>
                  <a:close/>
                </a:path>
                <a:path w="3506470" h="1880870">
                  <a:moveTo>
                    <a:pt x="1876793" y="42278"/>
                  </a:moveTo>
                  <a:lnTo>
                    <a:pt x="1834515" y="0"/>
                  </a:lnTo>
                  <a:lnTo>
                    <a:pt x="1706803" y="42278"/>
                  </a:lnTo>
                  <a:lnTo>
                    <a:pt x="1386878" y="362153"/>
                  </a:lnTo>
                  <a:lnTo>
                    <a:pt x="1429143" y="404418"/>
                  </a:lnTo>
                  <a:lnTo>
                    <a:pt x="1556842" y="362153"/>
                  </a:lnTo>
                  <a:lnTo>
                    <a:pt x="1876793" y="42278"/>
                  </a:lnTo>
                  <a:close/>
                </a:path>
                <a:path w="3506470" h="1880870">
                  <a:moveTo>
                    <a:pt x="2420010" y="1873123"/>
                  </a:moveTo>
                  <a:lnTo>
                    <a:pt x="2377732" y="1830844"/>
                  </a:lnTo>
                  <a:lnTo>
                    <a:pt x="2250046" y="1873110"/>
                  </a:lnTo>
                  <a:lnTo>
                    <a:pt x="2242477" y="1880679"/>
                  </a:lnTo>
                  <a:lnTo>
                    <a:pt x="2412454" y="1880679"/>
                  </a:lnTo>
                  <a:lnTo>
                    <a:pt x="2420010" y="1873123"/>
                  </a:lnTo>
                  <a:close/>
                </a:path>
                <a:path w="3506470" h="1880870">
                  <a:moveTo>
                    <a:pt x="2420010" y="1415415"/>
                  </a:moveTo>
                  <a:lnTo>
                    <a:pt x="2377732" y="1373136"/>
                  </a:lnTo>
                  <a:lnTo>
                    <a:pt x="2250033" y="1415402"/>
                  </a:lnTo>
                  <a:lnTo>
                    <a:pt x="1930082" y="1735277"/>
                  </a:lnTo>
                  <a:lnTo>
                    <a:pt x="1972360" y="1777555"/>
                  </a:lnTo>
                  <a:lnTo>
                    <a:pt x="2100059" y="1735302"/>
                  </a:lnTo>
                  <a:lnTo>
                    <a:pt x="2420010" y="1415415"/>
                  </a:lnTo>
                  <a:close/>
                </a:path>
                <a:path w="3506470" h="1880870">
                  <a:moveTo>
                    <a:pt x="2420010" y="957694"/>
                  </a:moveTo>
                  <a:lnTo>
                    <a:pt x="2377732" y="915416"/>
                  </a:lnTo>
                  <a:lnTo>
                    <a:pt x="2250033" y="957681"/>
                  </a:lnTo>
                  <a:lnTo>
                    <a:pt x="1930082" y="1277556"/>
                  </a:lnTo>
                  <a:lnTo>
                    <a:pt x="1972360" y="1319834"/>
                  </a:lnTo>
                  <a:lnTo>
                    <a:pt x="2100059" y="1277581"/>
                  </a:lnTo>
                  <a:lnTo>
                    <a:pt x="2420010" y="957694"/>
                  </a:lnTo>
                  <a:close/>
                </a:path>
                <a:path w="3506470" h="1880870">
                  <a:moveTo>
                    <a:pt x="2420010" y="499986"/>
                  </a:moveTo>
                  <a:lnTo>
                    <a:pt x="2377732" y="457708"/>
                  </a:lnTo>
                  <a:lnTo>
                    <a:pt x="2250033" y="499973"/>
                  </a:lnTo>
                  <a:lnTo>
                    <a:pt x="1930082" y="819848"/>
                  </a:lnTo>
                  <a:lnTo>
                    <a:pt x="1972360" y="862126"/>
                  </a:lnTo>
                  <a:lnTo>
                    <a:pt x="2100059" y="819873"/>
                  </a:lnTo>
                  <a:lnTo>
                    <a:pt x="2420010" y="499986"/>
                  </a:lnTo>
                  <a:close/>
                </a:path>
                <a:path w="3506470" h="1880870">
                  <a:moveTo>
                    <a:pt x="2420010" y="42278"/>
                  </a:moveTo>
                  <a:lnTo>
                    <a:pt x="2377732" y="0"/>
                  </a:lnTo>
                  <a:lnTo>
                    <a:pt x="2250033" y="42265"/>
                  </a:lnTo>
                  <a:lnTo>
                    <a:pt x="1930082" y="362140"/>
                  </a:lnTo>
                  <a:lnTo>
                    <a:pt x="1972360" y="404418"/>
                  </a:lnTo>
                  <a:lnTo>
                    <a:pt x="2100059" y="362165"/>
                  </a:lnTo>
                  <a:lnTo>
                    <a:pt x="2420010" y="42278"/>
                  </a:lnTo>
                  <a:close/>
                </a:path>
                <a:path w="3506470" h="1880870">
                  <a:moveTo>
                    <a:pt x="2963227" y="1873123"/>
                  </a:moveTo>
                  <a:lnTo>
                    <a:pt x="2920949" y="1830844"/>
                  </a:lnTo>
                  <a:lnTo>
                    <a:pt x="2793250" y="1873110"/>
                  </a:lnTo>
                  <a:lnTo>
                    <a:pt x="2785668" y="1880679"/>
                  </a:lnTo>
                  <a:lnTo>
                    <a:pt x="2955658" y="1880679"/>
                  </a:lnTo>
                  <a:lnTo>
                    <a:pt x="2963227" y="1873123"/>
                  </a:lnTo>
                  <a:close/>
                </a:path>
                <a:path w="3506470" h="1880870">
                  <a:moveTo>
                    <a:pt x="2963227" y="1415415"/>
                  </a:moveTo>
                  <a:lnTo>
                    <a:pt x="2920949" y="1373136"/>
                  </a:lnTo>
                  <a:lnTo>
                    <a:pt x="2793225" y="1415415"/>
                  </a:lnTo>
                  <a:lnTo>
                    <a:pt x="2473312" y="1735289"/>
                  </a:lnTo>
                  <a:lnTo>
                    <a:pt x="2515578" y="1777555"/>
                  </a:lnTo>
                  <a:lnTo>
                    <a:pt x="2643276" y="1735289"/>
                  </a:lnTo>
                  <a:lnTo>
                    <a:pt x="2963227" y="1415415"/>
                  </a:lnTo>
                  <a:close/>
                </a:path>
                <a:path w="3506470" h="1880870">
                  <a:moveTo>
                    <a:pt x="2963227" y="957694"/>
                  </a:moveTo>
                  <a:lnTo>
                    <a:pt x="2920949" y="915416"/>
                  </a:lnTo>
                  <a:lnTo>
                    <a:pt x="2793225" y="957694"/>
                  </a:lnTo>
                  <a:lnTo>
                    <a:pt x="2473312" y="1277569"/>
                  </a:lnTo>
                  <a:lnTo>
                    <a:pt x="2515578" y="1319834"/>
                  </a:lnTo>
                  <a:lnTo>
                    <a:pt x="2643276" y="1277569"/>
                  </a:lnTo>
                  <a:lnTo>
                    <a:pt x="2963227" y="957694"/>
                  </a:lnTo>
                  <a:close/>
                </a:path>
                <a:path w="3506470" h="1880870">
                  <a:moveTo>
                    <a:pt x="2963227" y="499986"/>
                  </a:moveTo>
                  <a:lnTo>
                    <a:pt x="2920949" y="457708"/>
                  </a:lnTo>
                  <a:lnTo>
                    <a:pt x="2793225" y="499986"/>
                  </a:lnTo>
                  <a:lnTo>
                    <a:pt x="2473312" y="819861"/>
                  </a:lnTo>
                  <a:lnTo>
                    <a:pt x="2515578" y="862126"/>
                  </a:lnTo>
                  <a:lnTo>
                    <a:pt x="2643276" y="819861"/>
                  </a:lnTo>
                  <a:lnTo>
                    <a:pt x="2963227" y="499986"/>
                  </a:lnTo>
                  <a:close/>
                </a:path>
                <a:path w="3506470" h="1880870">
                  <a:moveTo>
                    <a:pt x="2963227" y="42278"/>
                  </a:moveTo>
                  <a:lnTo>
                    <a:pt x="2920949" y="0"/>
                  </a:lnTo>
                  <a:lnTo>
                    <a:pt x="2793225" y="42278"/>
                  </a:lnTo>
                  <a:lnTo>
                    <a:pt x="2473312" y="362153"/>
                  </a:lnTo>
                  <a:lnTo>
                    <a:pt x="2515578" y="404418"/>
                  </a:lnTo>
                  <a:lnTo>
                    <a:pt x="2643276" y="362153"/>
                  </a:lnTo>
                  <a:lnTo>
                    <a:pt x="2963227" y="42278"/>
                  </a:lnTo>
                  <a:close/>
                </a:path>
                <a:path w="3506470" h="1880870">
                  <a:moveTo>
                    <a:pt x="3506432" y="1873123"/>
                  </a:moveTo>
                  <a:lnTo>
                    <a:pt x="3464153" y="1830844"/>
                  </a:lnTo>
                  <a:lnTo>
                    <a:pt x="3336467" y="1873110"/>
                  </a:lnTo>
                  <a:lnTo>
                    <a:pt x="3328898" y="1880679"/>
                  </a:lnTo>
                  <a:lnTo>
                    <a:pt x="3498875" y="1880679"/>
                  </a:lnTo>
                  <a:lnTo>
                    <a:pt x="3506432" y="1873123"/>
                  </a:lnTo>
                  <a:close/>
                </a:path>
                <a:path w="3506470" h="1880870">
                  <a:moveTo>
                    <a:pt x="3506432" y="1415415"/>
                  </a:moveTo>
                  <a:lnTo>
                    <a:pt x="3464153" y="1373136"/>
                  </a:lnTo>
                  <a:lnTo>
                    <a:pt x="3336455" y="1415402"/>
                  </a:lnTo>
                  <a:lnTo>
                    <a:pt x="3016504" y="1735277"/>
                  </a:lnTo>
                  <a:lnTo>
                    <a:pt x="3058782" y="1777555"/>
                  </a:lnTo>
                  <a:lnTo>
                    <a:pt x="3186480" y="1735302"/>
                  </a:lnTo>
                  <a:lnTo>
                    <a:pt x="3506432" y="1415415"/>
                  </a:lnTo>
                  <a:close/>
                </a:path>
                <a:path w="3506470" h="1880870">
                  <a:moveTo>
                    <a:pt x="3506432" y="957694"/>
                  </a:moveTo>
                  <a:lnTo>
                    <a:pt x="3464153" y="915416"/>
                  </a:lnTo>
                  <a:lnTo>
                    <a:pt x="3336455" y="957681"/>
                  </a:lnTo>
                  <a:lnTo>
                    <a:pt x="3016504" y="1277556"/>
                  </a:lnTo>
                  <a:lnTo>
                    <a:pt x="3058782" y="1319834"/>
                  </a:lnTo>
                  <a:lnTo>
                    <a:pt x="3186480" y="1277581"/>
                  </a:lnTo>
                  <a:lnTo>
                    <a:pt x="3506432" y="957694"/>
                  </a:lnTo>
                  <a:close/>
                </a:path>
                <a:path w="3506470" h="1880870">
                  <a:moveTo>
                    <a:pt x="3506432" y="499986"/>
                  </a:moveTo>
                  <a:lnTo>
                    <a:pt x="3464153" y="457708"/>
                  </a:lnTo>
                  <a:lnTo>
                    <a:pt x="3336455" y="499973"/>
                  </a:lnTo>
                  <a:lnTo>
                    <a:pt x="3016504" y="819848"/>
                  </a:lnTo>
                  <a:lnTo>
                    <a:pt x="3058782" y="862126"/>
                  </a:lnTo>
                  <a:lnTo>
                    <a:pt x="3186480" y="819873"/>
                  </a:lnTo>
                  <a:lnTo>
                    <a:pt x="3506432" y="499986"/>
                  </a:lnTo>
                  <a:close/>
                </a:path>
                <a:path w="3506470" h="1880870">
                  <a:moveTo>
                    <a:pt x="3506432" y="42278"/>
                  </a:moveTo>
                  <a:lnTo>
                    <a:pt x="3464153" y="0"/>
                  </a:lnTo>
                  <a:lnTo>
                    <a:pt x="3336455" y="42265"/>
                  </a:lnTo>
                  <a:lnTo>
                    <a:pt x="3016504" y="362140"/>
                  </a:lnTo>
                  <a:lnTo>
                    <a:pt x="3058782" y="404418"/>
                  </a:lnTo>
                  <a:lnTo>
                    <a:pt x="3186480" y="362165"/>
                  </a:lnTo>
                  <a:lnTo>
                    <a:pt x="3506432" y="42278"/>
                  </a:lnTo>
                  <a:close/>
                </a:path>
              </a:pathLst>
            </a:custGeom>
            <a:solidFill>
              <a:srgbClr val="0D0F38">
                <a:alpha val="13998"/>
              </a:srgbClr>
            </a:solidFill>
          </p:spPr>
          <p:txBody>
            <a:bodyPr wrap="square" lIns="0" tIns="0" rIns="0" bIns="0" rtlCol="0"/>
            <a:lstStyle/>
            <a:p>
              <a:endParaRPr/>
            </a:p>
          </p:txBody>
        </p:sp>
        <p:sp>
          <p:nvSpPr>
            <p:cNvPr id="11" name="object 11"/>
            <p:cNvSpPr/>
            <p:nvPr/>
          </p:nvSpPr>
          <p:spPr>
            <a:xfrm>
              <a:off x="2429165" y="3842882"/>
              <a:ext cx="2863215" cy="1915795"/>
            </a:xfrm>
            <a:custGeom>
              <a:avLst/>
              <a:gdLst/>
              <a:ahLst/>
              <a:cxnLst/>
              <a:rect l="l" t="t" r="r" b="b"/>
              <a:pathLst>
                <a:path w="2863215" h="1915795">
                  <a:moveTo>
                    <a:pt x="2862834" y="0"/>
                  </a:moveTo>
                  <a:lnTo>
                    <a:pt x="0" y="0"/>
                  </a:lnTo>
                  <a:lnTo>
                    <a:pt x="0" y="951115"/>
                  </a:lnTo>
                  <a:lnTo>
                    <a:pt x="986129" y="1446771"/>
                  </a:lnTo>
                  <a:lnTo>
                    <a:pt x="986129" y="1915452"/>
                  </a:lnTo>
                  <a:lnTo>
                    <a:pt x="2862834" y="1915452"/>
                  </a:lnTo>
                  <a:lnTo>
                    <a:pt x="2862834" y="0"/>
                  </a:lnTo>
                  <a:close/>
                </a:path>
              </a:pathLst>
            </a:custGeom>
            <a:solidFill>
              <a:srgbClr val="D6E5F5"/>
            </a:solidFill>
          </p:spPr>
          <p:txBody>
            <a:bodyPr wrap="square" lIns="0" tIns="0" rIns="0" bIns="0" rtlCol="0"/>
            <a:lstStyle/>
            <a:p>
              <a:endParaRPr/>
            </a:p>
          </p:txBody>
        </p:sp>
        <p:sp>
          <p:nvSpPr>
            <p:cNvPr id="12" name="object 12"/>
            <p:cNvSpPr/>
            <p:nvPr/>
          </p:nvSpPr>
          <p:spPr>
            <a:xfrm>
              <a:off x="2429154" y="3877665"/>
              <a:ext cx="2618740" cy="1880870"/>
            </a:xfrm>
            <a:custGeom>
              <a:avLst/>
              <a:gdLst/>
              <a:ahLst/>
              <a:cxnLst/>
              <a:rect l="l" t="t" r="r" b="b"/>
              <a:pathLst>
                <a:path w="2618740" h="1880870">
                  <a:moveTo>
                    <a:pt x="445871" y="957707"/>
                  </a:moveTo>
                  <a:lnTo>
                    <a:pt x="403593" y="915428"/>
                  </a:lnTo>
                  <a:lnTo>
                    <a:pt x="275907" y="957694"/>
                  </a:lnTo>
                  <a:lnTo>
                    <a:pt x="211124" y="1022451"/>
                  </a:lnTo>
                  <a:lnTo>
                    <a:pt x="324243" y="1079309"/>
                  </a:lnTo>
                  <a:lnTo>
                    <a:pt x="445871" y="957707"/>
                  </a:lnTo>
                  <a:close/>
                </a:path>
                <a:path w="2618740" h="1880870">
                  <a:moveTo>
                    <a:pt x="445871" y="499986"/>
                  </a:moveTo>
                  <a:lnTo>
                    <a:pt x="403593" y="457708"/>
                  </a:lnTo>
                  <a:lnTo>
                    <a:pt x="275907" y="499973"/>
                  </a:lnTo>
                  <a:lnTo>
                    <a:pt x="0" y="775804"/>
                  </a:lnTo>
                  <a:lnTo>
                    <a:pt x="0" y="861542"/>
                  </a:lnTo>
                  <a:lnTo>
                    <a:pt x="125920" y="819861"/>
                  </a:lnTo>
                  <a:lnTo>
                    <a:pt x="445871" y="499986"/>
                  </a:lnTo>
                  <a:close/>
                </a:path>
                <a:path w="2618740" h="1880870">
                  <a:moveTo>
                    <a:pt x="445871" y="42278"/>
                  </a:moveTo>
                  <a:lnTo>
                    <a:pt x="403593" y="0"/>
                  </a:lnTo>
                  <a:lnTo>
                    <a:pt x="275907" y="42265"/>
                  </a:lnTo>
                  <a:lnTo>
                    <a:pt x="0" y="318084"/>
                  </a:lnTo>
                  <a:lnTo>
                    <a:pt x="0" y="403821"/>
                  </a:lnTo>
                  <a:lnTo>
                    <a:pt x="125920" y="362153"/>
                  </a:lnTo>
                  <a:lnTo>
                    <a:pt x="445871" y="42278"/>
                  </a:lnTo>
                  <a:close/>
                </a:path>
                <a:path w="2618740" h="1880870">
                  <a:moveTo>
                    <a:pt x="985189" y="1411516"/>
                  </a:moveTo>
                  <a:lnTo>
                    <a:pt x="946810" y="1373136"/>
                  </a:lnTo>
                  <a:lnTo>
                    <a:pt x="923912" y="1380718"/>
                  </a:lnTo>
                  <a:lnTo>
                    <a:pt x="985189" y="1411516"/>
                  </a:lnTo>
                  <a:close/>
                </a:path>
                <a:path w="2618740" h="1880870">
                  <a:moveTo>
                    <a:pt x="989088" y="1873123"/>
                  </a:moveTo>
                  <a:lnTo>
                    <a:pt x="986129" y="1870176"/>
                  </a:lnTo>
                  <a:lnTo>
                    <a:pt x="986129" y="1876082"/>
                  </a:lnTo>
                  <a:lnTo>
                    <a:pt x="989088" y="1873123"/>
                  </a:lnTo>
                  <a:close/>
                </a:path>
                <a:path w="2618740" h="1880870">
                  <a:moveTo>
                    <a:pt x="989088" y="1415415"/>
                  </a:moveTo>
                  <a:lnTo>
                    <a:pt x="986129" y="1412455"/>
                  </a:lnTo>
                  <a:lnTo>
                    <a:pt x="986129" y="1418361"/>
                  </a:lnTo>
                  <a:lnTo>
                    <a:pt x="989088" y="1415415"/>
                  </a:lnTo>
                  <a:close/>
                </a:path>
                <a:path w="2618740" h="1880870">
                  <a:moveTo>
                    <a:pt x="989088" y="957707"/>
                  </a:moveTo>
                  <a:lnTo>
                    <a:pt x="946810" y="915428"/>
                  </a:lnTo>
                  <a:lnTo>
                    <a:pt x="819111" y="957694"/>
                  </a:lnTo>
                  <a:lnTo>
                    <a:pt x="572604" y="1204137"/>
                  </a:lnTo>
                  <a:lnTo>
                    <a:pt x="685723" y="1260995"/>
                  </a:lnTo>
                  <a:lnTo>
                    <a:pt x="989088" y="957707"/>
                  </a:lnTo>
                  <a:close/>
                </a:path>
                <a:path w="2618740" h="1880870">
                  <a:moveTo>
                    <a:pt x="989088" y="499986"/>
                  </a:moveTo>
                  <a:lnTo>
                    <a:pt x="946810" y="457708"/>
                  </a:lnTo>
                  <a:lnTo>
                    <a:pt x="819111" y="499973"/>
                  </a:lnTo>
                  <a:lnTo>
                    <a:pt x="499160" y="819848"/>
                  </a:lnTo>
                  <a:lnTo>
                    <a:pt x="541439" y="862126"/>
                  </a:lnTo>
                  <a:lnTo>
                    <a:pt x="669137" y="819861"/>
                  </a:lnTo>
                  <a:lnTo>
                    <a:pt x="989088" y="499986"/>
                  </a:lnTo>
                  <a:close/>
                </a:path>
                <a:path w="2618740" h="1880870">
                  <a:moveTo>
                    <a:pt x="989088" y="42278"/>
                  </a:moveTo>
                  <a:lnTo>
                    <a:pt x="946810" y="0"/>
                  </a:lnTo>
                  <a:lnTo>
                    <a:pt x="819111" y="42265"/>
                  </a:lnTo>
                  <a:lnTo>
                    <a:pt x="499160" y="362140"/>
                  </a:lnTo>
                  <a:lnTo>
                    <a:pt x="541439" y="404418"/>
                  </a:lnTo>
                  <a:lnTo>
                    <a:pt x="669137" y="362153"/>
                  </a:lnTo>
                  <a:lnTo>
                    <a:pt x="989088" y="42278"/>
                  </a:lnTo>
                  <a:close/>
                </a:path>
                <a:path w="2618740" h="1880870">
                  <a:moveTo>
                    <a:pt x="1532305" y="1873123"/>
                  </a:moveTo>
                  <a:lnTo>
                    <a:pt x="1490027" y="1830844"/>
                  </a:lnTo>
                  <a:lnTo>
                    <a:pt x="1362341" y="1873110"/>
                  </a:lnTo>
                  <a:lnTo>
                    <a:pt x="1354759" y="1880679"/>
                  </a:lnTo>
                  <a:lnTo>
                    <a:pt x="1524736" y="1880679"/>
                  </a:lnTo>
                  <a:lnTo>
                    <a:pt x="1532305" y="1873123"/>
                  </a:lnTo>
                  <a:close/>
                </a:path>
                <a:path w="2618740" h="1880870">
                  <a:moveTo>
                    <a:pt x="1532305" y="1415415"/>
                  </a:moveTo>
                  <a:lnTo>
                    <a:pt x="1490027" y="1373136"/>
                  </a:lnTo>
                  <a:lnTo>
                    <a:pt x="1362341" y="1415402"/>
                  </a:lnTo>
                  <a:lnTo>
                    <a:pt x="1042377" y="1735277"/>
                  </a:lnTo>
                  <a:lnTo>
                    <a:pt x="1084656" y="1777555"/>
                  </a:lnTo>
                  <a:lnTo>
                    <a:pt x="1212354" y="1735289"/>
                  </a:lnTo>
                  <a:lnTo>
                    <a:pt x="1532305" y="1415415"/>
                  </a:lnTo>
                  <a:close/>
                </a:path>
                <a:path w="2618740" h="1880870">
                  <a:moveTo>
                    <a:pt x="1532305" y="957707"/>
                  </a:moveTo>
                  <a:lnTo>
                    <a:pt x="1490027" y="915428"/>
                  </a:lnTo>
                  <a:lnTo>
                    <a:pt x="1362341" y="957694"/>
                  </a:lnTo>
                  <a:lnTo>
                    <a:pt x="1042377" y="1277569"/>
                  </a:lnTo>
                  <a:lnTo>
                    <a:pt x="1084656" y="1319847"/>
                  </a:lnTo>
                  <a:lnTo>
                    <a:pt x="1212354" y="1277581"/>
                  </a:lnTo>
                  <a:lnTo>
                    <a:pt x="1532305" y="957707"/>
                  </a:lnTo>
                  <a:close/>
                </a:path>
                <a:path w="2618740" h="1880870">
                  <a:moveTo>
                    <a:pt x="1532305" y="499986"/>
                  </a:moveTo>
                  <a:lnTo>
                    <a:pt x="1490027" y="457708"/>
                  </a:lnTo>
                  <a:lnTo>
                    <a:pt x="1362341" y="499973"/>
                  </a:lnTo>
                  <a:lnTo>
                    <a:pt x="1042377" y="819848"/>
                  </a:lnTo>
                  <a:lnTo>
                    <a:pt x="1084656" y="862126"/>
                  </a:lnTo>
                  <a:lnTo>
                    <a:pt x="1212354" y="819861"/>
                  </a:lnTo>
                  <a:lnTo>
                    <a:pt x="1532305" y="499986"/>
                  </a:lnTo>
                  <a:close/>
                </a:path>
                <a:path w="2618740" h="1880870">
                  <a:moveTo>
                    <a:pt x="1532305" y="42278"/>
                  </a:moveTo>
                  <a:lnTo>
                    <a:pt x="1490027" y="0"/>
                  </a:lnTo>
                  <a:lnTo>
                    <a:pt x="1362341" y="42265"/>
                  </a:lnTo>
                  <a:lnTo>
                    <a:pt x="1042377" y="362140"/>
                  </a:lnTo>
                  <a:lnTo>
                    <a:pt x="1084656" y="404418"/>
                  </a:lnTo>
                  <a:lnTo>
                    <a:pt x="1212354" y="362153"/>
                  </a:lnTo>
                  <a:lnTo>
                    <a:pt x="1532305" y="42278"/>
                  </a:lnTo>
                  <a:close/>
                </a:path>
                <a:path w="2618740" h="1880870">
                  <a:moveTo>
                    <a:pt x="2075510" y="1873123"/>
                  </a:moveTo>
                  <a:lnTo>
                    <a:pt x="2033231" y="1830844"/>
                  </a:lnTo>
                  <a:lnTo>
                    <a:pt x="1905533" y="1873110"/>
                  </a:lnTo>
                  <a:lnTo>
                    <a:pt x="1897964" y="1880679"/>
                  </a:lnTo>
                  <a:lnTo>
                    <a:pt x="2067953" y="1880679"/>
                  </a:lnTo>
                  <a:lnTo>
                    <a:pt x="2075510" y="1873123"/>
                  </a:lnTo>
                  <a:close/>
                </a:path>
                <a:path w="2618740" h="1880870">
                  <a:moveTo>
                    <a:pt x="2075510" y="1415415"/>
                  </a:moveTo>
                  <a:lnTo>
                    <a:pt x="2033231" y="1373136"/>
                  </a:lnTo>
                  <a:lnTo>
                    <a:pt x="1905533" y="1415402"/>
                  </a:lnTo>
                  <a:lnTo>
                    <a:pt x="1585582" y="1735277"/>
                  </a:lnTo>
                  <a:lnTo>
                    <a:pt x="1627860" y="1777555"/>
                  </a:lnTo>
                  <a:lnTo>
                    <a:pt x="1755559" y="1735289"/>
                  </a:lnTo>
                  <a:lnTo>
                    <a:pt x="2075510" y="1415415"/>
                  </a:lnTo>
                  <a:close/>
                </a:path>
                <a:path w="2618740" h="1880870">
                  <a:moveTo>
                    <a:pt x="2075510" y="957707"/>
                  </a:moveTo>
                  <a:lnTo>
                    <a:pt x="2033231" y="915428"/>
                  </a:lnTo>
                  <a:lnTo>
                    <a:pt x="1905533" y="957694"/>
                  </a:lnTo>
                  <a:lnTo>
                    <a:pt x="1585582" y="1277569"/>
                  </a:lnTo>
                  <a:lnTo>
                    <a:pt x="1627860" y="1319847"/>
                  </a:lnTo>
                  <a:lnTo>
                    <a:pt x="1755559" y="1277581"/>
                  </a:lnTo>
                  <a:lnTo>
                    <a:pt x="2075510" y="957707"/>
                  </a:lnTo>
                  <a:close/>
                </a:path>
                <a:path w="2618740" h="1880870">
                  <a:moveTo>
                    <a:pt x="2075510" y="499986"/>
                  </a:moveTo>
                  <a:lnTo>
                    <a:pt x="2033231" y="457708"/>
                  </a:lnTo>
                  <a:lnTo>
                    <a:pt x="1905533" y="499973"/>
                  </a:lnTo>
                  <a:lnTo>
                    <a:pt x="1585582" y="819848"/>
                  </a:lnTo>
                  <a:lnTo>
                    <a:pt x="1627860" y="862126"/>
                  </a:lnTo>
                  <a:lnTo>
                    <a:pt x="1755559" y="819861"/>
                  </a:lnTo>
                  <a:lnTo>
                    <a:pt x="2075510" y="499986"/>
                  </a:lnTo>
                  <a:close/>
                </a:path>
                <a:path w="2618740" h="1880870">
                  <a:moveTo>
                    <a:pt x="2075510" y="42278"/>
                  </a:moveTo>
                  <a:lnTo>
                    <a:pt x="2033231" y="0"/>
                  </a:lnTo>
                  <a:lnTo>
                    <a:pt x="1905533" y="42265"/>
                  </a:lnTo>
                  <a:lnTo>
                    <a:pt x="1585582" y="362140"/>
                  </a:lnTo>
                  <a:lnTo>
                    <a:pt x="1627860" y="404418"/>
                  </a:lnTo>
                  <a:lnTo>
                    <a:pt x="1755559" y="362153"/>
                  </a:lnTo>
                  <a:lnTo>
                    <a:pt x="2075510" y="42278"/>
                  </a:lnTo>
                  <a:close/>
                </a:path>
                <a:path w="2618740" h="1880870">
                  <a:moveTo>
                    <a:pt x="2618727" y="1873123"/>
                  </a:moveTo>
                  <a:lnTo>
                    <a:pt x="2576449" y="1830844"/>
                  </a:lnTo>
                  <a:lnTo>
                    <a:pt x="2448763" y="1873110"/>
                  </a:lnTo>
                  <a:lnTo>
                    <a:pt x="2441181" y="1880679"/>
                  </a:lnTo>
                  <a:lnTo>
                    <a:pt x="2611158" y="1880679"/>
                  </a:lnTo>
                  <a:lnTo>
                    <a:pt x="2618727" y="1873123"/>
                  </a:lnTo>
                  <a:close/>
                </a:path>
                <a:path w="2618740" h="1880870">
                  <a:moveTo>
                    <a:pt x="2618727" y="1415415"/>
                  </a:moveTo>
                  <a:lnTo>
                    <a:pt x="2576449" y="1373136"/>
                  </a:lnTo>
                  <a:lnTo>
                    <a:pt x="2448763" y="1415402"/>
                  </a:lnTo>
                  <a:lnTo>
                    <a:pt x="2128799" y="1735277"/>
                  </a:lnTo>
                  <a:lnTo>
                    <a:pt x="2171077" y="1777555"/>
                  </a:lnTo>
                  <a:lnTo>
                    <a:pt x="2298776" y="1735289"/>
                  </a:lnTo>
                  <a:lnTo>
                    <a:pt x="2618727" y="1415415"/>
                  </a:lnTo>
                  <a:close/>
                </a:path>
                <a:path w="2618740" h="1880870">
                  <a:moveTo>
                    <a:pt x="2618727" y="957707"/>
                  </a:moveTo>
                  <a:lnTo>
                    <a:pt x="2576449" y="915428"/>
                  </a:lnTo>
                  <a:lnTo>
                    <a:pt x="2448763" y="957694"/>
                  </a:lnTo>
                  <a:lnTo>
                    <a:pt x="2128799" y="1277569"/>
                  </a:lnTo>
                  <a:lnTo>
                    <a:pt x="2171077" y="1319847"/>
                  </a:lnTo>
                  <a:lnTo>
                    <a:pt x="2298776" y="1277581"/>
                  </a:lnTo>
                  <a:lnTo>
                    <a:pt x="2618727" y="957707"/>
                  </a:lnTo>
                  <a:close/>
                </a:path>
                <a:path w="2618740" h="1880870">
                  <a:moveTo>
                    <a:pt x="2618727" y="499986"/>
                  </a:moveTo>
                  <a:lnTo>
                    <a:pt x="2576449" y="457708"/>
                  </a:lnTo>
                  <a:lnTo>
                    <a:pt x="2448763" y="499973"/>
                  </a:lnTo>
                  <a:lnTo>
                    <a:pt x="2128799" y="819848"/>
                  </a:lnTo>
                  <a:lnTo>
                    <a:pt x="2171077" y="862126"/>
                  </a:lnTo>
                  <a:lnTo>
                    <a:pt x="2298776" y="819861"/>
                  </a:lnTo>
                  <a:lnTo>
                    <a:pt x="2618727" y="499986"/>
                  </a:lnTo>
                  <a:close/>
                </a:path>
                <a:path w="2618740" h="1880870">
                  <a:moveTo>
                    <a:pt x="2618727" y="42278"/>
                  </a:moveTo>
                  <a:lnTo>
                    <a:pt x="2576449" y="0"/>
                  </a:lnTo>
                  <a:lnTo>
                    <a:pt x="2448763" y="42265"/>
                  </a:lnTo>
                  <a:lnTo>
                    <a:pt x="2128799" y="362140"/>
                  </a:lnTo>
                  <a:lnTo>
                    <a:pt x="2171077" y="404418"/>
                  </a:lnTo>
                  <a:lnTo>
                    <a:pt x="2298776" y="362153"/>
                  </a:lnTo>
                  <a:lnTo>
                    <a:pt x="2618727" y="42278"/>
                  </a:lnTo>
                  <a:close/>
                </a:path>
              </a:pathLst>
            </a:custGeom>
            <a:solidFill>
              <a:srgbClr val="0D0F38">
                <a:alpha val="13998"/>
              </a:srgbClr>
            </a:solidFill>
          </p:spPr>
          <p:txBody>
            <a:bodyPr wrap="square" lIns="0" tIns="0" rIns="0" bIns="0" rtlCol="0"/>
            <a:lstStyle/>
            <a:p>
              <a:endParaRPr/>
            </a:p>
          </p:txBody>
        </p:sp>
        <p:sp>
          <p:nvSpPr>
            <p:cNvPr id="13" name="object 13"/>
            <p:cNvSpPr/>
            <p:nvPr/>
          </p:nvSpPr>
          <p:spPr>
            <a:xfrm>
              <a:off x="6518754" y="3842882"/>
              <a:ext cx="2863215" cy="1915795"/>
            </a:xfrm>
            <a:custGeom>
              <a:avLst/>
              <a:gdLst/>
              <a:ahLst/>
              <a:cxnLst/>
              <a:rect l="l" t="t" r="r" b="b"/>
              <a:pathLst>
                <a:path w="2863215" h="1915795">
                  <a:moveTo>
                    <a:pt x="2862846" y="0"/>
                  </a:moveTo>
                  <a:lnTo>
                    <a:pt x="0" y="0"/>
                  </a:lnTo>
                  <a:lnTo>
                    <a:pt x="12" y="951115"/>
                  </a:lnTo>
                  <a:lnTo>
                    <a:pt x="986142" y="1446771"/>
                  </a:lnTo>
                  <a:lnTo>
                    <a:pt x="986142" y="1915452"/>
                  </a:lnTo>
                  <a:lnTo>
                    <a:pt x="2862846" y="1915452"/>
                  </a:lnTo>
                  <a:lnTo>
                    <a:pt x="2862846" y="0"/>
                  </a:lnTo>
                  <a:close/>
                </a:path>
              </a:pathLst>
            </a:custGeom>
            <a:solidFill>
              <a:srgbClr val="D6E5F5"/>
            </a:solidFill>
          </p:spPr>
          <p:txBody>
            <a:bodyPr wrap="square" lIns="0" tIns="0" rIns="0" bIns="0" rtlCol="0"/>
            <a:lstStyle/>
            <a:p>
              <a:endParaRPr/>
            </a:p>
          </p:txBody>
        </p:sp>
        <p:sp>
          <p:nvSpPr>
            <p:cNvPr id="14" name="object 14"/>
            <p:cNvSpPr/>
            <p:nvPr/>
          </p:nvSpPr>
          <p:spPr>
            <a:xfrm>
              <a:off x="6518757" y="3877665"/>
              <a:ext cx="2618740" cy="1880870"/>
            </a:xfrm>
            <a:custGeom>
              <a:avLst/>
              <a:gdLst/>
              <a:ahLst/>
              <a:cxnLst/>
              <a:rect l="l" t="t" r="r" b="b"/>
              <a:pathLst>
                <a:path w="2618740" h="1880870">
                  <a:moveTo>
                    <a:pt x="445871" y="957707"/>
                  </a:moveTo>
                  <a:lnTo>
                    <a:pt x="403593" y="915428"/>
                  </a:lnTo>
                  <a:lnTo>
                    <a:pt x="275907" y="957694"/>
                  </a:lnTo>
                  <a:lnTo>
                    <a:pt x="211124" y="1022451"/>
                  </a:lnTo>
                  <a:lnTo>
                    <a:pt x="324243" y="1079309"/>
                  </a:lnTo>
                  <a:lnTo>
                    <a:pt x="445871" y="957707"/>
                  </a:lnTo>
                  <a:close/>
                </a:path>
                <a:path w="2618740" h="1880870">
                  <a:moveTo>
                    <a:pt x="445871" y="499986"/>
                  </a:moveTo>
                  <a:lnTo>
                    <a:pt x="403593" y="457708"/>
                  </a:lnTo>
                  <a:lnTo>
                    <a:pt x="275907" y="499973"/>
                  </a:lnTo>
                  <a:lnTo>
                    <a:pt x="0" y="775804"/>
                  </a:lnTo>
                  <a:lnTo>
                    <a:pt x="0" y="861542"/>
                  </a:lnTo>
                  <a:lnTo>
                    <a:pt x="125920" y="819861"/>
                  </a:lnTo>
                  <a:lnTo>
                    <a:pt x="445871" y="499986"/>
                  </a:lnTo>
                  <a:close/>
                </a:path>
                <a:path w="2618740" h="1880870">
                  <a:moveTo>
                    <a:pt x="445871" y="42278"/>
                  </a:moveTo>
                  <a:lnTo>
                    <a:pt x="403593" y="0"/>
                  </a:lnTo>
                  <a:lnTo>
                    <a:pt x="275907" y="42265"/>
                  </a:lnTo>
                  <a:lnTo>
                    <a:pt x="0" y="318096"/>
                  </a:lnTo>
                  <a:lnTo>
                    <a:pt x="0" y="403821"/>
                  </a:lnTo>
                  <a:lnTo>
                    <a:pt x="125920" y="362153"/>
                  </a:lnTo>
                  <a:lnTo>
                    <a:pt x="445871" y="42278"/>
                  </a:lnTo>
                  <a:close/>
                </a:path>
                <a:path w="2618740" h="1880870">
                  <a:moveTo>
                    <a:pt x="985189" y="1411516"/>
                  </a:moveTo>
                  <a:lnTo>
                    <a:pt x="946810" y="1373136"/>
                  </a:lnTo>
                  <a:lnTo>
                    <a:pt x="923912" y="1380718"/>
                  </a:lnTo>
                  <a:lnTo>
                    <a:pt x="985189" y="1411516"/>
                  </a:lnTo>
                  <a:close/>
                </a:path>
                <a:path w="2618740" h="1880870">
                  <a:moveTo>
                    <a:pt x="989088" y="1873123"/>
                  </a:moveTo>
                  <a:lnTo>
                    <a:pt x="986142" y="1870176"/>
                  </a:lnTo>
                  <a:lnTo>
                    <a:pt x="986142" y="1876069"/>
                  </a:lnTo>
                  <a:lnTo>
                    <a:pt x="989088" y="1873123"/>
                  </a:lnTo>
                  <a:close/>
                </a:path>
                <a:path w="2618740" h="1880870">
                  <a:moveTo>
                    <a:pt x="989088" y="1415415"/>
                  </a:moveTo>
                  <a:lnTo>
                    <a:pt x="986142" y="1412468"/>
                  </a:lnTo>
                  <a:lnTo>
                    <a:pt x="986142" y="1418361"/>
                  </a:lnTo>
                  <a:lnTo>
                    <a:pt x="989088" y="1415415"/>
                  </a:lnTo>
                  <a:close/>
                </a:path>
                <a:path w="2618740" h="1880870">
                  <a:moveTo>
                    <a:pt x="989088" y="957707"/>
                  </a:moveTo>
                  <a:lnTo>
                    <a:pt x="946810" y="915428"/>
                  </a:lnTo>
                  <a:lnTo>
                    <a:pt x="819111" y="957694"/>
                  </a:lnTo>
                  <a:lnTo>
                    <a:pt x="572604" y="1204137"/>
                  </a:lnTo>
                  <a:lnTo>
                    <a:pt x="685723" y="1260995"/>
                  </a:lnTo>
                  <a:lnTo>
                    <a:pt x="989088" y="957707"/>
                  </a:lnTo>
                  <a:close/>
                </a:path>
                <a:path w="2618740" h="1880870">
                  <a:moveTo>
                    <a:pt x="989088" y="499986"/>
                  </a:moveTo>
                  <a:lnTo>
                    <a:pt x="946810" y="457708"/>
                  </a:lnTo>
                  <a:lnTo>
                    <a:pt x="819111" y="499973"/>
                  </a:lnTo>
                  <a:lnTo>
                    <a:pt x="499160" y="819848"/>
                  </a:lnTo>
                  <a:lnTo>
                    <a:pt x="541439" y="862126"/>
                  </a:lnTo>
                  <a:lnTo>
                    <a:pt x="669137" y="819861"/>
                  </a:lnTo>
                  <a:lnTo>
                    <a:pt x="989088" y="499986"/>
                  </a:lnTo>
                  <a:close/>
                </a:path>
                <a:path w="2618740" h="1880870">
                  <a:moveTo>
                    <a:pt x="989088" y="42278"/>
                  </a:moveTo>
                  <a:lnTo>
                    <a:pt x="946810" y="0"/>
                  </a:lnTo>
                  <a:lnTo>
                    <a:pt x="819111" y="42265"/>
                  </a:lnTo>
                  <a:lnTo>
                    <a:pt x="499160" y="362140"/>
                  </a:lnTo>
                  <a:lnTo>
                    <a:pt x="541439" y="404418"/>
                  </a:lnTo>
                  <a:lnTo>
                    <a:pt x="669137" y="362153"/>
                  </a:lnTo>
                  <a:lnTo>
                    <a:pt x="989088" y="42278"/>
                  </a:lnTo>
                  <a:close/>
                </a:path>
                <a:path w="2618740" h="1880870">
                  <a:moveTo>
                    <a:pt x="1532293" y="1873123"/>
                  </a:moveTo>
                  <a:lnTo>
                    <a:pt x="1490014" y="1830844"/>
                  </a:lnTo>
                  <a:lnTo>
                    <a:pt x="1362329" y="1873110"/>
                  </a:lnTo>
                  <a:lnTo>
                    <a:pt x="1354759" y="1880679"/>
                  </a:lnTo>
                  <a:lnTo>
                    <a:pt x="1524736" y="1880679"/>
                  </a:lnTo>
                  <a:lnTo>
                    <a:pt x="1532293" y="1873123"/>
                  </a:lnTo>
                  <a:close/>
                </a:path>
                <a:path w="2618740" h="1880870">
                  <a:moveTo>
                    <a:pt x="1532293" y="1415415"/>
                  </a:moveTo>
                  <a:lnTo>
                    <a:pt x="1490014" y="1373136"/>
                  </a:lnTo>
                  <a:lnTo>
                    <a:pt x="1362329" y="1415402"/>
                  </a:lnTo>
                  <a:lnTo>
                    <a:pt x="1042365" y="1735277"/>
                  </a:lnTo>
                  <a:lnTo>
                    <a:pt x="1084643" y="1777555"/>
                  </a:lnTo>
                  <a:lnTo>
                    <a:pt x="1212342" y="1735289"/>
                  </a:lnTo>
                  <a:lnTo>
                    <a:pt x="1532293" y="1415415"/>
                  </a:lnTo>
                  <a:close/>
                </a:path>
                <a:path w="2618740" h="1880870">
                  <a:moveTo>
                    <a:pt x="1532293" y="957707"/>
                  </a:moveTo>
                  <a:lnTo>
                    <a:pt x="1490014" y="915428"/>
                  </a:lnTo>
                  <a:lnTo>
                    <a:pt x="1362329" y="957694"/>
                  </a:lnTo>
                  <a:lnTo>
                    <a:pt x="1042365" y="1277569"/>
                  </a:lnTo>
                  <a:lnTo>
                    <a:pt x="1084643" y="1319847"/>
                  </a:lnTo>
                  <a:lnTo>
                    <a:pt x="1212342" y="1277581"/>
                  </a:lnTo>
                  <a:lnTo>
                    <a:pt x="1532293" y="957707"/>
                  </a:lnTo>
                  <a:close/>
                </a:path>
                <a:path w="2618740" h="1880870">
                  <a:moveTo>
                    <a:pt x="1532293" y="499986"/>
                  </a:moveTo>
                  <a:lnTo>
                    <a:pt x="1490014" y="457708"/>
                  </a:lnTo>
                  <a:lnTo>
                    <a:pt x="1362329" y="499973"/>
                  </a:lnTo>
                  <a:lnTo>
                    <a:pt x="1042365" y="819848"/>
                  </a:lnTo>
                  <a:lnTo>
                    <a:pt x="1084643" y="862126"/>
                  </a:lnTo>
                  <a:lnTo>
                    <a:pt x="1212342" y="819861"/>
                  </a:lnTo>
                  <a:lnTo>
                    <a:pt x="1532293" y="499986"/>
                  </a:lnTo>
                  <a:close/>
                </a:path>
                <a:path w="2618740" h="1880870">
                  <a:moveTo>
                    <a:pt x="1532293" y="42278"/>
                  </a:moveTo>
                  <a:lnTo>
                    <a:pt x="1490014" y="0"/>
                  </a:lnTo>
                  <a:lnTo>
                    <a:pt x="1362329" y="42265"/>
                  </a:lnTo>
                  <a:lnTo>
                    <a:pt x="1042365" y="362140"/>
                  </a:lnTo>
                  <a:lnTo>
                    <a:pt x="1084643" y="404418"/>
                  </a:lnTo>
                  <a:lnTo>
                    <a:pt x="1212342" y="362153"/>
                  </a:lnTo>
                  <a:lnTo>
                    <a:pt x="1532293" y="42278"/>
                  </a:lnTo>
                  <a:close/>
                </a:path>
                <a:path w="2618740" h="1880870">
                  <a:moveTo>
                    <a:pt x="2075510" y="1873123"/>
                  </a:moveTo>
                  <a:lnTo>
                    <a:pt x="2033231" y="1830844"/>
                  </a:lnTo>
                  <a:lnTo>
                    <a:pt x="1905533" y="1873110"/>
                  </a:lnTo>
                  <a:lnTo>
                    <a:pt x="1897951" y="1880679"/>
                  </a:lnTo>
                  <a:lnTo>
                    <a:pt x="2067941" y="1880679"/>
                  </a:lnTo>
                  <a:lnTo>
                    <a:pt x="2075510" y="1873123"/>
                  </a:lnTo>
                  <a:close/>
                </a:path>
                <a:path w="2618740" h="1880870">
                  <a:moveTo>
                    <a:pt x="2075510" y="1415415"/>
                  </a:moveTo>
                  <a:lnTo>
                    <a:pt x="2033231" y="1373136"/>
                  </a:lnTo>
                  <a:lnTo>
                    <a:pt x="1905533" y="1415402"/>
                  </a:lnTo>
                  <a:lnTo>
                    <a:pt x="1585582" y="1735277"/>
                  </a:lnTo>
                  <a:lnTo>
                    <a:pt x="1627860" y="1777555"/>
                  </a:lnTo>
                  <a:lnTo>
                    <a:pt x="1755559" y="1735289"/>
                  </a:lnTo>
                  <a:lnTo>
                    <a:pt x="2075510" y="1415415"/>
                  </a:lnTo>
                  <a:close/>
                </a:path>
                <a:path w="2618740" h="1880870">
                  <a:moveTo>
                    <a:pt x="2075510" y="957707"/>
                  </a:moveTo>
                  <a:lnTo>
                    <a:pt x="2033231" y="915428"/>
                  </a:lnTo>
                  <a:lnTo>
                    <a:pt x="1905533" y="957694"/>
                  </a:lnTo>
                  <a:lnTo>
                    <a:pt x="1585582" y="1277569"/>
                  </a:lnTo>
                  <a:lnTo>
                    <a:pt x="1627860" y="1319847"/>
                  </a:lnTo>
                  <a:lnTo>
                    <a:pt x="1755559" y="1277581"/>
                  </a:lnTo>
                  <a:lnTo>
                    <a:pt x="2075510" y="957707"/>
                  </a:lnTo>
                  <a:close/>
                </a:path>
                <a:path w="2618740" h="1880870">
                  <a:moveTo>
                    <a:pt x="2075510" y="499986"/>
                  </a:moveTo>
                  <a:lnTo>
                    <a:pt x="2033231" y="457708"/>
                  </a:lnTo>
                  <a:lnTo>
                    <a:pt x="1905533" y="499973"/>
                  </a:lnTo>
                  <a:lnTo>
                    <a:pt x="1585582" y="819848"/>
                  </a:lnTo>
                  <a:lnTo>
                    <a:pt x="1627860" y="862126"/>
                  </a:lnTo>
                  <a:lnTo>
                    <a:pt x="1755559" y="819861"/>
                  </a:lnTo>
                  <a:lnTo>
                    <a:pt x="2075510" y="499986"/>
                  </a:lnTo>
                  <a:close/>
                </a:path>
                <a:path w="2618740" h="1880870">
                  <a:moveTo>
                    <a:pt x="2075510" y="42278"/>
                  </a:moveTo>
                  <a:lnTo>
                    <a:pt x="2033231" y="0"/>
                  </a:lnTo>
                  <a:lnTo>
                    <a:pt x="1905533" y="42265"/>
                  </a:lnTo>
                  <a:lnTo>
                    <a:pt x="1585582" y="362140"/>
                  </a:lnTo>
                  <a:lnTo>
                    <a:pt x="1627860" y="404418"/>
                  </a:lnTo>
                  <a:lnTo>
                    <a:pt x="1755559" y="362153"/>
                  </a:lnTo>
                  <a:lnTo>
                    <a:pt x="2075510" y="42278"/>
                  </a:lnTo>
                  <a:close/>
                </a:path>
                <a:path w="2618740" h="1880870">
                  <a:moveTo>
                    <a:pt x="2618714" y="1873123"/>
                  </a:moveTo>
                  <a:lnTo>
                    <a:pt x="2576436" y="1830844"/>
                  </a:lnTo>
                  <a:lnTo>
                    <a:pt x="2448750" y="1873110"/>
                  </a:lnTo>
                  <a:lnTo>
                    <a:pt x="2441181" y="1880679"/>
                  </a:lnTo>
                  <a:lnTo>
                    <a:pt x="2611158" y="1880679"/>
                  </a:lnTo>
                  <a:lnTo>
                    <a:pt x="2618714" y="1873123"/>
                  </a:lnTo>
                  <a:close/>
                </a:path>
                <a:path w="2618740" h="1880870">
                  <a:moveTo>
                    <a:pt x="2618714" y="1415415"/>
                  </a:moveTo>
                  <a:lnTo>
                    <a:pt x="2576436" y="1373136"/>
                  </a:lnTo>
                  <a:lnTo>
                    <a:pt x="2448750" y="1415402"/>
                  </a:lnTo>
                  <a:lnTo>
                    <a:pt x="2128786" y="1735277"/>
                  </a:lnTo>
                  <a:lnTo>
                    <a:pt x="2171065" y="1777555"/>
                  </a:lnTo>
                  <a:lnTo>
                    <a:pt x="2298763" y="1735289"/>
                  </a:lnTo>
                  <a:lnTo>
                    <a:pt x="2618714" y="1415415"/>
                  </a:lnTo>
                  <a:close/>
                </a:path>
                <a:path w="2618740" h="1880870">
                  <a:moveTo>
                    <a:pt x="2618714" y="957707"/>
                  </a:moveTo>
                  <a:lnTo>
                    <a:pt x="2576436" y="915428"/>
                  </a:lnTo>
                  <a:lnTo>
                    <a:pt x="2448750" y="957694"/>
                  </a:lnTo>
                  <a:lnTo>
                    <a:pt x="2128786" y="1277569"/>
                  </a:lnTo>
                  <a:lnTo>
                    <a:pt x="2171065" y="1319847"/>
                  </a:lnTo>
                  <a:lnTo>
                    <a:pt x="2298763" y="1277581"/>
                  </a:lnTo>
                  <a:lnTo>
                    <a:pt x="2618714" y="957707"/>
                  </a:lnTo>
                  <a:close/>
                </a:path>
                <a:path w="2618740" h="1880870">
                  <a:moveTo>
                    <a:pt x="2618714" y="499986"/>
                  </a:moveTo>
                  <a:lnTo>
                    <a:pt x="2576436" y="457708"/>
                  </a:lnTo>
                  <a:lnTo>
                    <a:pt x="2448750" y="499973"/>
                  </a:lnTo>
                  <a:lnTo>
                    <a:pt x="2128786" y="819848"/>
                  </a:lnTo>
                  <a:lnTo>
                    <a:pt x="2171065" y="862126"/>
                  </a:lnTo>
                  <a:lnTo>
                    <a:pt x="2298763" y="819861"/>
                  </a:lnTo>
                  <a:lnTo>
                    <a:pt x="2618714" y="499986"/>
                  </a:lnTo>
                  <a:close/>
                </a:path>
                <a:path w="2618740" h="1880870">
                  <a:moveTo>
                    <a:pt x="2618714" y="42278"/>
                  </a:moveTo>
                  <a:lnTo>
                    <a:pt x="2576436" y="0"/>
                  </a:lnTo>
                  <a:lnTo>
                    <a:pt x="2448750" y="42265"/>
                  </a:lnTo>
                  <a:lnTo>
                    <a:pt x="2128786" y="362140"/>
                  </a:lnTo>
                  <a:lnTo>
                    <a:pt x="2171065" y="404418"/>
                  </a:lnTo>
                  <a:lnTo>
                    <a:pt x="2298763" y="362153"/>
                  </a:lnTo>
                  <a:lnTo>
                    <a:pt x="2618714" y="42278"/>
                  </a:lnTo>
                  <a:close/>
                </a:path>
              </a:pathLst>
            </a:custGeom>
            <a:solidFill>
              <a:srgbClr val="0D0F38">
                <a:alpha val="13998"/>
              </a:srgbClr>
            </a:solidFill>
          </p:spPr>
          <p:txBody>
            <a:bodyPr wrap="square" lIns="0" tIns="0" rIns="0" bIns="0" rtlCol="0"/>
            <a:lstStyle/>
            <a:p>
              <a:endParaRPr/>
            </a:p>
          </p:txBody>
        </p:sp>
      </p:grpSp>
      <p:sp>
        <p:nvSpPr>
          <p:cNvPr id="15" name="object 15"/>
          <p:cNvSpPr/>
          <p:nvPr/>
        </p:nvSpPr>
        <p:spPr>
          <a:xfrm>
            <a:off x="8626208" y="1714503"/>
            <a:ext cx="1318260" cy="523875"/>
          </a:xfrm>
          <a:custGeom>
            <a:avLst/>
            <a:gdLst/>
            <a:ahLst/>
            <a:cxnLst/>
            <a:rect l="l" t="t" r="r" b="b"/>
            <a:pathLst>
              <a:path w="1318259" h="523875">
                <a:moveTo>
                  <a:pt x="1054455" y="25"/>
                </a:moveTo>
                <a:lnTo>
                  <a:pt x="0" y="0"/>
                </a:lnTo>
                <a:lnTo>
                  <a:pt x="0" y="131114"/>
                </a:lnTo>
                <a:lnTo>
                  <a:pt x="263436" y="263525"/>
                </a:lnTo>
                <a:lnTo>
                  <a:pt x="263436" y="523494"/>
                </a:lnTo>
                <a:lnTo>
                  <a:pt x="1317891" y="523506"/>
                </a:lnTo>
                <a:lnTo>
                  <a:pt x="1317891" y="392391"/>
                </a:lnTo>
                <a:lnTo>
                  <a:pt x="1054455" y="259981"/>
                </a:lnTo>
                <a:lnTo>
                  <a:pt x="1054455" y="25"/>
                </a:lnTo>
                <a:close/>
              </a:path>
            </a:pathLst>
          </a:custGeom>
          <a:solidFill>
            <a:srgbClr val="D6E5F5"/>
          </a:solidFill>
        </p:spPr>
        <p:txBody>
          <a:bodyPr wrap="square" lIns="0" tIns="0" rIns="0" bIns="0" rtlCol="0"/>
          <a:lstStyle/>
          <a:p>
            <a:endParaRPr/>
          </a:p>
        </p:txBody>
      </p:sp>
      <p:sp>
        <p:nvSpPr>
          <p:cNvPr id="16" name="object 16"/>
          <p:cNvSpPr txBox="1"/>
          <p:nvPr/>
        </p:nvSpPr>
        <p:spPr>
          <a:xfrm>
            <a:off x="7798485" y="1507793"/>
            <a:ext cx="1655445" cy="730585"/>
          </a:xfrm>
          <a:prstGeom prst="rect">
            <a:avLst/>
          </a:prstGeom>
        </p:spPr>
        <p:txBody>
          <a:bodyPr vert="horz" wrap="square" lIns="0" tIns="11430" rIns="0" bIns="0" rtlCol="0">
            <a:spAutoFit/>
          </a:bodyPr>
          <a:lstStyle/>
          <a:p>
            <a:pPr marL="50800" marR="43180" algn="r">
              <a:lnSpc>
                <a:spcPct val="119600"/>
              </a:lnSpc>
              <a:spcBef>
                <a:spcPts val="90"/>
              </a:spcBef>
            </a:pPr>
            <a:r>
              <a:rPr lang="ar-SA" sz="3000" b="1" baseline="37439" dirty="0">
                <a:latin typeface="Zanjabeel" pitchFamily="50" charset="-78"/>
                <a:cs typeface="Zanjabeel" pitchFamily="50" charset="-78"/>
              </a:rPr>
              <a:t>نطــــاق خدمــــاتنا</a:t>
            </a:r>
            <a:endParaRPr sz="3000" b="1" baseline="37439" dirty="0">
              <a:latin typeface="Zanjabeel" pitchFamily="50" charset="-78"/>
              <a:cs typeface="Zanjabeel" pitchFamily="50" charset="-78"/>
            </a:endParaRPr>
          </a:p>
        </p:txBody>
      </p:sp>
      <p:sp>
        <p:nvSpPr>
          <p:cNvPr id="24" name="object 24"/>
          <p:cNvSpPr txBox="1">
            <a:spLocks noGrp="1"/>
          </p:cNvSpPr>
          <p:nvPr>
            <p:ph type="sldNum" sz="quarter" idx="7"/>
          </p:nvPr>
        </p:nvSpPr>
        <p:spPr>
          <a:prstGeom prst="rect">
            <a:avLst/>
          </a:prstGeom>
        </p:spPr>
        <p:txBody>
          <a:bodyPr vert="horz" wrap="square" lIns="0" tIns="8255" rIns="0" bIns="0" rtlCol="0">
            <a:spAutoFit/>
          </a:bodyPr>
          <a:lstStyle/>
          <a:p>
            <a:pPr marL="77470">
              <a:lnSpc>
                <a:spcPct val="100000"/>
              </a:lnSpc>
              <a:spcBef>
                <a:spcPts val="65"/>
              </a:spcBef>
            </a:pPr>
            <a:fld id="{81D60167-4931-47E6-BA6A-407CBD079E47}" type="slidenum">
              <a:rPr spc="-50" dirty="0">
                <a:solidFill>
                  <a:srgbClr val="FFFFFF"/>
                </a:solidFill>
              </a:rPr>
              <a:t>7</a:t>
            </a:fld>
            <a:endParaRPr spc="-50" dirty="0">
              <a:solidFill>
                <a:srgbClr val="FFFFFF"/>
              </a:solidFill>
            </a:endParaRPr>
          </a:p>
        </p:txBody>
      </p:sp>
      <p:sp>
        <p:nvSpPr>
          <p:cNvPr id="17" name="object 17"/>
          <p:cNvSpPr txBox="1"/>
          <p:nvPr/>
        </p:nvSpPr>
        <p:spPr>
          <a:xfrm>
            <a:off x="3483506" y="4108737"/>
            <a:ext cx="1685289" cy="934871"/>
          </a:xfrm>
          <a:prstGeom prst="rect">
            <a:avLst/>
          </a:prstGeom>
        </p:spPr>
        <p:txBody>
          <a:bodyPr vert="horz" wrap="square" lIns="0" tIns="11430" rIns="0" bIns="0" rtlCol="0">
            <a:spAutoFit/>
          </a:bodyPr>
          <a:lstStyle/>
          <a:p>
            <a:pPr marL="25400" marR="30480" algn="r">
              <a:lnSpc>
                <a:spcPct val="100000"/>
              </a:lnSpc>
              <a:spcBef>
                <a:spcPts val="90"/>
              </a:spcBef>
            </a:pPr>
            <a:r>
              <a:rPr lang="ar-SA" sz="3000" b="1" dirty="0">
                <a:latin typeface="Zanjabeel" pitchFamily="50" charset="-78"/>
                <a:cs typeface="Zanjabeel" pitchFamily="50" charset="-78"/>
              </a:rPr>
              <a:t>التمكين القيادي</a:t>
            </a:r>
            <a:endParaRPr sz="3000" b="1" dirty="0">
              <a:latin typeface="Zanjabeel" pitchFamily="50" charset="-78"/>
              <a:cs typeface="Zanjabeel" pitchFamily="50" charset="-78"/>
            </a:endParaRPr>
          </a:p>
        </p:txBody>
      </p:sp>
      <p:sp>
        <p:nvSpPr>
          <p:cNvPr id="19" name="object 19"/>
          <p:cNvSpPr txBox="1"/>
          <p:nvPr/>
        </p:nvSpPr>
        <p:spPr>
          <a:xfrm>
            <a:off x="7381605" y="4007492"/>
            <a:ext cx="1877296" cy="1107547"/>
          </a:xfrm>
          <a:prstGeom prst="rect">
            <a:avLst/>
          </a:prstGeom>
        </p:spPr>
        <p:txBody>
          <a:bodyPr vert="horz" wrap="square" lIns="0" tIns="12700" rIns="0" bIns="0" rtlCol="0">
            <a:spAutoFit/>
          </a:bodyPr>
          <a:lstStyle/>
          <a:p>
            <a:pPr marL="25400" marR="30480" algn="r">
              <a:lnSpc>
                <a:spcPct val="122200"/>
              </a:lnSpc>
              <a:spcBef>
                <a:spcPts val="100"/>
              </a:spcBef>
            </a:pPr>
            <a:r>
              <a:rPr lang="ar-SA" sz="3000" b="1" dirty="0">
                <a:latin typeface="Zanjabeel" pitchFamily="50" charset="-78"/>
                <a:cs typeface="Zanjabeel" pitchFamily="50" charset="-78"/>
              </a:rPr>
              <a:t>التمكين المؤسسي</a:t>
            </a:r>
            <a:endParaRPr sz="3000" b="1" dirty="0">
              <a:latin typeface="Zanjabeel" pitchFamily="50" charset="-78"/>
              <a:cs typeface="Zanjabeel" pitchFamily="50" charset="-78"/>
            </a:endParaRPr>
          </a:p>
        </p:txBody>
      </p:sp>
      <p:sp>
        <p:nvSpPr>
          <p:cNvPr id="20" name="object 20"/>
          <p:cNvSpPr txBox="1"/>
          <p:nvPr/>
        </p:nvSpPr>
        <p:spPr>
          <a:xfrm>
            <a:off x="5579388" y="5093168"/>
            <a:ext cx="575945" cy="474345"/>
          </a:xfrm>
          <a:prstGeom prst="rect">
            <a:avLst/>
          </a:prstGeom>
        </p:spPr>
        <p:txBody>
          <a:bodyPr vert="horz" wrap="square" lIns="0" tIns="11430" rIns="0" bIns="0" rtlCol="0">
            <a:spAutoFit/>
          </a:bodyPr>
          <a:lstStyle/>
          <a:p>
            <a:pPr>
              <a:lnSpc>
                <a:spcPct val="100000"/>
              </a:lnSpc>
              <a:spcBef>
                <a:spcPts val="90"/>
              </a:spcBef>
            </a:pPr>
            <a:r>
              <a:rPr sz="2950" b="1" spc="545" dirty="0">
                <a:solidFill>
                  <a:srgbClr val="FFFFFF"/>
                </a:solidFill>
                <a:latin typeface="Arial"/>
                <a:cs typeface="Arial"/>
              </a:rPr>
              <a:t>01</a:t>
            </a:r>
            <a:endParaRPr sz="2950">
              <a:latin typeface="Arial"/>
              <a:cs typeface="Arial"/>
            </a:endParaRPr>
          </a:p>
        </p:txBody>
      </p:sp>
      <p:sp>
        <p:nvSpPr>
          <p:cNvPr id="21" name="object 21"/>
          <p:cNvSpPr txBox="1"/>
          <p:nvPr/>
        </p:nvSpPr>
        <p:spPr>
          <a:xfrm>
            <a:off x="1485870" y="5093168"/>
            <a:ext cx="584835" cy="474345"/>
          </a:xfrm>
          <a:prstGeom prst="rect">
            <a:avLst/>
          </a:prstGeom>
        </p:spPr>
        <p:txBody>
          <a:bodyPr vert="horz" wrap="square" lIns="0" tIns="11430" rIns="0" bIns="0" rtlCol="0">
            <a:spAutoFit/>
          </a:bodyPr>
          <a:lstStyle/>
          <a:p>
            <a:pPr>
              <a:lnSpc>
                <a:spcPct val="100000"/>
              </a:lnSpc>
              <a:spcBef>
                <a:spcPts val="90"/>
              </a:spcBef>
            </a:pPr>
            <a:r>
              <a:rPr sz="2950" b="1" spc="580" dirty="0">
                <a:solidFill>
                  <a:srgbClr val="FFFFFF"/>
                </a:solidFill>
                <a:latin typeface="Arial"/>
                <a:cs typeface="Arial"/>
              </a:rPr>
              <a:t>02</a:t>
            </a:r>
            <a:endParaRPr sz="2950">
              <a:latin typeface="Arial"/>
              <a:cs typeface="Arial"/>
            </a:endParaRPr>
          </a:p>
        </p:txBody>
      </p:sp>
      <p:sp>
        <p:nvSpPr>
          <p:cNvPr id="22" name="object 22"/>
          <p:cNvSpPr txBox="1"/>
          <p:nvPr/>
        </p:nvSpPr>
        <p:spPr>
          <a:xfrm>
            <a:off x="3232943" y="2479394"/>
            <a:ext cx="6152515" cy="351378"/>
          </a:xfrm>
          <a:prstGeom prst="rect">
            <a:avLst/>
          </a:prstGeom>
        </p:spPr>
        <p:txBody>
          <a:bodyPr vert="horz" wrap="square" lIns="0" tIns="12700" rIns="0" bIns="0" rtlCol="0">
            <a:spAutoFit/>
          </a:bodyPr>
          <a:lstStyle/>
          <a:p>
            <a:pPr rtl="1"/>
            <a:r>
              <a:rPr lang="ar-SA" sz="1100" dirty="0">
                <a:latin typeface="Zanjabeel Thin" pitchFamily="50" charset="-78"/>
                <a:cs typeface="Zanjabeel Thin" pitchFamily="50" charset="-78"/>
              </a:rPr>
              <a:t>في ظل التحولات التنظيمية وتعقيدات بيئات العمل، تحتاج المنظمات إلى تدخلات استراتيجية عالية الأثر لتعزيز إدارة الأداء؛ ومن هنا نقدم مسارين متكاملين للتمكين القيادي والمؤسسي.</a:t>
            </a:r>
            <a:endParaRPr lang="ar-SA" sz="1100" b="0" dirty="0">
              <a:effectLst/>
              <a:latin typeface="Zanjabeel Thin" pitchFamily="50" charset="-78"/>
              <a:cs typeface="Zanjabeel Thin" pitchFamily="50" charset="-78"/>
            </a:endParaRPr>
          </a:p>
        </p:txBody>
      </p:sp>
      <p:sp>
        <p:nvSpPr>
          <p:cNvPr id="18" name="TextBox 17">
            <a:extLst>
              <a:ext uri="{FF2B5EF4-FFF2-40B4-BE49-F238E27FC236}">
                <a16:creationId xmlns:a16="http://schemas.microsoft.com/office/drawing/2014/main" id="{3537883E-8CE3-3C0B-008C-7DA5761E4ED8}"/>
              </a:ext>
            </a:extLst>
          </p:cNvPr>
          <p:cNvSpPr txBox="1"/>
          <p:nvPr/>
        </p:nvSpPr>
        <p:spPr>
          <a:xfrm>
            <a:off x="7890747" y="238471"/>
            <a:ext cx="2392585" cy="200055"/>
          </a:xfrm>
          <a:prstGeom prst="rect">
            <a:avLst/>
          </a:prstGeom>
          <a:noFill/>
        </p:spPr>
        <p:txBody>
          <a:bodyPr wrap="square" rtlCol="0">
            <a:spAutoFit/>
          </a:bodyPr>
          <a:lstStyle/>
          <a:p>
            <a:pPr rtl="1"/>
            <a:r>
              <a:rPr lang="ar-SA" sz="700" dirty="0">
                <a:latin typeface="Zanjabeel" pitchFamily="50" charset="-78"/>
                <a:cs typeface="Zanjabeel" pitchFamily="50" charset="-78"/>
              </a:rPr>
              <a:t>ملف تعريفي               2026       </a:t>
            </a:r>
            <a:endParaRPr lang="en-US" sz="700" dirty="0">
              <a:latin typeface="Zanjabeel" pitchFamily="50" charset="-78"/>
              <a:cs typeface="Zanjabeel" pitchFamily="50" charset="-78"/>
            </a:endParaRPr>
          </a:p>
        </p:txBody>
      </p:sp>
      <p:sp>
        <p:nvSpPr>
          <p:cNvPr id="25" name="TextBox 24">
            <a:extLst>
              <a:ext uri="{FF2B5EF4-FFF2-40B4-BE49-F238E27FC236}">
                <a16:creationId xmlns:a16="http://schemas.microsoft.com/office/drawing/2014/main" id="{10EC1914-45ED-2BE7-B047-5EABB1BED92F}"/>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نطاق خدماتنا</a:t>
            </a:r>
            <a:endParaRPr lang="en-US" sz="700" dirty="0">
              <a:solidFill>
                <a:schemeClr val="bg1"/>
              </a:solidFill>
              <a:latin typeface="Zanjabeel" pitchFamily="50" charset="-78"/>
              <a:cs typeface="Zanjabeel" pitchFamily="50" charset="-7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350" y="6350"/>
            <a:ext cx="10685780" cy="7538084"/>
            <a:chOff x="6350" y="6350"/>
            <a:chExt cx="10685780" cy="7538084"/>
          </a:xfrm>
        </p:grpSpPr>
        <p:sp>
          <p:nvSpPr>
            <p:cNvPr id="3" name="object 3"/>
            <p:cNvSpPr/>
            <p:nvPr/>
          </p:nvSpPr>
          <p:spPr>
            <a:xfrm>
              <a:off x="7244994" y="3200412"/>
              <a:ext cx="3447415" cy="4343400"/>
            </a:xfrm>
            <a:custGeom>
              <a:avLst/>
              <a:gdLst/>
              <a:ahLst/>
              <a:cxnLst/>
              <a:rect l="l" t="t" r="r" b="b"/>
              <a:pathLst>
                <a:path w="3447415" h="4343400">
                  <a:moveTo>
                    <a:pt x="3446995" y="0"/>
                  </a:moveTo>
                  <a:lnTo>
                    <a:pt x="0" y="0"/>
                  </a:lnTo>
                  <a:lnTo>
                    <a:pt x="0" y="4343400"/>
                  </a:lnTo>
                  <a:lnTo>
                    <a:pt x="3446995" y="4343400"/>
                  </a:lnTo>
                  <a:lnTo>
                    <a:pt x="3446995" y="0"/>
                  </a:lnTo>
                  <a:close/>
                </a:path>
              </a:pathLst>
            </a:custGeom>
            <a:solidFill>
              <a:srgbClr val="D6E5F5"/>
            </a:solidFill>
          </p:spPr>
          <p:txBody>
            <a:bodyPr wrap="square" lIns="0" tIns="0" rIns="0" bIns="0" rtlCol="0"/>
            <a:lstStyle/>
            <a:p>
              <a:endParaRPr/>
            </a:p>
          </p:txBody>
        </p:sp>
        <p:sp>
          <p:nvSpPr>
            <p:cNvPr id="4" name="object 4"/>
            <p:cNvSpPr/>
            <p:nvPr/>
          </p:nvSpPr>
          <p:spPr>
            <a:xfrm>
              <a:off x="7244994" y="3200412"/>
              <a:ext cx="3447415" cy="4313555"/>
            </a:xfrm>
            <a:custGeom>
              <a:avLst/>
              <a:gdLst/>
              <a:ahLst/>
              <a:cxnLst/>
              <a:rect l="l" t="t" r="r" b="b"/>
              <a:pathLst>
                <a:path w="3447415" h="4313555">
                  <a:moveTo>
                    <a:pt x="38252" y="0"/>
                  </a:moveTo>
                  <a:lnTo>
                    <a:pt x="0" y="0"/>
                  </a:lnTo>
                  <a:lnTo>
                    <a:pt x="0" y="38252"/>
                  </a:lnTo>
                  <a:lnTo>
                    <a:pt x="38252" y="0"/>
                  </a:lnTo>
                  <a:close/>
                </a:path>
                <a:path w="3447415" h="4313555">
                  <a:moveTo>
                    <a:pt x="206413" y="3951287"/>
                  </a:moveTo>
                  <a:lnTo>
                    <a:pt x="164134" y="3909009"/>
                  </a:lnTo>
                  <a:lnTo>
                    <a:pt x="36436" y="3951274"/>
                  </a:lnTo>
                  <a:lnTo>
                    <a:pt x="0" y="3987698"/>
                  </a:lnTo>
                  <a:lnTo>
                    <a:pt x="0" y="4157662"/>
                  </a:lnTo>
                  <a:lnTo>
                    <a:pt x="206413" y="3951287"/>
                  </a:lnTo>
                  <a:close/>
                </a:path>
                <a:path w="3447415" h="4313555">
                  <a:moveTo>
                    <a:pt x="206413" y="3493579"/>
                  </a:moveTo>
                  <a:lnTo>
                    <a:pt x="164134" y="3451301"/>
                  </a:lnTo>
                  <a:lnTo>
                    <a:pt x="36436" y="3493554"/>
                  </a:lnTo>
                  <a:lnTo>
                    <a:pt x="0" y="3529990"/>
                  </a:lnTo>
                  <a:lnTo>
                    <a:pt x="0" y="3699954"/>
                  </a:lnTo>
                  <a:lnTo>
                    <a:pt x="206413" y="3493579"/>
                  </a:lnTo>
                  <a:close/>
                </a:path>
                <a:path w="3447415" h="4313555">
                  <a:moveTo>
                    <a:pt x="206413" y="3035871"/>
                  </a:moveTo>
                  <a:lnTo>
                    <a:pt x="164134" y="2993593"/>
                  </a:lnTo>
                  <a:lnTo>
                    <a:pt x="36436" y="3035858"/>
                  </a:lnTo>
                  <a:lnTo>
                    <a:pt x="0" y="3072282"/>
                  </a:lnTo>
                  <a:lnTo>
                    <a:pt x="0" y="3242233"/>
                  </a:lnTo>
                  <a:lnTo>
                    <a:pt x="206413" y="3035871"/>
                  </a:lnTo>
                  <a:close/>
                </a:path>
                <a:path w="3447415" h="4313555">
                  <a:moveTo>
                    <a:pt x="206413" y="2578150"/>
                  </a:moveTo>
                  <a:lnTo>
                    <a:pt x="164134" y="2535872"/>
                  </a:lnTo>
                  <a:lnTo>
                    <a:pt x="36436" y="2578138"/>
                  </a:lnTo>
                  <a:lnTo>
                    <a:pt x="0" y="2614574"/>
                  </a:lnTo>
                  <a:lnTo>
                    <a:pt x="0" y="2784525"/>
                  </a:lnTo>
                  <a:lnTo>
                    <a:pt x="206413" y="2578150"/>
                  </a:lnTo>
                  <a:close/>
                </a:path>
                <a:path w="3447415" h="4313555">
                  <a:moveTo>
                    <a:pt x="206413" y="2120442"/>
                  </a:moveTo>
                  <a:lnTo>
                    <a:pt x="164134" y="2078164"/>
                  </a:lnTo>
                  <a:lnTo>
                    <a:pt x="36436" y="2120430"/>
                  </a:lnTo>
                  <a:lnTo>
                    <a:pt x="0" y="2156853"/>
                  </a:lnTo>
                  <a:lnTo>
                    <a:pt x="0" y="2326805"/>
                  </a:lnTo>
                  <a:lnTo>
                    <a:pt x="206413" y="2120442"/>
                  </a:lnTo>
                  <a:close/>
                </a:path>
                <a:path w="3447415" h="4313555">
                  <a:moveTo>
                    <a:pt x="206413" y="1662722"/>
                  </a:moveTo>
                  <a:lnTo>
                    <a:pt x="164134" y="1620443"/>
                  </a:lnTo>
                  <a:lnTo>
                    <a:pt x="36436" y="1662709"/>
                  </a:lnTo>
                  <a:lnTo>
                    <a:pt x="0" y="1699145"/>
                  </a:lnTo>
                  <a:lnTo>
                    <a:pt x="0" y="1869097"/>
                  </a:lnTo>
                  <a:lnTo>
                    <a:pt x="206413" y="1662722"/>
                  </a:lnTo>
                  <a:close/>
                </a:path>
                <a:path w="3447415" h="4313555">
                  <a:moveTo>
                    <a:pt x="206413" y="1205014"/>
                  </a:moveTo>
                  <a:lnTo>
                    <a:pt x="164134" y="1162748"/>
                  </a:lnTo>
                  <a:lnTo>
                    <a:pt x="36436" y="1205001"/>
                  </a:lnTo>
                  <a:lnTo>
                    <a:pt x="0" y="1241425"/>
                  </a:lnTo>
                  <a:lnTo>
                    <a:pt x="0" y="1411389"/>
                  </a:lnTo>
                  <a:lnTo>
                    <a:pt x="206413" y="1205014"/>
                  </a:lnTo>
                  <a:close/>
                </a:path>
                <a:path w="3447415" h="4313555">
                  <a:moveTo>
                    <a:pt x="206413" y="747306"/>
                  </a:moveTo>
                  <a:lnTo>
                    <a:pt x="164134" y="705027"/>
                  </a:lnTo>
                  <a:lnTo>
                    <a:pt x="36436" y="747280"/>
                  </a:lnTo>
                  <a:lnTo>
                    <a:pt x="0" y="783717"/>
                  </a:lnTo>
                  <a:lnTo>
                    <a:pt x="0" y="953681"/>
                  </a:lnTo>
                  <a:lnTo>
                    <a:pt x="206413" y="747306"/>
                  </a:lnTo>
                  <a:close/>
                </a:path>
                <a:path w="3447415" h="4313555">
                  <a:moveTo>
                    <a:pt x="206413" y="289598"/>
                  </a:moveTo>
                  <a:lnTo>
                    <a:pt x="164134" y="247319"/>
                  </a:lnTo>
                  <a:lnTo>
                    <a:pt x="36436" y="289585"/>
                  </a:lnTo>
                  <a:lnTo>
                    <a:pt x="0" y="326009"/>
                  </a:lnTo>
                  <a:lnTo>
                    <a:pt x="0" y="495960"/>
                  </a:lnTo>
                  <a:lnTo>
                    <a:pt x="206413" y="289598"/>
                  </a:lnTo>
                  <a:close/>
                </a:path>
                <a:path w="3447415" h="4313555">
                  <a:moveTo>
                    <a:pt x="581469" y="0"/>
                  </a:moveTo>
                  <a:lnTo>
                    <a:pt x="411480" y="0"/>
                  </a:lnTo>
                  <a:lnTo>
                    <a:pt x="259702" y="151739"/>
                  </a:lnTo>
                  <a:lnTo>
                    <a:pt x="301980" y="194017"/>
                  </a:lnTo>
                  <a:lnTo>
                    <a:pt x="429679" y="151752"/>
                  </a:lnTo>
                  <a:lnTo>
                    <a:pt x="581469" y="0"/>
                  </a:lnTo>
                  <a:close/>
                </a:path>
                <a:path w="3447415" h="4313555">
                  <a:moveTo>
                    <a:pt x="749617" y="3951287"/>
                  </a:moveTo>
                  <a:lnTo>
                    <a:pt x="707339" y="3909009"/>
                  </a:lnTo>
                  <a:lnTo>
                    <a:pt x="579628" y="3951287"/>
                  </a:lnTo>
                  <a:lnTo>
                    <a:pt x="259702" y="4271162"/>
                  </a:lnTo>
                  <a:lnTo>
                    <a:pt x="301967" y="4313428"/>
                  </a:lnTo>
                  <a:lnTo>
                    <a:pt x="429666" y="4271162"/>
                  </a:lnTo>
                  <a:lnTo>
                    <a:pt x="749617" y="3951287"/>
                  </a:lnTo>
                  <a:close/>
                </a:path>
                <a:path w="3447415" h="4313555">
                  <a:moveTo>
                    <a:pt x="749617" y="3493579"/>
                  </a:moveTo>
                  <a:lnTo>
                    <a:pt x="707339" y="3451301"/>
                  </a:lnTo>
                  <a:lnTo>
                    <a:pt x="579628" y="3493579"/>
                  </a:lnTo>
                  <a:lnTo>
                    <a:pt x="259702" y="3813454"/>
                  </a:lnTo>
                  <a:lnTo>
                    <a:pt x="301967" y="3855720"/>
                  </a:lnTo>
                  <a:lnTo>
                    <a:pt x="429666" y="3813454"/>
                  </a:lnTo>
                  <a:lnTo>
                    <a:pt x="749617" y="3493579"/>
                  </a:lnTo>
                  <a:close/>
                </a:path>
                <a:path w="3447415" h="4313555">
                  <a:moveTo>
                    <a:pt x="749617" y="3035858"/>
                  </a:moveTo>
                  <a:lnTo>
                    <a:pt x="707339" y="2993580"/>
                  </a:lnTo>
                  <a:lnTo>
                    <a:pt x="579628" y="3035858"/>
                  </a:lnTo>
                  <a:lnTo>
                    <a:pt x="259702" y="3355733"/>
                  </a:lnTo>
                  <a:lnTo>
                    <a:pt x="301967" y="3397999"/>
                  </a:lnTo>
                  <a:lnTo>
                    <a:pt x="429666" y="3355733"/>
                  </a:lnTo>
                  <a:lnTo>
                    <a:pt x="749617" y="3035858"/>
                  </a:lnTo>
                  <a:close/>
                </a:path>
                <a:path w="3447415" h="4313555">
                  <a:moveTo>
                    <a:pt x="749617" y="2578150"/>
                  </a:moveTo>
                  <a:lnTo>
                    <a:pt x="707339" y="2535872"/>
                  </a:lnTo>
                  <a:lnTo>
                    <a:pt x="579628" y="2578150"/>
                  </a:lnTo>
                  <a:lnTo>
                    <a:pt x="259702" y="2898025"/>
                  </a:lnTo>
                  <a:lnTo>
                    <a:pt x="301967" y="2940291"/>
                  </a:lnTo>
                  <a:lnTo>
                    <a:pt x="429666" y="2898025"/>
                  </a:lnTo>
                  <a:lnTo>
                    <a:pt x="749617" y="2578150"/>
                  </a:lnTo>
                  <a:close/>
                </a:path>
                <a:path w="3447415" h="4313555">
                  <a:moveTo>
                    <a:pt x="749617" y="2120442"/>
                  </a:moveTo>
                  <a:lnTo>
                    <a:pt x="707339" y="2078164"/>
                  </a:lnTo>
                  <a:lnTo>
                    <a:pt x="579628" y="2120442"/>
                  </a:lnTo>
                  <a:lnTo>
                    <a:pt x="259702" y="2440317"/>
                  </a:lnTo>
                  <a:lnTo>
                    <a:pt x="301967" y="2482583"/>
                  </a:lnTo>
                  <a:lnTo>
                    <a:pt x="429666" y="2440317"/>
                  </a:lnTo>
                  <a:lnTo>
                    <a:pt x="749617" y="2120442"/>
                  </a:lnTo>
                  <a:close/>
                </a:path>
                <a:path w="3447415" h="4313555">
                  <a:moveTo>
                    <a:pt x="749617" y="1662722"/>
                  </a:moveTo>
                  <a:lnTo>
                    <a:pt x="707339" y="1620443"/>
                  </a:lnTo>
                  <a:lnTo>
                    <a:pt x="579628" y="1662722"/>
                  </a:lnTo>
                  <a:lnTo>
                    <a:pt x="259702" y="1982597"/>
                  </a:lnTo>
                  <a:lnTo>
                    <a:pt x="301967" y="2024862"/>
                  </a:lnTo>
                  <a:lnTo>
                    <a:pt x="429666" y="1982597"/>
                  </a:lnTo>
                  <a:lnTo>
                    <a:pt x="749617" y="1662722"/>
                  </a:lnTo>
                  <a:close/>
                </a:path>
                <a:path w="3447415" h="4313555">
                  <a:moveTo>
                    <a:pt x="749617" y="1205014"/>
                  </a:moveTo>
                  <a:lnTo>
                    <a:pt x="707339" y="1162735"/>
                  </a:lnTo>
                  <a:lnTo>
                    <a:pt x="579628" y="1205014"/>
                  </a:lnTo>
                  <a:lnTo>
                    <a:pt x="259702" y="1524889"/>
                  </a:lnTo>
                  <a:lnTo>
                    <a:pt x="301967" y="1567154"/>
                  </a:lnTo>
                  <a:lnTo>
                    <a:pt x="429666" y="1524889"/>
                  </a:lnTo>
                  <a:lnTo>
                    <a:pt x="749617" y="1205014"/>
                  </a:lnTo>
                  <a:close/>
                </a:path>
                <a:path w="3447415" h="4313555">
                  <a:moveTo>
                    <a:pt x="749617" y="747306"/>
                  </a:moveTo>
                  <a:lnTo>
                    <a:pt x="707339" y="705027"/>
                  </a:lnTo>
                  <a:lnTo>
                    <a:pt x="579628" y="747306"/>
                  </a:lnTo>
                  <a:lnTo>
                    <a:pt x="259702" y="1067181"/>
                  </a:lnTo>
                  <a:lnTo>
                    <a:pt x="301967" y="1109446"/>
                  </a:lnTo>
                  <a:lnTo>
                    <a:pt x="429666" y="1067181"/>
                  </a:lnTo>
                  <a:lnTo>
                    <a:pt x="749617" y="747306"/>
                  </a:lnTo>
                  <a:close/>
                </a:path>
                <a:path w="3447415" h="4313555">
                  <a:moveTo>
                    <a:pt x="749617" y="289585"/>
                  </a:moveTo>
                  <a:lnTo>
                    <a:pt x="707339" y="247307"/>
                  </a:lnTo>
                  <a:lnTo>
                    <a:pt x="579628" y="289585"/>
                  </a:lnTo>
                  <a:lnTo>
                    <a:pt x="259702" y="609460"/>
                  </a:lnTo>
                  <a:lnTo>
                    <a:pt x="301967" y="651725"/>
                  </a:lnTo>
                  <a:lnTo>
                    <a:pt x="429666" y="609460"/>
                  </a:lnTo>
                  <a:lnTo>
                    <a:pt x="749617" y="289585"/>
                  </a:lnTo>
                  <a:close/>
                </a:path>
                <a:path w="3447415" h="4313555">
                  <a:moveTo>
                    <a:pt x="1124673" y="0"/>
                  </a:moveTo>
                  <a:lnTo>
                    <a:pt x="954684" y="0"/>
                  </a:lnTo>
                  <a:lnTo>
                    <a:pt x="802906" y="151739"/>
                  </a:lnTo>
                  <a:lnTo>
                    <a:pt x="845185" y="194017"/>
                  </a:lnTo>
                  <a:lnTo>
                    <a:pt x="972883" y="151752"/>
                  </a:lnTo>
                  <a:lnTo>
                    <a:pt x="1124673" y="0"/>
                  </a:lnTo>
                  <a:close/>
                </a:path>
                <a:path w="3447415" h="4313555">
                  <a:moveTo>
                    <a:pt x="1292834" y="3951287"/>
                  </a:moveTo>
                  <a:lnTo>
                    <a:pt x="1250556" y="3909009"/>
                  </a:lnTo>
                  <a:lnTo>
                    <a:pt x="1122857" y="3951274"/>
                  </a:lnTo>
                  <a:lnTo>
                    <a:pt x="802906" y="4271149"/>
                  </a:lnTo>
                  <a:lnTo>
                    <a:pt x="845185" y="4313428"/>
                  </a:lnTo>
                  <a:lnTo>
                    <a:pt x="972883" y="4271175"/>
                  </a:lnTo>
                  <a:lnTo>
                    <a:pt x="1292834" y="3951287"/>
                  </a:lnTo>
                  <a:close/>
                </a:path>
                <a:path w="3447415" h="4313555">
                  <a:moveTo>
                    <a:pt x="1292834" y="3493579"/>
                  </a:moveTo>
                  <a:lnTo>
                    <a:pt x="1250556" y="3451301"/>
                  </a:lnTo>
                  <a:lnTo>
                    <a:pt x="1122857" y="3493566"/>
                  </a:lnTo>
                  <a:lnTo>
                    <a:pt x="802906" y="3813441"/>
                  </a:lnTo>
                  <a:lnTo>
                    <a:pt x="845185" y="3855720"/>
                  </a:lnTo>
                  <a:lnTo>
                    <a:pt x="972883" y="3813467"/>
                  </a:lnTo>
                  <a:lnTo>
                    <a:pt x="1292834" y="3493579"/>
                  </a:lnTo>
                  <a:close/>
                </a:path>
                <a:path w="3447415" h="4313555">
                  <a:moveTo>
                    <a:pt x="1292834" y="3035858"/>
                  </a:moveTo>
                  <a:lnTo>
                    <a:pt x="1250556" y="2993580"/>
                  </a:lnTo>
                  <a:lnTo>
                    <a:pt x="1122857" y="3035846"/>
                  </a:lnTo>
                  <a:lnTo>
                    <a:pt x="802906" y="3355721"/>
                  </a:lnTo>
                  <a:lnTo>
                    <a:pt x="845185" y="3397999"/>
                  </a:lnTo>
                  <a:lnTo>
                    <a:pt x="972883" y="3355746"/>
                  </a:lnTo>
                  <a:lnTo>
                    <a:pt x="1292834" y="3035858"/>
                  </a:lnTo>
                  <a:close/>
                </a:path>
                <a:path w="3447415" h="4313555">
                  <a:moveTo>
                    <a:pt x="1292834" y="2578150"/>
                  </a:moveTo>
                  <a:lnTo>
                    <a:pt x="1250556" y="2535872"/>
                  </a:lnTo>
                  <a:lnTo>
                    <a:pt x="1122857" y="2578138"/>
                  </a:lnTo>
                  <a:lnTo>
                    <a:pt x="802906" y="2898013"/>
                  </a:lnTo>
                  <a:lnTo>
                    <a:pt x="845185" y="2940291"/>
                  </a:lnTo>
                  <a:lnTo>
                    <a:pt x="972883" y="2898038"/>
                  </a:lnTo>
                  <a:lnTo>
                    <a:pt x="1292834" y="2578150"/>
                  </a:lnTo>
                  <a:close/>
                </a:path>
                <a:path w="3447415" h="4313555">
                  <a:moveTo>
                    <a:pt x="1292834" y="2120442"/>
                  </a:moveTo>
                  <a:lnTo>
                    <a:pt x="1250556" y="2078164"/>
                  </a:lnTo>
                  <a:lnTo>
                    <a:pt x="1122857" y="2120430"/>
                  </a:lnTo>
                  <a:lnTo>
                    <a:pt x="802906" y="2440305"/>
                  </a:lnTo>
                  <a:lnTo>
                    <a:pt x="845185" y="2482583"/>
                  </a:lnTo>
                  <a:lnTo>
                    <a:pt x="972883" y="2440330"/>
                  </a:lnTo>
                  <a:lnTo>
                    <a:pt x="1292834" y="2120442"/>
                  </a:lnTo>
                  <a:close/>
                </a:path>
                <a:path w="3447415" h="4313555">
                  <a:moveTo>
                    <a:pt x="1292834" y="1662722"/>
                  </a:moveTo>
                  <a:lnTo>
                    <a:pt x="1250556" y="1620443"/>
                  </a:lnTo>
                  <a:lnTo>
                    <a:pt x="1122857" y="1662709"/>
                  </a:lnTo>
                  <a:lnTo>
                    <a:pt x="802906" y="1982584"/>
                  </a:lnTo>
                  <a:lnTo>
                    <a:pt x="845185" y="2024862"/>
                  </a:lnTo>
                  <a:lnTo>
                    <a:pt x="972883" y="1982609"/>
                  </a:lnTo>
                  <a:lnTo>
                    <a:pt x="1292834" y="1662722"/>
                  </a:lnTo>
                  <a:close/>
                </a:path>
                <a:path w="3447415" h="4313555">
                  <a:moveTo>
                    <a:pt x="1292834" y="1205014"/>
                  </a:moveTo>
                  <a:lnTo>
                    <a:pt x="1250556" y="1162735"/>
                  </a:lnTo>
                  <a:lnTo>
                    <a:pt x="1122857" y="1205001"/>
                  </a:lnTo>
                  <a:lnTo>
                    <a:pt x="802906" y="1524876"/>
                  </a:lnTo>
                  <a:lnTo>
                    <a:pt x="845185" y="1567154"/>
                  </a:lnTo>
                  <a:lnTo>
                    <a:pt x="972883" y="1524901"/>
                  </a:lnTo>
                  <a:lnTo>
                    <a:pt x="1292834" y="1205014"/>
                  </a:lnTo>
                  <a:close/>
                </a:path>
                <a:path w="3447415" h="4313555">
                  <a:moveTo>
                    <a:pt x="1292834" y="747306"/>
                  </a:moveTo>
                  <a:lnTo>
                    <a:pt x="1250556" y="705027"/>
                  </a:lnTo>
                  <a:lnTo>
                    <a:pt x="1122857" y="747293"/>
                  </a:lnTo>
                  <a:lnTo>
                    <a:pt x="802906" y="1067168"/>
                  </a:lnTo>
                  <a:lnTo>
                    <a:pt x="845185" y="1109446"/>
                  </a:lnTo>
                  <a:lnTo>
                    <a:pt x="972883" y="1067193"/>
                  </a:lnTo>
                  <a:lnTo>
                    <a:pt x="1292834" y="747306"/>
                  </a:lnTo>
                  <a:close/>
                </a:path>
                <a:path w="3447415" h="4313555">
                  <a:moveTo>
                    <a:pt x="1292834" y="289585"/>
                  </a:moveTo>
                  <a:lnTo>
                    <a:pt x="1250556" y="247307"/>
                  </a:lnTo>
                  <a:lnTo>
                    <a:pt x="1122857" y="289572"/>
                  </a:lnTo>
                  <a:lnTo>
                    <a:pt x="802906" y="609447"/>
                  </a:lnTo>
                  <a:lnTo>
                    <a:pt x="845185" y="651725"/>
                  </a:lnTo>
                  <a:lnTo>
                    <a:pt x="972883" y="609473"/>
                  </a:lnTo>
                  <a:lnTo>
                    <a:pt x="1292834" y="289585"/>
                  </a:lnTo>
                  <a:close/>
                </a:path>
                <a:path w="3447415" h="4313555">
                  <a:moveTo>
                    <a:pt x="1667891" y="0"/>
                  </a:moveTo>
                  <a:lnTo>
                    <a:pt x="1497901" y="0"/>
                  </a:lnTo>
                  <a:lnTo>
                    <a:pt x="1346123" y="151739"/>
                  </a:lnTo>
                  <a:lnTo>
                    <a:pt x="1388402" y="194017"/>
                  </a:lnTo>
                  <a:lnTo>
                    <a:pt x="1516100" y="151752"/>
                  </a:lnTo>
                  <a:lnTo>
                    <a:pt x="1667891" y="0"/>
                  </a:lnTo>
                  <a:close/>
                </a:path>
                <a:path w="3447415" h="4313555">
                  <a:moveTo>
                    <a:pt x="1836051" y="3951287"/>
                  </a:moveTo>
                  <a:lnTo>
                    <a:pt x="1793773" y="3909009"/>
                  </a:lnTo>
                  <a:lnTo>
                    <a:pt x="1666062" y="3951287"/>
                  </a:lnTo>
                  <a:lnTo>
                    <a:pt x="1346136" y="4271162"/>
                  </a:lnTo>
                  <a:lnTo>
                    <a:pt x="1388402" y="4313428"/>
                  </a:lnTo>
                  <a:lnTo>
                    <a:pt x="1516100" y="4271162"/>
                  </a:lnTo>
                  <a:lnTo>
                    <a:pt x="1836051" y="3951287"/>
                  </a:lnTo>
                  <a:close/>
                </a:path>
                <a:path w="3447415" h="4313555">
                  <a:moveTo>
                    <a:pt x="1836051" y="3493579"/>
                  </a:moveTo>
                  <a:lnTo>
                    <a:pt x="1793773" y="3451301"/>
                  </a:lnTo>
                  <a:lnTo>
                    <a:pt x="1666062" y="3493579"/>
                  </a:lnTo>
                  <a:lnTo>
                    <a:pt x="1346136" y="3813454"/>
                  </a:lnTo>
                  <a:lnTo>
                    <a:pt x="1388402" y="3855720"/>
                  </a:lnTo>
                  <a:lnTo>
                    <a:pt x="1516100" y="3813454"/>
                  </a:lnTo>
                  <a:lnTo>
                    <a:pt x="1836051" y="3493579"/>
                  </a:lnTo>
                  <a:close/>
                </a:path>
                <a:path w="3447415" h="4313555">
                  <a:moveTo>
                    <a:pt x="1836051" y="3035858"/>
                  </a:moveTo>
                  <a:lnTo>
                    <a:pt x="1793773" y="2993580"/>
                  </a:lnTo>
                  <a:lnTo>
                    <a:pt x="1666062" y="3035858"/>
                  </a:lnTo>
                  <a:lnTo>
                    <a:pt x="1346136" y="3355733"/>
                  </a:lnTo>
                  <a:lnTo>
                    <a:pt x="1388402" y="3397999"/>
                  </a:lnTo>
                  <a:lnTo>
                    <a:pt x="1516100" y="3355733"/>
                  </a:lnTo>
                  <a:lnTo>
                    <a:pt x="1836051" y="3035858"/>
                  </a:lnTo>
                  <a:close/>
                </a:path>
                <a:path w="3447415" h="4313555">
                  <a:moveTo>
                    <a:pt x="1836051" y="2578150"/>
                  </a:moveTo>
                  <a:lnTo>
                    <a:pt x="1793773" y="2535872"/>
                  </a:lnTo>
                  <a:lnTo>
                    <a:pt x="1666062" y="2578150"/>
                  </a:lnTo>
                  <a:lnTo>
                    <a:pt x="1346136" y="2898025"/>
                  </a:lnTo>
                  <a:lnTo>
                    <a:pt x="1388402" y="2940291"/>
                  </a:lnTo>
                  <a:lnTo>
                    <a:pt x="1516100" y="2898025"/>
                  </a:lnTo>
                  <a:lnTo>
                    <a:pt x="1836051" y="2578150"/>
                  </a:lnTo>
                  <a:close/>
                </a:path>
                <a:path w="3447415" h="4313555">
                  <a:moveTo>
                    <a:pt x="1836051" y="2120442"/>
                  </a:moveTo>
                  <a:lnTo>
                    <a:pt x="1793773" y="2078164"/>
                  </a:lnTo>
                  <a:lnTo>
                    <a:pt x="1666062" y="2120442"/>
                  </a:lnTo>
                  <a:lnTo>
                    <a:pt x="1346136" y="2440317"/>
                  </a:lnTo>
                  <a:lnTo>
                    <a:pt x="1388402" y="2482583"/>
                  </a:lnTo>
                  <a:lnTo>
                    <a:pt x="1516100" y="2440317"/>
                  </a:lnTo>
                  <a:lnTo>
                    <a:pt x="1836051" y="2120442"/>
                  </a:lnTo>
                  <a:close/>
                </a:path>
                <a:path w="3447415" h="4313555">
                  <a:moveTo>
                    <a:pt x="1836051" y="1662722"/>
                  </a:moveTo>
                  <a:lnTo>
                    <a:pt x="1793773" y="1620443"/>
                  </a:lnTo>
                  <a:lnTo>
                    <a:pt x="1666062" y="1662722"/>
                  </a:lnTo>
                  <a:lnTo>
                    <a:pt x="1346136" y="1982597"/>
                  </a:lnTo>
                  <a:lnTo>
                    <a:pt x="1388402" y="2024862"/>
                  </a:lnTo>
                  <a:lnTo>
                    <a:pt x="1516100" y="1982597"/>
                  </a:lnTo>
                  <a:lnTo>
                    <a:pt x="1836051" y="1662722"/>
                  </a:lnTo>
                  <a:close/>
                </a:path>
                <a:path w="3447415" h="4313555">
                  <a:moveTo>
                    <a:pt x="1836051" y="1205014"/>
                  </a:moveTo>
                  <a:lnTo>
                    <a:pt x="1793773" y="1162735"/>
                  </a:lnTo>
                  <a:lnTo>
                    <a:pt x="1666062" y="1205014"/>
                  </a:lnTo>
                  <a:lnTo>
                    <a:pt x="1346136" y="1524889"/>
                  </a:lnTo>
                  <a:lnTo>
                    <a:pt x="1388402" y="1567154"/>
                  </a:lnTo>
                  <a:lnTo>
                    <a:pt x="1516100" y="1524889"/>
                  </a:lnTo>
                  <a:lnTo>
                    <a:pt x="1836051" y="1205014"/>
                  </a:lnTo>
                  <a:close/>
                </a:path>
                <a:path w="3447415" h="4313555">
                  <a:moveTo>
                    <a:pt x="1836051" y="747306"/>
                  </a:moveTo>
                  <a:lnTo>
                    <a:pt x="1793773" y="705027"/>
                  </a:lnTo>
                  <a:lnTo>
                    <a:pt x="1666062" y="747306"/>
                  </a:lnTo>
                  <a:lnTo>
                    <a:pt x="1346136" y="1067181"/>
                  </a:lnTo>
                  <a:lnTo>
                    <a:pt x="1388402" y="1109446"/>
                  </a:lnTo>
                  <a:lnTo>
                    <a:pt x="1516100" y="1067181"/>
                  </a:lnTo>
                  <a:lnTo>
                    <a:pt x="1836051" y="747306"/>
                  </a:lnTo>
                  <a:close/>
                </a:path>
                <a:path w="3447415" h="4313555">
                  <a:moveTo>
                    <a:pt x="1836051" y="289585"/>
                  </a:moveTo>
                  <a:lnTo>
                    <a:pt x="1793773" y="247307"/>
                  </a:lnTo>
                  <a:lnTo>
                    <a:pt x="1666062" y="289585"/>
                  </a:lnTo>
                  <a:lnTo>
                    <a:pt x="1346136" y="609460"/>
                  </a:lnTo>
                  <a:lnTo>
                    <a:pt x="1388402" y="651725"/>
                  </a:lnTo>
                  <a:lnTo>
                    <a:pt x="1516100" y="609460"/>
                  </a:lnTo>
                  <a:lnTo>
                    <a:pt x="1836051" y="289585"/>
                  </a:lnTo>
                  <a:close/>
                </a:path>
                <a:path w="3447415" h="4313555">
                  <a:moveTo>
                    <a:pt x="2211095" y="0"/>
                  </a:moveTo>
                  <a:lnTo>
                    <a:pt x="2041118" y="0"/>
                  </a:lnTo>
                  <a:lnTo>
                    <a:pt x="1889340" y="151739"/>
                  </a:lnTo>
                  <a:lnTo>
                    <a:pt x="1931606" y="194017"/>
                  </a:lnTo>
                  <a:lnTo>
                    <a:pt x="2059305" y="151752"/>
                  </a:lnTo>
                  <a:lnTo>
                    <a:pt x="2211095" y="0"/>
                  </a:lnTo>
                  <a:close/>
                </a:path>
                <a:path w="3447415" h="4313555">
                  <a:moveTo>
                    <a:pt x="2379256" y="3951287"/>
                  </a:moveTo>
                  <a:lnTo>
                    <a:pt x="2336977" y="3909009"/>
                  </a:lnTo>
                  <a:lnTo>
                    <a:pt x="2209279" y="3951274"/>
                  </a:lnTo>
                  <a:lnTo>
                    <a:pt x="1889328" y="4271149"/>
                  </a:lnTo>
                  <a:lnTo>
                    <a:pt x="1931606" y="4313428"/>
                  </a:lnTo>
                  <a:lnTo>
                    <a:pt x="2059305" y="4271175"/>
                  </a:lnTo>
                  <a:lnTo>
                    <a:pt x="2379256" y="3951287"/>
                  </a:lnTo>
                  <a:close/>
                </a:path>
                <a:path w="3447415" h="4313555">
                  <a:moveTo>
                    <a:pt x="2379256" y="3493579"/>
                  </a:moveTo>
                  <a:lnTo>
                    <a:pt x="2336977" y="3451301"/>
                  </a:lnTo>
                  <a:lnTo>
                    <a:pt x="2209279" y="3493566"/>
                  </a:lnTo>
                  <a:lnTo>
                    <a:pt x="1889328" y="3813441"/>
                  </a:lnTo>
                  <a:lnTo>
                    <a:pt x="1931606" y="3855720"/>
                  </a:lnTo>
                  <a:lnTo>
                    <a:pt x="2059305" y="3813467"/>
                  </a:lnTo>
                  <a:lnTo>
                    <a:pt x="2379256" y="3493579"/>
                  </a:lnTo>
                  <a:close/>
                </a:path>
                <a:path w="3447415" h="4313555">
                  <a:moveTo>
                    <a:pt x="2379256" y="3035858"/>
                  </a:moveTo>
                  <a:lnTo>
                    <a:pt x="2336977" y="2993580"/>
                  </a:lnTo>
                  <a:lnTo>
                    <a:pt x="2209279" y="3035846"/>
                  </a:lnTo>
                  <a:lnTo>
                    <a:pt x="1889328" y="3355721"/>
                  </a:lnTo>
                  <a:lnTo>
                    <a:pt x="1931606" y="3397999"/>
                  </a:lnTo>
                  <a:lnTo>
                    <a:pt x="2059305" y="3355746"/>
                  </a:lnTo>
                  <a:lnTo>
                    <a:pt x="2379256" y="3035858"/>
                  </a:lnTo>
                  <a:close/>
                </a:path>
                <a:path w="3447415" h="4313555">
                  <a:moveTo>
                    <a:pt x="2379256" y="2578150"/>
                  </a:moveTo>
                  <a:lnTo>
                    <a:pt x="2336977" y="2535872"/>
                  </a:lnTo>
                  <a:lnTo>
                    <a:pt x="2209279" y="2578138"/>
                  </a:lnTo>
                  <a:lnTo>
                    <a:pt x="1889328" y="2898013"/>
                  </a:lnTo>
                  <a:lnTo>
                    <a:pt x="1931606" y="2940291"/>
                  </a:lnTo>
                  <a:lnTo>
                    <a:pt x="2059305" y="2898038"/>
                  </a:lnTo>
                  <a:lnTo>
                    <a:pt x="2379256" y="2578150"/>
                  </a:lnTo>
                  <a:close/>
                </a:path>
                <a:path w="3447415" h="4313555">
                  <a:moveTo>
                    <a:pt x="2379256" y="2120442"/>
                  </a:moveTo>
                  <a:lnTo>
                    <a:pt x="2336977" y="2078164"/>
                  </a:lnTo>
                  <a:lnTo>
                    <a:pt x="2209279" y="2120430"/>
                  </a:lnTo>
                  <a:lnTo>
                    <a:pt x="1889328" y="2440305"/>
                  </a:lnTo>
                  <a:lnTo>
                    <a:pt x="1931606" y="2482583"/>
                  </a:lnTo>
                  <a:lnTo>
                    <a:pt x="2059305" y="2440330"/>
                  </a:lnTo>
                  <a:lnTo>
                    <a:pt x="2379256" y="2120442"/>
                  </a:lnTo>
                  <a:close/>
                </a:path>
                <a:path w="3447415" h="4313555">
                  <a:moveTo>
                    <a:pt x="2379256" y="1662722"/>
                  </a:moveTo>
                  <a:lnTo>
                    <a:pt x="2336977" y="1620443"/>
                  </a:lnTo>
                  <a:lnTo>
                    <a:pt x="2209279" y="1662709"/>
                  </a:lnTo>
                  <a:lnTo>
                    <a:pt x="1889328" y="1982584"/>
                  </a:lnTo>
                  <a:lnTo>
                    <a:pt x="1931606" y="2024862"/>
                  </a:lnTo>
                  <a:lnTo>
                    <a:pt x="2059305" y="1982609"/>
                  </a:lnTo>
                  <a:lnTo>
                    <a:pt x="2379256" y="1662722"/>
                  </a:lnTo>
                  <a:close/>
                </a:path>
                <a:path w="3447415" h="4313555">
                  <a:moveTo>
                    <a:pt x="2379256" y="1205014"/>
                  </a:moveTo>
                  <a:lnTo>
                    <a:pt x="2336977" y="1162735"/>
                  </a:lnTo>
                  <a:lnTo>
                    <a:pt x="2209279" y="1205001"/>
                  </a:lnTo>
                  <a:lnTo>
                    <a:pt x="1889328" y="1524876"/>
                  </a:lnTo>
                  <a:lnTo>
                    <a:pt x="1931606" y="1567154"/>
                  </a:lnTo>
                  <a:lnTo>
                    <a:pt x="2059305" y="1524901"/>
                  </a:lnTo>
                  <a:lnTo>
                    <a:pt x="2379256" y="1205014"/>
                  </a:lnTo>
                  <a:close/>
                </a:path>
                <a:path w="3447415" h="4313555">
                  <a:moveTo>
                    <a:pt x="2379256" y="747306"/>
                  </a:moveTo>
                  <a:lnTo>
                    <a:pt x="2336977" y="705027"/>
                  </a:lnTo>
                  <a:lnTo>
                    <a:pt x="2209279" y="747293"/>
                  </a:lnTo>
                  <a:lnTo>
                    <a:pt x="1889328" y="1067168"/>
                  </a:lnTo>
                  <a:lnTo>
                    <a:pt x="1931606" y="1109446"/>
                  </a:lnTo>
                  <a:lnTo>
                    <a:pt x="2059305" y="1067193"/>
                  </a:lnTo>
                  <a:lnTo>
                    <a:pt x="2379256" y="747306"/>
                  </a:lnTo>
                  <a:close/>
                </a:path>
                <a:path w="3447415" h="4313555">
                  <a:moveTo>
                    <a:pt x="2379256" y="289585"/>
                  </a:moveTo>
                  <a:lnTo>
                    <a:pt x="2336977" y="247307"/>
                  </a:lnTo>
                  <a:lnTo>
                    <a:pt x="2209279" y="289572"/>
                  </a:lnTo>
                  <a:lnTo>
                    <a:pt x="1889328" y="609447"/>
                  </a:lnTo>
                  <a:lnTo>
                    <a:pt x="1931606" y="651725"/>
                  </a:lnTo>
                  <a:lnTo>
                    <a:pt x="2059305" y="609473"/>
                  </a:lnTo>
                  <a:lnTo>
                    <a:pt x="2379256" y="289585"/>
                  </a:lnTo>
                  <a:close/>
                </a:path>
                <a:path w="3447415" h="4313555">
                  <a:moveTo>
                    <a:pt x="2754312" y="0"/>
                  </a:moveTo>
                  <a:lnTo>
                    <a:pt x="2584335" y="0"/>
                  </a:lnTo>
                  <a:lnTo>
                    <a:pt x="2432558" y="151739"/>
                  </a:lnTo>
                  <a:lnTo>
                    <a:pt x="2474823" y="194017"/>
                  </a:lnTo>
                  <a:lnTo>
                    <a:pt x="2602522" y="151752"/>
                  </a:lnTo>
                  <a:lnTo>
                    <a:pt x="2754312" y="0"/>
                  </a:lnTo>
                  <a:close/>
                </a:path>
                <a:path w="3447415" h="4313555">
                  <a:moveTo>
                    <a:pt x="2922473" y="3951287"/>
                  </a:moveTo>
                  <a:lnTo>
                    <a:pt x="2880195" y="3909009"/>
                  </a:lnTo>
                  <a:lnTo>
                    <a:pt x="2752483" y="3951287"/>
                  </a:lnTo>
                  <a:lnTo>
                    <a:pt x="2432558" y="4271162"/>
                  </a:lnTo>
                  <a:lnTo>
                    <a:pt x="2474823" y="4313428"/>
                  </a:lnTo>
                  <a:lnTo>
                    <a:pt x="2602522" y="4271162"/>
                  </a:lnTo>
                  <a:lnTo>
                    <a:pt x="2922473" y="3951287"/>
                  </a:lnTo>
                  <a:close/>
                </a:path>
                <a:path w="3447415" h="4313555">
                  <a:moveTo>
                    <a:pt x="2922473" y="3493579"/>
                  </a:moveTo>
                  <a:lnTo>
                    <a:pt x="2880195" y="3451301"/>
                  </a:lnTo>
                  <a:lnTo>
                    <a:pt x="2752483" y="3493579"/>
                  </a:lnTo>
                  <a:lnTo>
                    <a:pt x="2432558" y="3813454"/>
                  </a:lnTo>
                  <a:lnTo>
                    <a:pt x="2474823" y="3855720"/>
                  </a:lnTo>
                  <a:lnTo>
                    <a:pt x="2602522" y="3813454"/>
                  </a:lnTo>
                  <a:lnTo>
                    <a:pt x="2922473" y="3493579"/>
                  </a:lnTo>
                  <a:close/>
                </a:path>
                <a:path w="3447415" h="4313555">
                  <a:moveTo>
                    <a:pt x="2922473" y="3035858"/>
                  </a:moveTo>
                  <a:lnTo>
                    <a:pt x="2880195" y="2993580"/>
                  </a:lnTo>
                  <a:lnTo>
                    <a:pt x="2752483" y="3035858"/>
                  </a:lnTo>
                  <a:lnTo>
                    <a:pt x="2432558" y="3355733"/>
                  </a:lnTo>
                  <a:lnTo>
                    <a:pt x="2474823" y="3397999"/>
                  </a:lnTo>
                  <a:lnTo>
                    <a:pt x="2602522" y="3355733"/>
                  </a:lnTo>
                  <a:lnTo>
                    <a:pt x="2922473" y="3035858"/>
                  </a:lnTo>
                  <a:close/>
                </a:path>
                <a:path w="3447415" h="4313555">
                  <a:moveTo>
                    <a:pt x="2922473" y="2578150"/>
                  </a:moveTo>
                  <a:lnTo>
                    <a:pt x="2880195" y="2535872"/>
                  </a:lnTo>
                  <a:lnTo>
                    <a:pt x="2752483" y="2578150"/>
                  </a:lnTo>
                  <a:lnTo>
                    <a:pt x="2432558" y="2898025"/>
                  </a:lnTo>
                  <a:lnTo>
                    <a:pt x="2474823" y="2940291"/>
                  </a:lnTo>
                  <a:lnTo>
                    <a:pt x="2602522" y="2898025"/>
                  </a:lnTo>
                  <a:lnTo>
                    <a:pt x="2922473" y="2578150"/>
                  </a:lnTo>
                  <a:close/>
                </a:path>
                <a:path w="3447415" h="4313555">
                  <a:moveTo>
                    <a:pt x="2922473" y="2120442"/>
                  </a:moveTo>
                  <a:lnTo>
                    <a:pt x="2880195" y="2078164"/>
                  </a:lnTo>
                  <a:lnTo>
                    <a:pt x="2752483" y="2120442"/>
                  </a:lnTo>
                  <a:lnTo>
                    <a:pt x="2432558" y="2440317"/>
                  </a:lnTo>
                  <a:lnTo>
                    <a:pt x="2474823" y="2482583"/>
                  </a:lnTo>
                  <a:lnTo>
                    <a:pt x="2602522" y="2440317"/>
                  </a:lnTo>
                  <a:lnTo>
                    <a:pt x="2922473" y="2120442"/>
                  </a:lnTo>
                  <a:close/>
                </a:path>
                <a:path w="3447415" h="4313555">
                  <a:moveTo>
                    <a:pt x="2922473" y="1662722"/>
                  </a:moveTo>
                  <a:lnTo>
                    <a:pt x="2880195" y="1620443"/>
                  </a:lnTo>
                  <a:lnTo>
                    <a:pt x="2752483" y="1662722"/>
                  </a:lnTo>
                  <a:lnTo>
                    <a:pt x="2432558" y="1982597"/>
                  </a:lnTo>
                  <a:lnTo>
                    <a:pt x="2474823" y="2024862"/>
                  </a:lnTo>
                  <a:lnTo>
                    <a:pt x="2602522" y="1982597"/>
                  </a:lnTo>
                  <a:lnTo>
                    <a:pt x="2922473" y="1662722"/>
                  </a:lnTo>
                  <a:close/>
                </a:path>
                <a:path w="3447415" h="4313555">
                  <a:moveTo>
                    <a:pt x="2922473" y="1205014"/>
                  </a:moveTo>
                  <a:lnTo>
                    <a:pt x="2880195" y="1162735"/>
                  </a:lnTo>
                  <a:lnTo>
                    <a:pt x="2752483" y="1205014"/>
                  </a:lnTo>
                  <a:lnTo>
                    <a:pt x="2432558" y="1524889"/>
                  </a:lnTo>
                  <a:lnTo>
                    <a:pt x="2474823" y="1567154"/>
                  </a:lnTo>
                  <a:lnTo>
                    <a:pt x="2602522" y="1524889"/>
                  </a:lnTo>
                  <a:lnTo>
                    <a:pt x="2922473" y="1205014"/>
                  </a:lnTo>
                  <a:close/>
                </a:path>
                <a:path w="3447415" h="4313555">
                  <a:moveTo>
                    <a:pt x="2922473" y="747306"/>
                  </a:moveTo>
                  <a:lnTo>
                    <a:pt x="2880195" y="705027"/>
                  </a:lnTo>
                  <a:lnTo>
                    <a:pt x="2752483" y="747306"/>
                  </a:lnTo>
                  <a:lnTo>
                    <a:pt x="2432558" y="1067181"/>
                  </a:lnTo>
                  <a:lnTo>
                    <a:pt x="2474823" y="1109446"/>
                  </a:lnTo>
                  <a:lnTo>
                    <a:pt x="2602522" y="1067181"/>
                  </a:lnTo>
                  <a:lnTo>
                    <a:pt x="2922473" y="747306"/>
                  </a:lnTo>
                  <a:close/>
                </a:path>
                <a:path w="3447415" h="4313555">
                  <a:moveTo>
                    <a:pt x="2922473" y="289585"/>
                  </a:moveTo>
                  <a:lnTo>
                    <a:pt x="2880195" y="247307"/>
                  </a:lnTo>
                  <a:lnTo>
                    <a:pt x="2752483" y="289585"/>
                  </a:lnTo>
                  <a:lnTo>
                    <a:pt x="2432558" y="609460"/>
                  </a:lnTo>
                  <a:lnTo>
                    <a:pt x="2474823" y="651725"/>
                  </a:lnTo>
                  <a:lnTo>
                    <a:pt x="2602522" y="609460"/>
                  </a:lnTo>
                  <a:lnTo>
                    <a:pt x="2922473" y="289585"/>
                  </a:lnTo>
                  <a:close/>
                </a:path>
                <a:path w="3447415" h="4313555">
                  <a:moveTo>
                    <a:pt x="3297529" y="0"/>
                  </a:moveTo>
                  <a:lnTo>
                    <a:pt x="3127540" y="0"/>
                  </a:lnTo>
                  <a:lnTo>
                    <a:pt x="2975762" y="151739"/>
                  </a:lnTo>
                  <a:lnTo>
                    <a:pt x="3018040" y="194017"/>
                  </a:lnTo>
                  <a:lnTo>
                    <a:pt x="3145739" y="151752"/>
                  </a:lnTo>
                  <a:lnTo>
                    <a:pt x="3297529" y="0"/>
                  </a:lnTo>
                  <a:close/>
                </a:path>
                <a:path w="3447415" h="4313555">
                  <a:moveTo>
                    <a:pt x="3446983" y="3932593"/>
                  </a:moveTo>
                  <a:lnTo>
                    <a:pt x="3423399" y="3909009"/>
                  </a:lnTo>
                  <a:lnTo>
                    <a:pt x="3295713" y="3951274"/>
                  </a:lnTo>
                  <a:lnTo>
                    <a:pt x="2975749" y="4271149"/>
                  </a:lnTo>
                  <a:lnTo>
                    <a:pt x="3018028" y="4313428"/>
                  </a:lnTo>
                  <a:lnTo>
                    <a:pt x="3145726" y="4271162"/>
                  </a:lnTo>
                  <a:lnTo>
                    <a:pt x="3446983" y="3969982"/>
                  </a:lnTo>
                  <a:lnTo>
                    <a:pt x="3446983" y="3932593"/>
                  </a:lnTo>
                  <a:close/>
                </a:path>
                <a:path w="3447415" h="4313555">
                  <a:moveTo>
                    <a:pt x="3446983" y="3474885"/>
                  </a:moveTo>
                  <a:lnTo>
                    <a:pt x="3423399" y="3451301"/>
                  </a:lnTo>
                  <a:lnTo>
                    <a:pt x="3295713" y="3493566"/>
                  </a:lnTo>
                  <a:lnTo>
                    <a:pt x="2975749" y="3813441"/>
                  </a:lnTo>
                  <a:lnTo>
                    <a:pt x="3018028" y="3855720"/>
                  </a:lnTo>
                  <a:lnTo>
                    <a:pt x="3145726" y="3813454"/>
                  </a:lnTo>
                  <a:lnTo>
                    <a:pt x="3446983" y="3512261"/>
                  </a:lnTo>
                  <a:lnTo>
                    <a:pt x="3446983" y="3474885"/>
                  </a:lnTo>
                  <a:close/>
                </a:path>
                <a:path w="3447415" h="4313555">
                  <a:moveTo>
                    <a:pt x="3446983" y="3017164"/>
                  </a:moveTo>
                  <a:lnTo>
                    <a:pt x="3423399" y="2993580"/>
                  </a:lnTo>
                  <a:lnTo>
                    <a:pt x="3295713" y="3035846"/>
                  </a:lnTo>
                  <a:lnTo>
                    <a:pt x="2975749" y="3355721"/>
                  </a:lnTo>
                  <a:lnTo>
                    <a:pt x="3018028" y="3397999"/>
                  </a:lnTo>
                  <a:lnTo>
                    <a:pt x="3145726" y="3355733"/>
                  </a:lnTo>
                  <a:lnTo>
                    <a:pt x="3446983" y="3054553"/>
                  </a:lnTo>
                  <a:lnTo>
                    <a:pt x="3446983" y="3017164"/>
                  </a:lnTo>
                  <a:close/>
                </a:path>
                <a:path w="3447415" h="4313555">
                  <a:moveTo>
                    <a:pt x="3446983" y="2559456"/>
                  </a:moveTo>
                  <a:lnTo>
                    <a:pt x="3423399" y="2535872"/>
                  </a:lnTo>
                  <a:lnTo>
                    <a:pt x="3295713" y="2578138"/>
                  </a:lnTo>
                  <a:lnTo>
                    <a:pt x="2975749" y="2898013"/>
                  </a:lnTo>
                  <a:lnTo>
                    <a:pt x="3018028" y="2940291"/>
                  </a:lnTo>
                  <a:lnTo>
                    <a:pt x="3145726" y="2898025"/>
                  </a:lnTo>
                  <a:lnTo>
                    <a:pt x="3446983" y="2596845"/>
                  </a:lnTo>
                  <a:lnTo>
                    <a:pt x="3446983" y="2559456"/>
                  </a:lnTo>
                  <a:close/>
                </a:path>
                <a:path w="3447415" h="4313555">
                  <a:moveTo>
                    <a:pt x="3446983" y="2101748"/>
                  </a:moveTo>
                  <a:lnTo>
                    <a:pt x="3423399" y="2078164"/>
                  </a:lnTo>
                  <a:lnTo>
                    <a:pt x="3295713" y="2120430"/>
                  </a:lnTo>
                  <a:lnTo>
                    <a:pt x="2975749" y="2440305"/>
                  </a:lnTo>
                  <a:lnTo>
                    <a:pt x="3018028" y="2482583"/>
                  </a:lnTo>
                  <a:lnTo>
                    <a:pt x="3145726" y="2440317"/>
                  </a:lnTo>
                  <a:lnTo>
                    <a:pt x="3446983" y="2139124"/>
                  </a:lnTo>
                  <a:lnTo>
                    <a:pt x="3446983" y="2101748"/>
                  </a:lnTo>
                  <a:close/>
                </a:path>
                <a:path w="3447415" h="4313555">
                  <a:moveTo>
                    <a:pt x="3446983" y="1644027"/>
                  </a:moveTo>
                  <a:lnTo>
                    <a:pt x="3423399" y="1620443"/>
                  </a:lnTo>
                  <a:lnTo>
                    <a:pt x="3295713" y="1662709"/>
                  </a:lnTo>
                  <a:lnTo>
                    <a:pt x="2975749" y="1982584"/>
                  </a:lnTo>
                  <a:lnTo>
                    <a:pt x="3018028" y="2024862"/>
                  </a:lnTo>
                  <a:lnTo>
                    <a:pt x="3145726" y="1982597"/>
                  </a:lnTo>
                  <a:lnTo>
                    <a:pt x="3446983" y="1681416"/>
                  </a:lnTo>
                  <a:lnTo>
                    <a:pt x="3446983" y="1644027"/>
                  </a:lnTo>
                  <a:close/>
                </a:path>
                <a:path w="3447415" h="4313555">
                  <a:moveTo>
                    <a:pt x="3446983" y="1186319"/>
                  </a:moveTo>
                  <a:lnTo>
                    <a:pt x="3423399" y="1162735"/>
                  </a:lnTo>
                  <a:lnTo>
                    <a:pt x="3295713" y="1205001"/>
                  </a:lnTo>
                  <a:lnTo>
                    <a:pt x="2975749" y="1524876"/>
                  </a:lnTo>
                  <a:lnTo>
                    <a:pt x="3018028" y="1567154"/>
                  </a:lnTo>
                  <a:lnTo>
                    <a:pt x="3145726" y="1524889"/>
                  </a:lnTo>
                  <a:lnTo>
                    <a:pt x="3446983" y="1223708"/>
                  </a:lnTo>
                  <a:lnTo>
                    <a:pt x="3446983" y="1186319"/>
                  </a:lnTo>
                  <a:close/>
                </a:path>
                <a:path w="3447415" h="4313555">
                  <a:moveTo>
                    <a:pt x="3446983" y="728611"/>
                  </a:moveTo>
                  <a:lnTo>
                    <a:pt x="3423399" y="705027"/>
                  </a:lnTo>
                  <a:lnTo>
                    <a:pt x="3295713" y="747293"/>
                  </a:lnTo>
                  <a:lnTo>
                    <a:pt x="2975749" y="1067168"/>
                  </a:lnTo>
                  <a:lnTo>
                    <a:pt x="3018028" y="1109446"/>
                  </a:lnTo>
                  <a:lnTo>
                    <a:pt x="3145726" y="1067181"/>
                  </a:lnTo>
                  <a:lnTo>
                    <a:pt x="3446983" y="765987"/>
                  </a:lnTo>
                  <a:lnTo>
                    <a:pt x="3446983" y="728611"/>
                  </a:lnTo>
                  <a:close/>
                </a:path>
                <a:path w="3447415" h="4313555">
                  <a:moveTo>
                    <a:pt x="3446983" y="270891"/>
                  </a:moveTo>
                  <a:lnTo>
                    <a:pt x="3423399" y="247307"/>
                  </a:lnTo>
                  <a:lnTo>
                    <a:pt x="3295713" y="289572"/>
                  </a:lnTo>
                  <a:lnTo>
                    <a:pt x="2975749" y="609447"/>
                  </a:lnTo>
                  <a:lnTo>
                    <a:pt x="3018028" y="651725"/>
                  </a:lnTo>
                  <a:lnTo>
                    <a:pt x="3145726" y="609460"/>
                  </a:lnTo>
                  <a:lnTo>
                    <a:pt x="3446983" y="308279"/>
                  </a:lnTo>
                  <a:lnTo>
                    <a:pt x="3446983" y="270891"/>
                  </a:lnTo>
                  <a:close/>
                </a:path>
              </a:pathLst>
            </a:custGeom>
            <a:solidFill>
              <a:srgbClr val="0D0F38">
                <a:alpha val="13998"/>
              </a:srgbClr>
            </a:solidFill>
          </p:spPr>
          <p:txBody>
            <a:bodyPr wrap="square" lIns="0" tIns="0" rIns="0" bIns="0" rtlCol="0"/>
            <a:lstStyle/>
            <a:p>
              <a:endParaRPr/>
            </a:p>
          </p:txBody>
        </p:sp>
        <p:pic>
          <p:nvPicPr>
            <p:cNvPr id="5" name="object 5"/>
            <p:cNvPicPr/>
            <p:nvPr/>
          </p:nvPicPr>
          <p:blipFill>
            <a:blip r:embed="rId2" cstate="print"/>
            <a:stretch>
              <a:fillRect/>
            </a:stretch>
          </p:blipFill>
          <p:spPr>
            <a:xfrm>
              <a:off x="6350" y="6350"/>
              <a:ext cx="10685640" cy="3206737"/>
            </a:xfrm>
            <a:prstGeom prst="rect">
              <a:avLst/>
            </a:prstGeom>
          </p:spPr>
        </p:pic>
        <p:sp>
          <p:nvSpPr>
            <p:cNvPr id="6" name="object 6"/>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grpSp>
      <p:sp>
        <p:nvSpPr>
          <p:cNvPr id="9" name="object 9"/>
          <p:cNvSpPr/>
          <p:nvPr/>
        </p:nvSpPr>
        <p:spPr>
          <a:xfrm>
            <a:off x="2183396" y="4723815"/>
            <a:ext cx="4874260" cy="1374775"/>
          </a:xfrm>
          <a:custGeom>
            <a:avLst/>
            <a:gdLst/>
            <a:ahLst/>
            <a:cxnLst/>
            <a:rect l="l" t="t" r="r" b="b"/>
            <a:pathLst>
              <a:path w="4874259" h="1374775">
                <a:moveTo>
                  <a:pt x="179832" y="1073912"/>
                </a:moveTo>
                <a:lnTo>
                  <a:pt x="0" y="1073912"/>
                </a:lnTo>
                <a:lnTo>
                  <a:pt x="0" y="1369110"/>
                </a:lnTo>
                <a:lnTo>
                  <a:pt x="179832" y="1369110"/>
                </a:lnTo>
                <a:lnTo>
                  <a:pt x="179832" y="1073912"/>
                </a:lnTo>
                <a:close/>
              </a:path>
              <a:path w="4874259" h="1374775">
                <a:moveTo>
                  <a:pt x="187934" y="0"/>
                </a:moveTo>
                <a:lnTo>
                  <a:pt x="8102" y="0"/>
                </a:lnTo>
                <a:lnTo>
                  <a:pt x="8102" y="295198"/>
                </a:lnTo>
                <a:lnTo>
                  <a:pt x="187934" y="295198"/>
                </a:lnTo>
                <a:lnTo>
                  <a:pt x="187934" y="0"/>
                </a:lnTo>
                <a:close/>
              </a:path>
              <a:path w="4874259" h="1374775">
                <a:moveTo>
                  <a:pt x="2576538" y="1079309"/>
                </a:moveTo>
                <a:lnTo>
                  <a:pt x="2396706" y="1079309"/>
                </a:lnTo>
                <a:lnTo>
                  <a:pt x="2396706" y="1374508"/>
                </a:lnTo>
                <a:lnTo>
                  <a:pt x="2576538" y="1374508"/>
                </a:lnTo>
                <a:lnTo>
                  <a:pt x="2576538" y="1079309"/>
                </a:lnTo>
                <a:close/>
              </a:path>
              <a:path w="4874259" h="1374775">
                <a:moveTo>
                  <a:pt x="2588234" y="0"/>
                </a:moveTo>
                <a:lnTo>
                  <a:pt x="2408402" y="0"/>
                </a:lnTo>
                <a:lnTo>
                  <a:pt x="2408402" y="295198"/>
                </a:lnTo>
                <a:lnTo>
                  <a:pt x="2588234" y="295198"/>
                </a:lnTo>
                <a:lnTo>
                  <a:pt x="2588234" y="0"/>
                </a:lnTo>
                <a:close/>
              </a:path>
              <a:path w="4874259" h="1374775">
                <a:moveTo>
                  <a:pt x="4874222" y="1079309"/>
                </a:moveTo>
                <a:lnTo>
                  <a:pt x="4694402" y="1079309"/>
                </a:lnTo>
                <a:lnTo>
                  <a:pt x="4694402" y="1374508"/>
                </a:lnTo>
                <a:lnTo>
                  <a:pt x="4874222" y="1374508"/>
                </a:lnTo>
                <a:lnTo>
                  <a:pt x="4874222" y="1079309"/>
                </a:lnTo>
                <a:close/>
              </a:path>
              <a:path w="4874259" h="1374775">
                <a:moveTo>
                  <a:pt x="4874222" y="0"/>
                </a:moveTo>
                <a:lnTo>
                  <a:pt x="4694402" y="0"/>
                </a:lnTo>
                <a:lnTo>
                  <a:pt x="4694402" y="295198"/>
                </a:lnTo>
                <a:lnTo>
                  <a:pt x="4874222" y="295198"/>
                </a:lnTo>
                <a:lnTo>
                  <a:pt x="4874222" y="0"/>
                </a:lnTo>
                <a:close/>
              </a:path>
            </a:pathLst>
          </a:custGeom>
          <a:solidFill>
            <a:srgbClr val="D6E5F5"/>
          </a:solidFill>
        </p:spPr>
        <p:txBody>
          <a:bodyPr wrap="square" lIns="0" tIns="0" rIns="0" bIns="0" rtlCol="0"/>
          <a:lstStyle/>
          <a:p>
            <a:endParaRPr sz="1100">
              <a:latin typeface="Zanjabeel Thin" pitchFamily="50" charset="-78"/>
              <a:cs typeface="Zanjabeel Thin" pitchFamily="50" charset="-78"/>
            </a:endParaRPr>
          </a:p>
        </p:txBody>
      </p:sp>
      <p:sp>
        <p:nvSpPr>
          <p:cNvPr id="10" name="object 10"/>
          <p:cNvSpPr txBox="1"/>
          <p:nvPr/>
        </p:nvSpPr>
        <p:spPr>
          <a:xfrm>
            <a:off x="7556500" y="3738834"/>
            <a:ext cx="2885874" cy="401392"/>
          </a:xfrm>
          <a:prstGeom prst="rect">
            <a:avLst/>
          </a:prstGeom>
        </p:spPr>
        <p:txBody>
          <a:bodyPr vert="horz" wrap="square" lIns="0" tIns="16510" rIns="0" bIns="0" rtlCol="0">
            <a:spAutoFit/>
          </a:bodyPr>
          <a:lstStyle/>
          <a:p>
            <a:pPr marL="38100" marR="30480" algn="r">
              <a:lnSpc>
                <a:spcPct val="100000"/>
              </a:lnSpc>
              <a:spcBef>
                <a:spcPts val="130"/>
              </a:spcBef>
            </a:pPr>
            <a:r>
              <a:rPr lang="ar-SA" sz="2500" b="1" dirty="0">
                <a:latin typeface="Zanjabeel" pitchFamily="50" charset="-78"/>
                <a:cs typeface="Zanjabeel" pitchFamily="50" charset="-78"/>
              </a:rPr>
              <a:t>التمكين المؤسسي</a:t>
            </a:r>
            <a:endParaRPr sz="2500" b="1" dirty="0">
              <a:latin typeface="Zanjabeel" pitchFamily="50" charset="-78"/>
              <a:cs typeface="Zanjabeel" pitchFamily="50" charset="-78"/>
            </a:endParaRPr>
          </a:p>
        </p:txBody>
      </p:sp>
      <p:sp>
        <p:nvSpPr>
          <p:cNvPr id="12" name="object 12"/>
          <p:cNvSpPr txBox="1"/>
          <p:nvPr/>
        </p:nvSpPr>
        <p:spPr>
          <a:xfrm>
            <a:off x="7365211" y="4407072"/>
            <a:ext cx="3206979" cy="884858"/>
          </a:xfrm>
          <a:prstGeom prst="rect">
            <a:avLst/>
          </a:prstGeom>
        </p:spPr>
        <p:txBody>
          <a:bodyPr vert="horz" wrap="square" lIns="0" tIns="38100" rIns="0" bIns="0" rtlCol="0">
            <a:spAutoFit/>
          </a:bodyPr>
          <a:lstStyle/>
          <a:p>
            <a:pPr rtl="1"/>
            <a:r>
              <a:rPr lang="ar-SA" sz="1100" dirty="0">
                <a:latin typeface="Zanjabeel Thin" pitchFamily="50" charset="-78"/>
                <a:cs typeface="Zanjabeel Thin" pitchFamily="50" charset="-78"/>
              </a:rPr>
              <a:t>نُطوّر جاهزية الكيانات لرفع كفاءة الأداء وتحقيق نتائج استراتيجية قابلة للقياس، عبر تدخلات تطويرية متكاملة تُحسن الحوكمة والعمليات والنموذج التشغيلي، وتربط التخطيط بالتنفيذ، وتدعم استدامة الأداء المؤسسي.</a:t>
            </a:r>
            <a:endParaRPr lang="ar-SA" sz="1100" dirty="0">
              <a:effectLst/>
              <a:latin typeface="Zanjabeel Thin" pitchFamily="50" charset="-78"/>
              <a:cs typeface="Zanjabeel Thin" pitchFamily="50" charset="-78"/>
            </a:endParaRPr>
          </a:p>
        </p:txBody>
      </p:sp>
      <p:sp>
        <p:nvSpPr>
          <p:cNvPr id="16" name="object 16"/>
          <p:cNvSpPr txBox="1"/>
          <p:nvPr/>
        </p:nvSpPr>
        <p:spPr>
          <a:xfrm>
            <a:off x="5429610" y="3873505"/>
            <a:ext cx="1695450" cy="325089"/>
          </a:xfrm>
          <a:prstGeom prst="rect">
            <a:avLst/>
          </a:prstGeom>
        </p:spPr>
        <p:txBody>
          <a:bodyPr vert="horz" wrap="square" lIns="0" tIns="17145" rIns="0" bIns="0" rtlCol="0">
            <a:spAutoFit/>
          </a:bodyPr>
          <a:lstStyle/>
          <a:p>
            <a:pPr marL="38100" marR="30480" algn="r">
              <a:lnSpc>
                <a:spcPct val="100000"/>
              </a:lnSpc>
              <a:spcBef>
                <a:spcPts val="135"/>
              </a:spcBef>
            </a:pPr>
            <a:r>
              <a:rPr lang="ar-SA" sz="2000" b="1" dirty="0">
                <a:latin typeface="Zanjabeel Light" pitchFamily="50" charset="-78"/>
                <a:cs typeface="Zanjabeel Light" pitchFamily="50" charset="-78"/>
              </a:rPr>
              <a:t>الأثر المتـــوقع</a:t>
            </a:r>
            <a:endParaRPr sz="2000" b="1" dirty="0">
              <a:latin typeface="Zanjabeel Light" pitchFamily="50" charset="-78"/>
              <a:cs typeface="Zanjabeel Light" pitchFamily="50" charset="-78"/>
            </a:endParaRPr>
          </a:p>
        </p:txBody>
      </p:sp>
      <p:sp>
        <p:nvSpPr>
          <p:cNvPr id="19" name="object 19"/>
          <p:cNvSpPr txBox="1"/>
          <p:nvPr/>
        </p:nvSpPr>
        <p:spPr>
          <a:xfrm>
            <a:off x="5215542" y="4725019"/>
            <a:ext cx="1737995" cy="520655"/>
          </a:xfrm>
          <a:prstGeom prst="rect">
            <a:avLst/>
          </a:prstGeom>
        </p:spPr>
        <p:txBody>
          <a:bodyPr vert="horz" wrap="square" lIns="0" tIns="12700" rIns="0" bIns="0" rtlCol="0">
            <a:spAutoFit/>
          </a:bodyPr>
          <a:lstStyle/>
          <a:p>
            <a:pPr rtl="1" fontAlgn="base"/>
            <a:r>
              <a:rPr lang="ar-SA" sz="1100" dirty="0">
                <a:latin typeface="Zanjabeel Thin" pitchFamily="50" charset="-78"/>
                <a:cs typeface="Zanjabeel Thin" pitchFamily="50" charset="-78"/>
              </a:rPr>
              <a:t>رفع كفاءة التشغيل وتقليل الهدر وتحسين جودة المخرجات.</a:t>
            </a:r>
          </a:p>
        </p:txBody>
      </p:sp>
      <p:sp>
        <p:nvSpPr>
          <p:cNvPr id="32" name="object 32"/>
          <p:cNvSpPr/>
          <p:nvPr/>
        </p:nvSpPr>
        <p:spPr>
          <a:xfrm>
            <a:off x="2334272" y="4775123"/>
            <a:ext cx="4752340" cy="1131570"/>
          </a:xfrm>
          <a:custGeom>
            <a:avLst/>
            <a:gdLst/>
            <a:ahLst/>
            <a:cxnLst/>
            <a:rect l="l" t="t" r="r" b="b"/>
            <a:pathLst>
              <a:path w="4752340" h="1131570">
                <a:moveTo>
                  <a:pt x="57924" y="1125715"/>
                </a:moveTo>
                <a:lnTo>
                  <a:pt x="28905" y="1067612"/>
                </a:lnTo>
                <a:lnTo>
                  <a:pt x="0" y="1067612"/>
                </a:lnTo>
                <a:lnTo>
                  <a:pt x="0" y="1125715"/>
                </a:lnTo>
                <a:lnTo>
                  <a:pt x="57924" y="1125715"/>
                </a:lnTo>
                <a:close/>
              </a:path>
              <a:path w="4752340" h="1131570">
                <a:moveTo>
                  <a:pt x="66027" y="58102"/>
                </a:moveTo>
                <a:lnTo>
                  <a:pt x="37007" y="0"/>
                </a:lnTo>
                <a:lnTo>
                  <a:pt x="8102" y="0"/>
                </a:lnTo>
                <a:lnTo>
                  <a:pt x="8102" y="58102"/>
                </a:lnTo>
                <a:lnTo>
                  <a:pt x="66027" y="58102"/>
                </a:lnTo>
                <a:close/>
              </a:path>
              <a:path w="4752340" h="1131570">
                <a:moveTo>
                  <a:pt x="2454618" y="1131112"/>
                </a:moveTo>
                <a:lnTo>
                  <a:pt x="2425598" y="1073010"/>
                </a:lnTo>
                <a:lnTo>
                  <a:pt x="2396693" y="1073010"/>
                </a:lnTo>
                <a:lnTo>
                  <a:pt x="2396693" y="1131112"/>
                </a:lnTo>
                <a:lnTo>
                  <a:pt x="2454618" y="1131112"/>
                </a:lnTo>
                <a:close/>
              </a:path>
              <a:path w="4752340" h="1131570">
                <a:moveTo>
                  <a:pt x="2466327" y="58102"/>
                </a:moveTo>
                <a:lnTo>
                  <a:pt x="2437307" y="0"/>
                </a:lnTo>
                <a:lnTo>
                  <a:pt x="2408402" y="0"/>
                </a:lnTo>
                <a:lnTo>
                  <a:pt x="2408402" y="58102"/>
                </a:lnTo>
                <a:lnTo>
                  <a:pt x="2466327" y="58102"/>
                </a:lnTo>
                <a:close/>
              </a:path>
              <a:path w="4752340" h="1131570">
                <a:moveTo>
                  <a:pt x="4752327" y="1131112"/>
                </a:moveTo>
                <a:lnTo>
                  <a:pt x="4723308" y="1073010"/>
                </a:lnTo>
                <a:lnTo>
                  <a:pt x="4694402" y="1073010"/>
                </a:lnTo>
                <a:lnTo>
                  <a:pt x="4694402" y="1131112"/>
                </a:lnTo>
                <a:lnTo>
                  <a:pt x="4752327" y="1131112"/>
                </a:lnTo>
                <a:close/>
              </a:path>
              <a:path w="4752340" h="1131570">
                <a:moveTo>
                  <a:pt x="4752327" y="58102"/>
                </a:moveTo>
                <a:lnTo>
                  <a:pt x="4723308" y="0"/>
                </a:lnTo>
                <a:lnTo>
                  <a:pt x="4694402" y="0"/>
                </a:lnTo>
                <a:lnTo>
                  <a:pt x="4694402" y="58102"/>
                </a:lnTo>
                <a:lnTo>
                  <a:pt x="4752327" y="58102"/>
                </a:lnTo>
                <a:close/>
              </a:path>
            </a:pathLst>
          </a:custGeom>
          <a:solidFill>
            <a:srgbClr val="121230"/>
          </a:solidFill>
        </p:spPr>
        <p:txBody>
          <a:bodyPr wrap="square" lIns="0" tIns="0" rIns="0" bIns="0" rtlCol="0"/>
          <a:lstStyle/>
          <a:p>
            <a:endParaRPr sz="1100">
              <a:latin typeface="Zanjabeel Thin" pitchFamily="50" charset="-78"/>
              <a:cs typeface="Zanjabeel Thin" pitchFamily="50" charset="-78"/>
            </a:endParaRPr>
          </a:p>
        </p:txBody>
      </p:sp>
      <p:sp>
        <p:nvSpPr>
          <p:cNvPr id="34" name="object 34"/>
          <p:cNvSpPr txBox="1">
            <a:spLocks noGrp="1"/>
          </p:cNvSpPr>
          <p:nvPr>
            <p:ph type="sldNum" sz="quarter" idx="7"/>
          </p:nvPr>
        </p:nvSpPr>
        <p:spPr>
          <a:xfrm>
            <a:off x="10253885" y="7115302"/>
            <a:ext cx="201295" cy="162224"/>
          </a:xfrm>
          <a:prstGeom prst="rect">
            <a:avLst/>
          </a:prstGeom>
        </p:spPr>
        <p:txBody>
          <a:bodyPr vert="horz" wrap="square" lIns="0" tIns="8255" rIns="0" bIns="0" rtlCol="0">
            <a:spAutoFit/>
          </a:bodyPr>
          <a:lstStyle/>
          <a:p>
            <a:pPr marL="12700">
              <a:lnSpc>
                <a:spcPct val="100000"/>
              </a:lnSpc>
              <a:spcBef>
                <a:spcPts val="65"/>
              </a:spcBef>
            </a:pPr>
            <a:fld id="{81D60167-4931-47E6-BA6A-407CBD079E47}" type="slidenum">
              <a:rPr spc="-25" dirty="0"/>
              <a:t>8</a:t>
            </a:fld>
            <a:endParaRPr spc="-25" dirty="0"/>
          </a:p>
        </p:txBody>
      </p:sp>
      <p:sp>
        <p:nvSpPr>
          <p:cNvPr id="35" name="object 19">
            <a:extLst>
              <a:ext uri="{FF2B5EF4-FFF2-40B4-BE49-F238E27FC236}">
                <a16:creationId xmlns:a16="http://schemas.microsoft.com/office/drawing/2014/main" id="{FB28043E-1E5A-B628-110D-1587DB3875E1}"/>
              </a:ext>
            </a:extLst>
          </p:cNvPr>
          <p:cNvSpPr txBox="1"/>
          <p:nvPr/>
        </p:nvSpPr>
        <p:spPr>
          <a:xfrm>
            <a:off x="5215542" y="5750827"/>
            <a:ext cx="1737995" cy="520655"/>
          </a:xfrm>
          <a:prstGeom prst="rect">
            <a:avLst/>
          </a:prstGeom>
        </p:spPr>
        <p:txBody>
          <a:bodyPr vert="horz" wrap="square" lIns="0" tIns="12700" rIns="0" bIns="0" rtlCol="0">
            <a:spAutoFit/>
          </a:bodyPr>
          <a:lstStyle/>
          <a:p>
            <a:pPr rtl="1" fontAlgn="base"/>
            <a:r>
              <a:rPr lang="ar-SA" sz="1100" dirty="0">
                <a:latin typeface="Zanjabeel Thin" pitchFamily="50" charset="-78"/>
                <a:cs typeface="Zanjabeel Thin" pitchFamily="50" charset="-78"/>
              </a:rPr>
              <a:t>تعزيز الحوكمة والالتزام وإدارة المخاطر بشكل أفضل.</a:t>
            </a:r>
          </a:p>
        </p:txBody>
      </p:sp>
      <p:sp>
        <p:nvSpPr>
          <p:cNvPr id="36" name="object 19">
            <a:extLst>
              <a:ext uri="{FF2B5EF4-FFF2-40B4-BE49-F238E27FC236}">
                <a16:creationId xmlns:a16="http://schemas.microsoft.com/office/drawing/2014/main" id="{B76BE115-769F-0119-DFFA-BAB7FADAB528}"/>
              </a:ext>
            </a:extLst>
          </p:cNvPr>
          <p:cNvSpPr txBox="1"/>
          <p:nvPr/>
        </p:nvSpPr>
        <p:spPr>
          <a:xfrm>
            <a:off x="2937522" y="4725019"/>
            <a:ext cx="1737995" cy="520655"/>
          </a:xfrm>
          <a:prstGeom prst="rect">
            <a:avLst/>
          </a:prstGeom>
        </p:spPr>
        <p:txBody>
          <a:bodyPr vert="horz" wrap="square" lIns="0" tIns="12700" rIns="0" bIns="0" rtlCol="0">
            <a:spAutoFit/>
          </a:bodyPr>
          <a:lstStyle/>
          <a:p>
            <a:pPr rtl="1" fontAlgn="base"/>
            <a:r>
              <a:rPr lang="ar-SA" sz="1100" dirty="0">
                <a:latin typeface="Zanjabeel Thin" pitchFamily="50" charset="-78"/>
                <a:cs typeface="Zanjabeel Thin" pitchFamily="50" charset="-78"/>
              </a:rPr>
              <a:t>وضوح تنظيمي أعلى وتقليل الازدواجية وتداخل الصلاحيات.</a:t>
            </a:r>
          </a:p>
        </p:txBody>
      </p:sp>
      <p:sp>
        <p:nvSpPr>
          <p:cNvPr id="37" name="object 19">
            <a:extLst>
              <a:ext uri="{FF2B5EF4-FFF2-40B4-BE49-F238E27FC236}">
                <a16:creationId xmlns:a16="http://schemas.microsoft.com/office/drawing/2014/main" id="{FA2E323E-FF58-0ABC-2AEC-7B1341A1A1C4}"/>
              </a:ext>
            </a:extLst>
          </p:cNvPr>
          <p:cNvSpPr txBox="1"/>
          <p:nvPr/>
        </p:nvSpPr>
        <p:spPr>
          <a:xfrm>
            <a:off x="517086" y="4725019"/>
            <a:ext cx="1737995" cy="351378"/>
          </a:xfrm>
          <a:prstGeom prst="rect">
            <a:avLst/>
          </a:prstGeom>
        </p:spPr>
        <p:txBody>
          <a:bodyPr vert="horz" wrap="square" lIns="0" tIns="12700" rIns="0" bIns="0" rtlCol="0">
            <a:spAutoFit/>
          </a:bodyPr>
          <a:lstStyle/>
          <a:p>
            <a:pPr rtl="1" fontAlgn="base"/>
            <a:r>
              <a:rPr lang="ar-SA" sz="1100" dirty="0">
                <a:latin typeface="Zanjabeel Thin" pitchFamily="50" charset="-78"/>
                <a:cs typeface="Zanjabeel Thin" pitchFamily="50" charset="-78"/>
              </a:rPr>
              <a:t>تسريع تنفيذ الاستراتيجية ورفع نجاح المبادرات.</a:t>
            </a:r>
          </a:p>
        </p:txBody>
      </p:sp>
      <p:sp>
        <p:nvSpPr>
          <p:cNvPr id="38" name="object 19">
            <a:extLst>
              <a:ext uri="{FF2B5EF4-FFF2-40B4-BE49-F238E27FC236}">
                <a16:creationId xmlns:a16="http://schemas.microsoft.com/office/drawing/2014/main" id="{5F3AEE97-7949-639A-96D9-4F8B210EF8D9}"/>
              </a:ext>
            </a:extLst>
          </p:cNvPr>
          <p:cNvSpPr txBox="1"/>
          <p:nvPr/>
        </p:nvSpPr>
        <p:spPr>
          <a:xfrm>
            <a:off x="2937522" y="5750827"/>
            <a:ext cx="1737995" cy="520655"/>
          </a:xfrm>
          <a:prstGeom prst="rect">
            <a:avLst/>
          </a:prstGeom>
        </p:spPr>
        <p:txBody>
          <a:bodyPr vert="horz" wrap="square" lIns="0" tIns="12700" rIns="0" bIns="0" rtlCol="0">
            <a:spAutoFit/>
          </a:bodyPr>
          <a:lstStyle/>
          <a:p>
            <a:pPr rtl="1" fontAlgn="base"/>
            <a:r>
              <a:rPr lang="ar-SA" sz="1100" dirty="0">
                <a:latin typeface="Zanjabeel Thin" pitchFamily="50" charset="-78"/>
                <a:cs typeface="Zanjabeel Thin" pitchFamily="50" charset="-78"/>
              </a:rPr>
              <a:t>تحسين تجربة المستفيد ورفع مستوى جودة الخدمات.</a:t>
            </a:r>
          </a:p>
        </p:txBody>
      </p:sp>
      <p:sp>
        <p:nvSpPr>
          <p:cNvPr id="39" name="object 19">
            <a:extLst>
              <a:ext uri="{FF2B5EF4-FFF2-40B4-BE49-F238E27FC236}">
                <a16:creationId xmlns:a16="http://schemas.microsoft.com/office/drawing/2014/main" id="{813F0DD6-2325-EB57-6158-9C228C8BC4F1}"/>
              </a:ext>
            </a:extLst>
          </p:cNvPr>
          <p:cNvSpPr txBox="1"/>
          <p:nvPr/>
        </p:nvSpPr>
        <p:spPr>
          <a:xfrm>
            <a:off x="517086" y="5750827"/>
            <a:ext cx="1737995" cy="520655"/>
          </a:xfrm>
          <a:prstGeom prst="rect">
            <a:avLst/>
          </a:prstGeom>
        </p:spPr>
        <p:txBody>
          <a:bodyPr vert="horz" wrap="square" lIns="0" tIns="12700" rIns="0" bIns="0" rtlCol="0">
            <a:spAutoFit/>
          </a:bodyPr>
          <a:lstStyle/>
          <a:p>
            <a:pPr rtl="1" fontAlgn="base"/>
            <a:r>
              <a:rPr lang="ar-SA" sz="1100" dirty="0">
                <a:latin typeface="Zanjabeel Thin" pitchFamily="50" charset="-78"/>
                <a:cs typeface="Zanjabeel Thin" pitchFamily="50" charset="-78"/>
              </a:rPr>
              <a:t>بناء نموذج أداء مستدام قائم على القياس والتحسين المستمر.</a:t>
            </a:r>
          </a:p>
        </p:txBody>
      </p:sp>
      <p:sp>
        <p:nvSpPr>
          <p:cNvPr id="11" name="TextBox 10">
            <a:extLst>
              <a:ext uri="{FF2B5EF4-FFF2-40B4-BE49-F238E27FC236}">
                <a16:creationId xmlns:a16="http://schemas.microsoft.com/office/drawing/2014/main" id="{EB02E374-442E-24E2-6D5E-57441091336D}"/>
              </a:ext>
            </a:extLst>
          </p:cNvPr>
          <p:cNvSpPr txBox="1"/>
          <p:nvPr/>
        </p:nvSpPr>
        <p:spPr>
          <a:xfrm>
            <a:off x="7890747" y="238471"/>
            <a:ext cx="2392585"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ملف تعريفي               2026       </a:t>
            </a:r>
            <a:endParaRPr lang="en-US" sz="700" dirty="0">
              <a:solidFill>
                <a:schemeClr val="bg1"/>
              </a:solidFill>
              <a:latin typeface="Zanjabeel" pitchFamily="50" charset="-78"/>
              <a:cs typeface="Zanjabeel" pitchFamily="50" charset="-78"/>
            </a:endParaRPr>
          </a:p>
        </p:txBody>
      </p:sp>
      <p:sp>
        <p:nvSpPr>
          <p:cNvPr id="13" name="TextBox 12">
            <a:extLst>
              <a:ext uri="{FF2B5EF4-FFF2-40B4-BE49-F238E27FC236}">
                <a16:creationId xmlns:a16="http://schemas.microsoft.com/office/drawing/2014/main" id="{D251F7A4-B056-BAA0-0C98-9DB49E1DF616}"/>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tx1"/>
                </a:solidFill>
                <a:latin typeface="Zanjabeel" pitchFamily="50" charset="-78"/>
                <a:cs typeface="Zanjabeel" pitchFamily="50" charset="-78"/>
              </a:rPr>
              <a:t>التمكين المؤسسي</a:t>
            </a:r>
            <a:endParaRPr lang="en-US" sz="700" dirty="0">
              <a:solidFill>
                <a:schemeClr val="tx1"/>
              </a:solidFill>
              <a:latin typeface="Zanjabeel" pitchFamily="50" charset="-78"/>
              <a:cs typeface="Zanjabeel" pitchFamily="50" charset="-7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50"/>
            <a:ext cx="10692130" cy="7553959"/>
            <a:chOff x="0" y="6350"/>
            <a:chExt cx="10692130" cy="7553959"/>
          </a:xfrm>
        </p:grpSpPr>
        <p:sp>
          <p:nvSpPr>
            <p:cNvPr id="3" name="object 3"/>
            <p:cNvSpPr/>
            <p:nvPr/>
          </p:nvSpPr>
          <p:spPr>
            <a:xfrm>
              <a:off x="3247212" y="6362"/>
              <a:ext cx="7445375" cy="7547609"/>
            </a:xfrm>
            <a:custGeom>
              <a:avLst/>
              <a:gdLst/>
              <a:ahLst/>
              <a:cxnLst/>
              <a:rect l="l" t="t" r="r" b="b"/>
              <a:pathLst>
                <a:path w="7445375" h="7547609">
                  <a:moveTo>
                    <a:pt x="0" y="7547292"/>
                  </a:moveTo>
                  <a:lnTo>
                    <a:pt x="7444790" y="7547292"/>
                  </a:lnTo>
                  <a:lnTo>
                    <a:pt x="7444790" y="0"/>
                  </a:lnTo>
                  <a:lnTo>
                    <a:pt x="0" y="0"/>
                  </a:lnTo>
                  <a:lnTo>
                    <a:pt x="0" y="7547292"/>
                  </a:lnTo>
                  <a:close/>
                </a:path>
              </a:pathLst>
            </a:custGeom>
            <a:solidFill>
              <a:srgbClr val="05123B"/>
            </a:solidFill>
          </p:spPr>
          <p:txBody>
            <a:bodyPr wrap="square" lIns="0" tIns="0" rIns="0" bIns="0" rtlCol="0"/>
            <a:lstStyle/>
            <a:p>
              <a:endParaRPr/>
            </a:p>
          </p:txBody>
        </p:sp>
        <p:sp>
          <p:nvSpPr>
            <p:cNvPr id="4" name="object 4"/>
            <p:cNvSpPr/>
            <p:nvPr/>
          </p:nvSpPr>
          <p:spPr>
            <a:xfrm>
              <a:off x="0" y="6350"/>
              <a:ext cx="3247390" cy="7553959"/>
            </a:xfrm>
            <a:custGeom>
              <a:avLst/>
              <a:gdLst/>
              <a:ahLst/>
              <a:cxnLst/>
              <a:rect l="l" t="t" r="r" b="b"/>
              <a:pathLst>
                <a:path w="3247390" h="7553959">
                  <a:moveTo>
                    <a:pt x="3247212" y="0"/>
                  </a:moveTo>
                  <a:lnTo>
                    <a:pt x="0" y="0"/>
                  </a:lnTo>
                  <a:lnTo>
                    <a:pt x="0" y="7553655"/>
                  </a:lnTo>
                  <a:lnTo>
                    <a:pt x="3247212" y="7553655"/>
                  </a:lnTo>
                  <a:lnTo>
                    <a:pt x="3247212" y="0"/>
                  </a:lnTo>
                  <a:close/>
                </a:path>
              </a:pathLst>
            </a:custGeom>
            <a:solidFill>
              <a:srgbClr val="D6E5F5"/>
            </a:solidFill>
          </p:spPr>
          <p:txBody>
            <a:bodyPr wrap="square" lIns="0" tIns="0" rIns="0" bIns="0" rtlCol="0"/>
            <a:lstStyle/>
            <a:p>
              <a:endParaRPr/>
            </a:p>
          </p:txBody>
        </p:sp>
        <p:sp>
          <p:nvSpPr>
            <p:cNvPr id="5" name="object 5"/>
            <p:cNvSpPr/>
            <p:nvPr/>
          </p:nvSpPr>
          <p:spPr>
            <a:xfrm>
              <a:off x="0" y="6362"/>
              <a:ext cx="2850515" cy="7489825"/>
            </a:xfrm>
            <a:custGeom>
              <a:avLst/>
              <a:gdLst/>
              <a:ahLst/>
              <a:cxnLst/>
              <a:rect l="l" t="t" r="r" b="b"/>
              <a:pathLst>
                <a:path w="2850515" h="7489825">
                  <a:moveTo>
                    <a:pt x="17957" y="6860235"/>
                  </a:moveTo>
                  <a:lnTo>
                    <a:pt x="0" y="6842277"/>
                  </a:lnTo>
                  <a:lnTo>
                    <a:pt x="0" y="6878193"/>
                  </a:lnTo>
                  <a:lnTo>
                    <a:pt x="17957" y="6860235"/>
                  </a:lnTo>
                  <a:close/>
                </a:path>
                <a:path w="2850515" h="7489825">
                  <a:moveTo>
                    <a:pt x="17957" y="6064821"/>
                  </a:moveTo>
                  <a:lnTo>
                    <a:pt x="0" y="6046863"/>
                  </a:lnTo>
                  <a:lnTo>
                    <a:pt x="0" y="6082779"/>
                  </a:lnTo>
                  <a:lnTo>
                    <a:pt x="17957" y="6064821"/>
                  </a:lnTo>
                  <a:close/>
                </a:path>
                <a:path w="2850515" h="7489825">
                  <a:moveTo>
                    <a:pt x="17957" y="5269395"/>
                  </a:moveTo>
                  <a:lnTo>
                    <a:pt x="0" y="5251437"/>
                  </a:lnTo>
                  <a:lnTo>
                    <a:pt x="0" y="5287353"/>
                  </a:lnTo>
                  <a:lnTo>
                    <a:pt x="17957" y="5269395"/>
                  </a:lnTo>
                  <a:close/>
                </a:path>
                <a:path w="2850515" h="7489825">
                  <a:moveTo>
                    <a:pt x="17957" y="4473981"/>
                  </a:moveTo>
                  <a:lnTo>
                    <a:pt x="0" y="4456023"/>
                  </a:lnTo>
                  <a:lnTo>
                    <a:pt x="0" y="4491939"/>
                  </a:lnTo>
                  <a:lnTo>
                    <a:pt x="17957" y="4473981"/>
                  </a:lnTo>
                  <a:close/>
                </a:path>
                <a:path w="2850515" h="7489825">
                  <a:moveTo>
                    <a:pt x="17957" y="3678567"/>
                  </a:moveTo>
                  <a:lnTo>
                    <a:pt x="0" y="3660610"/>
                  </a:lnTo>
                  <a:lnTo>
                    <a:pt x="0" y="3696525"/>
                  </a:lnTo>
                  <a:lnTo>
                    <a:pt x="17957" y="3678567"/>
                  </a:lnTo>
                  <a:close/>
                </a:path>
                <a:path w="2850515" h="7489825">
                  <a:moveTo>
                    <a:pt x="17957" y="2883154"/>
                  </a:moveTo>
                  <a:lnTo>
                    <a:pt x="0" y="2865196"/>
                  </a:lnTo>
                  <a:lnTo>
                    <a:pt x="0" y="2901111"/>
                  </a:lnTo>
                  <a:lnTo>
                    <a:pt x="17957" y="2883154"/>
                  </a:lnTo>
                  <a:close/>
                </a:path>
                <a:path w="2850515" h="7489825">
                  <a:moveTo>
                    <a:pt x="17957" y="2087740"/>
                  </a:moveTo>
                  <a:lnTo>
                    <a:pt x="0" y="2069782"/>
                  </a:lnTo>
                  <a:lnTo>
                    <a:pt x="0" y="2105685"/>
                  </a:lnTo>
                  <a:lnTo>
                    <a:pt x="17957" y="2087740"/>
                  </a:lnTo>
                  <a:close/>
                </a:path>
                <a:path w="2850515" h="7489825">
                  <a:moveTo>
                    <a:pt x="17957" y="1292313"/>
                  </a:moveTo>
                  <a:lnTo>
                    <a:pt x="0" y="1274356"/>
                  </a:lnTo>
                  <a:lnTo>
                    <a:pt x="0" y="1310271"/>
                  </a:lnTo>
                  <a:lnTo>
                    <a:pt x="17957" y="1292313"/>
                  </a:lnTo>
                  <a:close/>
                </a:path>
                <a:path w="2850515" h="7489825">
                  <a:moveTo>
                    <a:pt x="17957" y="496900"/>
                  </a:moveTo>
                  <a:lnTo>
                    <a:pt x="0" y="478942"/>
                  </a:lnTo>
                  <a:lnTo>
                    <a:pt x="0" y="514858"/>
                  </a:lnTo>
                  <a:lnTo>
                    <a:pt x="17957" y="496900"/>
                  </a:lnTo>
                  <a:close/>
                </a:path>
                <a:path w="2850515" h="7489825">
                  <a:moveTo>
                    <a:pt x="663384" y="0"/>
                  </a:moveTo>
                  <a:lnTo>
                    <a:pt x="367969" y="0"/>
                  </a:lnTo>
                  <a:lnTo>
                    <a:pt x="110553" y="257352"/>
                  </a:lnTo>
                  <a:lnTo>
                    <a:pt x="184023" y="330822"/>
                  </a:lnTo>
                  <a:lnTo>
                    <a:pt x="405930" y="257378"/>
                  </a:lnTo>
                  <a:lnTo>
                    <a:pt x="663384" y="0"/>
                  </a:lnTo>
                  <a:close/>
                </a:path>
                <a:path w="2850515" h="7489825">
                  <a:moveTo>
                    <a:pt x="961948" y="6860235"/>
                  </a:moveTo>
                  <a:lnTo>
                    <a:pt x="888479" y="6786766"/>
                  </a:lnTo>
                  <a:lnTo>
                    <a:pt x="666559" y="6860210"/>
                  </a:lnTo>
                  <a:lnTo>
                    <a:pt x="110553" y="7416101"/>
                  </a:lnTo>
                  <a:lnTo>
                    <a:pt x="184023" y="7489571"/>
                  </a:lnTo>
                  <a:lnTo>
                    <a:pt x="405930" y="7416127"/>
                  </a:lnTo>
                  <a:lnTo>
                    <a:pt x="961948" y="6860235"/>
                  </a:lnTo>
                  <a:close/>
                </a:path>
                <a:path w="2850515" h="7489825">
                  <a:moveTo>
                    <a:pt x="961948" y="6064821"/>
                  </a:moveTo>
                  <a:lnTo>
                    <a:pt x="888479" y="5991352"/>
                  </a:lnTo>
                  <a:lnTo>
                    <a:pt x="666559" y="6064796"/>
                  </a:lnTo>
                  <a:lnTo>
                    <a:pt x="110553" y="6620688"/>
                  </a:lnTo>
                  <a:lnTo>
                    <a:pt x="184023" y="6694157"/>
                  </a:lnTo>
                  <a:lnTo>
                    <a:pt x="405930" y="6620713"/>
                  </a:lnTo>
                  <a:lnTo>
                    <a:pt x="961948" y="6064821"/>
                  </a:lnTo>
                  <a:close/>
                </a:path>
                <a:path w="2850515" h="7489825">
                  <a:moveTo>
                    <a:pt x="961948" y="5269395"/>
                  </a:moveTo>
                  <a:lnTo>
                    <a:pt x="888479" y="5195925"/>
                  </a:lnTo>
                  <a:lnTo>
                    <a:pt x="666559" y="5269369"/>
                  </a:lnTo>
                  <a:lnTo>
                    <a:pt x="110553" y="5825261"/>
                  </a:lnTo>
                  <a:lnTo>
                    <a:pt x="184023" y="5898731"/>
                  </a:lnTo>
                  <a:lnTo>
                    <a:pt x="405930" y="5825287"/>
                  </a:lnTo>
                  <a:lnTo>
                    <a:pt x="961948" y="5269395"/>
                  </a:lnTo>
                  <a:close/>
                </a:path>
                <a:path w="2850515" h="7489825">
                  <a:moveTo>
                    <a:pt x="961948" y="4473981"/>
                  </a:moveTo>
                  <a:lnTo>
                    <a:pt x="888479" y="4400512"/>
                  </a:lnTo>
                  <a:lnTo>
                    <a:pt x="666559" y="4473956"/>
                  </a:lnTo>
                  <a:lnTo>
                    <a:pt x="110553" y="5029847"/>
                  </a:lnTo>
                  <a:lnTo>
                    <a:pt x="184023" y="5103317"/>
                  </a:lnTo>
                  <a:lnTo>
                    <a:pt x="405930" y="5029873"/>
                  </a:lnTo>
                  <a:lnTo>
                    <a:pt x="961948" y="4473981"/>
                  </a:lnTo>
                  <a:close/>
                </a:path>
                <a:path w="2850515" h="7489825">
                  <a:moveTo>
                    <a:pt x="961948" y="3678567"/>
                  </a:moveTo>
                  <a:lnTo>
                    <a:pt x="888479" y="3605098"/>
                  </a:lnTo>
                  <a:lnTo>
                    <a:pt x="666559" y="3678542"/>
                  </a:lnTo>
                  <a:lnTo>
                    <a:pt x="110553" y="4234434"/>
                  </a:lnTo>
                  <a:lnTo>
                    <a:pt x="184023" y="4307903"/>
                  </a:lnTo>
                  <a:lnTo>
                    <a:pt x="405930" y="4234459"/>
                  </a:lnTo>
                  <a:lnTo>
                    <a:pt x="961948" y="3678567"/>
                  </a:lnTo>
                  <a:close/>
                </a:path>
                <a:path w="2850515" h="7489825">
                  <a:moveTo>
                    <a:pt x="961948" y="2883154"/>
                  </a:moveTo>
                  <a:lnTo>
                    <a:pt x="888479" y="2809684"/>
                  </a:lnTo>
                  <a:lnTo>
                    <a:pt x="666559" y="2883128"/>
                  </a:lnTo>
                  <a:lnTo>
                    <a:pt x="110553" y="3439020"/>
                  </a:lnTo>
                  <a:lnTo>
                    <a:pt x="184023" y="3512489"/>
                  </a:lnTo>
                  <a:lnTo>
                    <a:pt x="405930" y="3439045"/>
                  </a:lnTo>
                  <a:lnTo>
                    <a:pt x="961948" y="2883154"/>
                  </a:lnTo>
                  <a:close/>
                </a:path>
                <a:path w="2850515" h="7489825">
                  <a:moveTo>
                    <a:pt x="961948" y="2087740"/>
                  </a:moveTo>
                  <a:lnTo>
                    <a:pt x="888479" y="2014270"/>
                  </a:lnTo>
                  <a:lnTo>
                    <a:pt x="666559" y="2087714"/>
                  </a:lnTo>
                  <a:lnTo>
                    <a:pt x="110553" y="2643606"/>
                  </a:lnTo>
                  <a:lnTo>
                    <a:pt x="184023" y="2717076"/>
                  </a:lnTo>
                  <a:lnTo>
                    <a:pt x="405930" y="2643632"/>
                  </a:lnTo>
                  <a:lnTo>
                    <a:pt x="961948" y="2087740"/>
                  </a:lnTo>
                  <a:close/>
                </a:path>
                <a:path w="2850515" h="7489825">
                  <a:moveTo>
                    <a:pt x="961948" y="1292313"/>
                  </a:moveTo>
                  <a:lnTo>
                    <a:pt x="888479" y="1218844"/>
                  </a:lnTo>
                  <a:lnTo>
                    <a:pt x="666559" y="1292288"/>
                  </a:lnTo>
                  <a:lnTo>
                    <a:pt x="110553" y="1848180"/>
                  </a:lnTo>
                  <a:lnTo>
                    <a:pt x="184023" y="1921649"/>
                  </a:lnTo>
                  <a:lnTo>
                    <a:pt x="405930" y="1848205"/>
                  </a:lnTo>
                  <a:lnTo>
                    <a:pt x="961948" y="1292313"/>
                  </a:lnTo>
                  <a:close/>
                </a:path>
                <a:path w="2850515" h="7489825">
                  <a:moveTo>
                    <a:pt x="961948" y="496900"/>
                  </a:moveTo>
                  <a:lnTo>
                    <a:pt x="888479" y="423430"/>
                  </a:lnTo>
                  <a:lnTo>
                    <a:pt x="666559" y="496874"/>
                  </a:lnTo>
                  <a:lnTo>
                    <a:pt x="110553" y="1052766"/>
                  </a:lnTo>
                  <a:lnTo>
                    <a:pt x="184023" y="1126236"/>
                  </a:lnTo>
                  <a:lnTo>
                    <a:pt x="405930" y="1052791"/>
                  </a:lnTo>
                  <a:lnTo>
                    <a:pt x="961948" y="496900"/>
                  </a:lnTo>
                  <a:close/>
                </a:path>
                <a:path w="2850515" h="7489825">
                  <a:moveTo>
                    <a:pt x="1607388" y="0"/>
                  </a:moveTo>
                  <a:lnTo>
                    <a:pt x="1311973" y="0"/>
                  </a:lnTo>
                  <a:lnTo>
                    <a:pt x="1054557" y="257352"/>
                  </a:lnTo>
                  <a:lnTo>
                    <a:pt x="1128014" y="330822"/>
                  </a:lnTo>
                  <a:lnTo>
                    <a:pt x="1349933" y="257378"/>
                  </a:lnTo>
                  <a:lnTo>
                    <a:pt x="1607388" y="0"/>
                  </a:lnTo>
                  <a:close/>
                </a:path>
                <a:path w="2850515" h="7489825">
                  <a:moveTo>
                    <a:pt x="1905952" y="6860235"/>
                  </a:moveTo>
                  <a:lnTo>
                    <a:pt x="1832483" y="6786766"/>
                  </a:lnTo>
                  <a:lnTo>
                    <a:pt x="1610550" y="6860235"/>
                  </a:lnTo>
                  <a:lnTo>
                    <a:pt x="1054582" y="7416127"/>
                  </a:lnTo>
                  <a:lnTo>
                    <a:pt x="1128026" y="7489571"/>
                  </a:lnTo>
                  <a:lnTo>
                    <a:pt x="1349933" y="7416127"/>
                  </a:lnTo>
                  <a:lnTo>
                    <a:pt x="1905952" y="6860235"/>
                  </a:lnTo>
                  <a:close/>
                </a:path>
                <a:path w="2850515" h="7489825">
                  <a:moveTo>
                    <a:pt x="1905952" y="6064821"/>
                  </a:moveTo>
                  <a:lnTo>
                    <a:pt x="1832483" y="5991352"/>
                  </a:lnTo>
                  <a:lnTo>
                    <a:pt x="1610550" y="6064821"/>
                  </a:lnTo>
                  <a:lnTo>
                    <a:pt x="1054582" y="6620713"/>
                  </a:lnTo>
                  <a:lnTo>
                    <a:pt x="1128026" y="6694157"/>
                  </a:lnTo>
                  <a:lnTo>
                    <a:pt x="1349933" y="6620713"/>
                  </a:lnTo>
                  <a:lnTo>
                    <a:pt x="1905952" y="6064821"/>
                  </a:lnTo>
                  <a:close/>
                </a:path>
                <a:path w="2850515" h="7489825">
                  <a:moveTo>
                    <a:pt x="1905952" y="5269395"/>
                  </a:moveTo>
                  <a:lnTo>
                    <a:pt x="1832483" y="5195925"/>
                  </a:lnTo>
                  <a:lnTo>
                    <a:pt x="1610550" y="5269395"/>
                  </a:lnTo>
                  <a:lnTo>
                    <a:pt x="1054582" y="5825287"/>
                  </a:lnTo>
                  <a:lnTo>
                    <a:pt x="1128026" y="5898731"/>
                  </a:lnTo>
                  <a:lnTo>
                    <a:pt x="1349933" y="5825287"/>
                  </a:lnTo>
                  <a:lnTo>
                    <a:pt x="1905952" y="5269395"/>
                  </a:lnTo>
                  <a:close/>
                </a:path>
                <a:path w="2850515" h="7489825">
                  <a:moveTo>
                    <a:pt x="1905952" y="4473981"/>
                  </a:moveTo>
                  <a:lnTo>
                    <a:pt x="1832483" y="4400512"/>
                  </a:lnTo>
                  <a:lnTo>
                    <a:pt x="1610550" y="4473981"/>
                  </a:lnTo>
                  <a:lnTo>
                    <a:pt x="1054582" y="5029873"/>
                  </a:lnTo>
                  <a:lnTo>
                    <a:pt x="1128026" y="5103317"/>
                  </a:lnTo>
                  <a:lnTo>
                    <a:pt x="1349933" y="5029873"/>
                  </a:lnTo>
                  <a:lnTo>
                    <a:pt x="1905952" y="4473981"/>
                  </a:lnTo>
                  <a:close/>
                </a:path>
                <a:path w="2850515" h="7489825">
                  <a:moveTo>
                    <a:pt x="1905952" y="3678567"/>
                  </a:moveTo>
                  <a:lnTo>
                    <a:pt x="1832483" y="3605098"/>
                  </a:lnTo>
                  <a:lnTo>
                    <a:pt x="1610550" y="3678567"/>
                  </a:lnTo>
                  <a:lnTo>
                    <a:pt x="1054582" y="4234459"/>
                  </a:lnTo>
                  <a:lnTo>
                    <a:pt x="1128026" y="4307903"/>
                  </a:lnTo>
                  <a:lnTo>
                    <a:pt x="1349933" y="4234459"/>
                  </a:lnTo>
                  <a:lnTo>
                    <a:pt x="1905952" y="3678567"/>
                  </a:lnTo>
                  <a:close/>
                </a:path>
                <a:path w="2850515" h="7489825">
                  <a:moveTo>
                    <a:pt x="1905952" y="2883154"/>
                  </a:moveTo>
                  <a:lnTo>
                    <a:pt x="1832483" y="2809684"/>
                  </a:lnTo>
                  <a:lnTo>
                    <a:pt x="1610550" y="2883154"/>
                  </a:lnTo>
                  <a:lnTo>
                    <a:pt x="1054582" y="3439045"/>
                  </a:lnTo>
                  <a:lnTo>
                    <a:pt x="1128026" y="3512489"/>
                  </a:lnTo>
                  <a:lnTo>
                    <a:pt x="1349933" y="3439045"/>
                  </a:lnTo>
                  <a:lnTo>
                    <a:pt x="1905952" y="2883154"/>
                  </a:lnTo>
                  <a:close/>
                </a:path>
                <a:path w="2850515" h="7489825">
                  <a:moveTo>
                    <a:pt x="1905952" y="2087740"/>
                  </a:moveTo>
                  <a:lnTo>
                    <a:pt x="1832483" y="2014270"/>
                  </a:lnTo>
                  <a:lnTo>
                    <a:pt x="1610550" y="2087740"/>
                  </a:lnTo>
                  <a:lnTo>
                    <a:pt x="1054582" y="2643632"/>
                  </a:lnTo>
                  <a:lnTo>
                    <a:pt x="1128026" y="2717076"/>
                  </a:lnTo>
                  <a:lnTo>
                    <a:pt x="1349933" y="2643632"/>
                  </a:lnTo>
                  <a:lnTo>
                    <a:pt x="1905952" y="2087740"/>
                  </a:lnTo>
                  <a:close/>
                </a:path>
                <a:path w="2850515" h="7489825">
                  <a:moveTo>
                    <a:pt x="1905952" y="1292313"/>
                  </a:moveTo>
                  <a:lnTo>
                    <a:pt x="1832483" y="1218844"/>
                  </a:lnTo>
                  <a:lnTo>
                    <a:pt x="1610550" y="1292313"/>
                  </a:lnTo>
                  <a:lnTo>
                    <a:pt x="1054582" y="1848205"/>
                  </a:lnTo>
                  <a:lnTo>
                    <a:pt x="1128026" y="1921649"/>
                  </a:lnTo>
                  <a:lnTo>
                    <a:pt x="1349933" y="1848205"/>
                  </a:lnTo>
                  <a:lnTo>
                    <a:pt x="1905952" y="1292313"/>
                  </a:lnTo>
                  <a:close/>
                </a:path>
                <a:path w="2850515" h="7489825">
                  <a:moveTo>
                    <a:pt x="1905952" y="496900"/>
                  </a:moveTo>
                  <a:lnTo>
                    <a:pt x="1832483" y="423430"/>
                  </a:lnTo>
                  <a:lnTo>
                    <a:pt x="1610550" y="496900"/>
                  </a:lnTo>
                  <a:lnTo>
                    <a:pt x="1054582" y="1052791"/>
                  </a:lnTo>
                  <a:lnTo>
                    <a:pt x="1128026" y="1126236"/>
                  </a:lnTo>
                  <a:lnTo>
                    <a:pt x="1349933" y="1052791"/>
                  </a:lnTo>
                  <a:lnTo>
                    <a:pt x="1905952" y="496900"/>
                  </a:lnTo>
                  <a:close/>
                </a:path>
                <a:path w="2850515" h="7489825">
                  <a:moveTo>
                    <a:pt x="2551379" y="0"/>
                  </a:moveTo>
                  <a:lnTo>
                    <a:pt x="2255964" y="0"/>
                  </a:lnTo>
                  <a:lnTo>
                    <a:pt x="1998560" y="257352"/>
                  </a:lnTo>
                  <a:lnTo>
                    <a:pt x="2072030" y="330822"/>
                  </a:lnTo>
                  <a:lnTo>
                    <a:pt x="2293937" y="257378"/>
                  </a:lnTo>
                  <a:lnTo>
                    <a:pt x="2551379" y="0"/>
                  </a:lnTo>
                  <a:close/>
                </a:path>
                <a:path w="2850515" h="7489825">
                  <a:moveTo>
                    <a:pt x="2849943" y="6860235"/>
                  </a:moveTo>
                  <a:lnTo>
                    <a:pt x="2776474" y="6786766"/>
                  </a:lnTo>
                  <a:lnTo>
                    <a:pt x="2554541" y="6860235"/>
                  </a:lnTo>
                  <a:lnTo>
                    <a:pt x="1998573" y="7416127"/>
                  </a:lnTo>
                  <a:lnTo>
                    <a:pt x="2072017" y="7489571"/>
                  </a:lnTo>
                  <a:lnTo>
                    <a:pt x="2293924" y="7416127"/>
                  </a:lnTo>
                  <a:lnTo>
                    <a:pt x="2849943" y="6860235"/>
                  </a:lnTo>
                  <a:close/>
                </a:path>
                <a:path w="2850515" h="7489825">
                  <a:moveTo>
                    <a:pt x="2849943" y="6064821"/>
                  </a:moveTo>
                  <a:lnTo>
                    <a:pt x="2776474" y="5991352"/>
                  </a:lnTo>
                  <a:lnTo>
                    <a:pt x="2554541" y="6064821"/>
                  </a:lnTo>
                  <a:lnTo>
                    <a:pt x="1998573" y="6620713"/>
                  </a:lnTo>
                  <a:lnTo>
                    <a:pt x="2072017" y="6694157"/>
                  </a:lnTo>
                  <a:lnTo>
                    <a:pt x="2293924" y="6620713"/>
                  </a:lnTo>
                  <a:lnTo>
                    <a:pt x="2849943" y="6064821"/>
                  </a:lnTo>
                  <a:close/>
                </a:path>
                <a:path w="2850515" h="7489825">
                  <a:moveTo>
                    <a:pt x="2849943" y="5269395"/>
                  </a:moveTo>
                  <a:lnTo>
                    <a:pt x="2776474" y="5195925"/>
                  </a:lnTo>
                  <a:lnTo>
                    <a:pt x="2554541" y="5269395"/>
                  </a:lnTo>
                  <a:lnTo>
                    <a:pt x="1998573" y="5825287"/>
                  </a:lnTo>
                  <a:lnTo>
                    <a:pt x="2072017" y="5898731"/>
                  </a:lnTo>
                  <a:lnTo>
                    <a:pt x="2293924" y="5825287"/>
                  </a:lnTo>
                  <a:lnTo>
                    <a:pt x="2849943" y="5269395"/>
                  </a:lnTo>
                  <a:close/>
                </a:path>
                <a:path w="2850515" h="7489825">
                  <a:moveTo>
                    <a:pt x="2849943" y="4473981"/>
                  </a:moveTo>
                  <a:lnTo>
                    <a:pt x="2776474" y="4400512"/>
                  </a:lnTo>
                  <a:lnTo>
                    <a:pt x="2554541" y="4473981"/>
                  </a:lnTo>
                  <a:lnTo>
                    <a:pt x="1998573" y="5029873"/>
                  </a:lnTo>
                  <a:lnTo>
                    <a:pt x="2072017" y="5103317"/>
                  </a:lnTo>
                  <a:lnTo>
                    <a:pt x="2293924" y="5029873"/>
                  </a:lnTo>
                  <a:lnTo>
                    <a:pt x="2849943" y="4473981"/>
                  </a:lnTo>
                  <a:close/>
                </a:path>
                <a:path w="2850515" h="7489825">
                  <a:moveTo>
                    <a:pt x="2849943" y="3678567"/>
                  </a:moveTo>
                  <a:lnTo>
                    <a:pt x="2776474" y="3605098"/>
                  </a:lnTo>
                  <a:lnTo>
                    <a:pt x="2554541" y="3678567"/>
                  </a:lnTo>
                  <a:lnTo>
                    <a:pt x="1998573" y="4234459"/>
                  </a:lnTo>
                  <a:lnTo>
                    <a:pt x="2072017" y="4307903"/>
                  </a:lnTo>
                  <a:lnTo>
                    <a:pt x="2293924" y="4234459"/>
                  </a:lnTo>
                  <a:lnTo>
                    <a:pt x="2849943" y="3678567"/>
                  </a:lnTo>
                  <a:close/>
                </a:path>
                <a:path w="2850515" h="7489825">
                  <a:moveTo>
                    <a:pt x="2849943" y="2883154"/>
                  </a:moveTo>
                  <a:lnTo>
                    <a:pt x="2776474" y="2809684"/>
                  </a:lnTo>
                  <a:lnTo>
                    <a:pt x="2554541" y="2883154"/>
                  </a:lnTo>
                  <a:lnTo>
                    <a:pt x="1998573" y="3439045"/>
                  </a:lnTo>
                  <a:lnTo>
                    <a:pt x="2072017" y="3512489"/>
                  </a:lnTo>
                  <a:lnTo>
                    <a:pt x="2293924" y="3439045"/>
                  </a:lnTo>
                  <a:lnTo>
                    <a:pt x="2849943" y="2883154"/>
                  </a:lnTo>
                  <a:close/>
                </a:path>
                <a:path w="2850515" h="7489825">
                  <a:moveTo>
                    <a:pt x="2849943" y="2087740"/>
                  </a:moveTo>
                  <a:lnTo>
                    <a:pt x="2776474" y="2014270"/>
                  </a:lnTo>
                  <a:lnTo>
                    <a:pt x="2554541" y="2087740"/>
                  </a:lnTo>
                  <a:lnTo>
                    <a:pt x="1998573" y="2643632"/>
                  </a:lnTo>
                  <a:lnTo>
                    <a:pt x="2072017" y="2717076"/>
                  </a:lnTo>
                  <a:lnTo>
                    <a:pt x="2293924" y="2643632"/>
                  </a:lnTo>
                  <a:lnTo>
                    <a:pt x="2849943" y="2087740"/>
                  </a:lnTo>
                  <a:close/>
                </a:path>
                <a:path w="2850515" h="7489825">
                  <a:moveTo>
                    <a:pt x="2849943" y="1292313"/>
                  </a:moveTo>
                  <a:lnTo>
                    <a:pt x="2776474" y="1218844"/>
                  </a:lnTo>
                  <a:lnTo>
                    <a:pt x="2554541" y="1292313"/>
                  </a:lnTo>
                  <a:lnTo>
                    <a:pt x="1998573" y="1848205"/>
                  </a:lnTo>
                  <a:lnTo>
                    <a:pt x="2072017" y="1921649"/>
                  </a:lnTo>
                  <a:lnTo>
                    <a:pt x="2293924" y="1848205"/>
                  </a:lnTo>
                  <a:lnTo>
                    <a:pt x="2849943" y="1292313"/>
                  </a:lnTo>
                  <a:close/>
                </a:path>
                <a:path w="2850515" h="7489825">
                  <a:moveTo>
                    <a:pt x="2849943" y="496900"/>
                  </a:moveTo>
                  <a:lnTo>
                    <a:pt x="2776474" y="423430"/>
                  </a:lnTo>
                  <a:lnTo>
                    <a:pt x="2554541" y="496900"/>
                  </a:lnTo>
                  <a:lnTo>
                    <a:pt x="1998573" y="1052791"/>
                  </a:lnTo>
                  <a:lnTo>
                    <a:pt x="2072017" y="1126236"/>
                  </a:lnTo>
                  <a:lnTo>
                    <a:pt x="2293924" y="1052791"/>
                  </a:lnTo>
                  <a:lnTo>
                    <a:pt x="2849943" y="496900"/>
                  </a:lnTo>
                  <a:close/>
                </a:path>
              </a:pathLst>
            </a:custGeom>
            <a:solidFill>
              <a:srgbClr val="0D0F38">
                <a:alpha val="13998"/>
              </a:srgbClr>
            </a:solidFill>
          </p:spPr>
          <p:txBody>
            <a:bodyPr wrap="square" lIns="0" tIns="0" rIns="0" bIns="0" rtlCol="0"/>
            <a:lstStyle/>
            <a:p>
              <a:endParaRPr/>
            </a:p>
          </p:txBody>
        </p:sp>
      </p:grpSp>
      <p:grpSp>
        <p:nvGrpSpPr>
          <p:cNvPr id="8" name="object 8"/>
          <p:cNvGrpSpPr/>
          <p:nvPr/>
        </p:nvGrpSpPr>
        <p:grpSpPr>
          <a:xfrm>
            <a:off x="287996" y="1260473"/>
            <a:ext cx="10227945" cy="6011545"/>
            <a:chOff x="287996" y="1260473"/>
            <a:chExt cx="10227945" cy="6011545"/>
          </a:xfrm>
        </p:grpSpPr>
        <p:sp>
          <p:nvSpPr>
            <p:cNvPr id="9" name="object 9"/>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sp>
          <p:nvSpPr>
            <p:cNvPr id="10" name="object 10"/>
            <p:cNvSpPr/>
            <p:nvPr/>
          </p:nvSpPr>
          <p:spPr>
            <a:xfrm>
              <a:off x="9342004" y="1260473"/>
              <a:ext cx="1174115" cy="466725"/>
            </a:xfrm>
            <a:custGeom>
              <a:avLst/>
              <a:gdLst/>
              <a:ahLst/>
              <a:cxnLst/>
              <a:rect l="l" t="t" r="r" b="b"/>
              <a:pathLst>
                <a:path w="1174115" h="466725">
                  <a:moveTo>
                    <a:pt x="939241" y="25"/>
                  </a:moveTo>
                  <a:lnTo>
                    <a:pt x="0" y="0"/>
                  </a:lnTo>
                  <a:lnTo>
                    <a:pt x="0" y="116789"/>
                  </a:lnTo>
                  <a:lnTo>
                    <a:pt x="234645" y="234734"/>
                  </a:lnTo>
                  <a:lnTo>
                    <a:pt x="234645" y="466293"/>
                  </a:lnTo>
                  <a:lnTo>
                    <a:pt x="1173886" y="466305"/>
                  </a:lnTo>
                  <a:lnTo>
                    <a:pt x="1173886" y="349516"/>
                  </a:lnTo>
                  <a:lnTo>
                    <a:pt x="939241" y="231584"/>
                  </a:lnTo>
                  <a:lnTo>
                    <a:pt x="939241" y="25"/>
                  </a:lnTo>
                  <a:close/>
                </a:path>
              </a:pathLst>
            </a:custGeom>
            <a:solidFill>
              <a:srgbClr val="0059C2"/>
            </a:solidFill>
          </p:spPr>
          <p:txBody>
            <a:bodyPr wrap="square" lIns="0" tIns="0" rIns="0" bIns="0" rtlCol="0"/>
            <a:lstStyle/>
            <a:p>
              <a:endParaRPr/>
            </a:p>
          </p:txBody>
        </p:sp>
      </p:grpSp>
      <p:sp>
        <p:nvSpPr>
          <p:cNvPr id="11" name="object 11" descr="$PPTXTitle"/>
          <p:cNvSpPr txBox="1">
            <a:spLocks noGrp="1"/>
          </p:cNvSpPr>
          <p:nvPr>
            <p:ph type="title"/>
          </p:nvPr>
        </p:nvSpPr>
        <p:spPr>
          <a:xfrm>
            <a:off x="8993145" y="871850"/>
            <a:ext cx="1436370" cy="671338"/>
          </a:xfrm>
          <a:prstGeom prst="rect">
            <a:avLst/>
          </a:prstGeom>
        </p:spPr>
        <p:txBody>
          <a:bodyPr vert="horz" wrap="square" lIns="0" tIns="11430" rIns="0" bIns="0" rtlCol="0">
            <a:spAutoFit/>
          </a:bodyPr>
          <a:lstStyle/>
          <a:p>
            <a:pPr marL="25400" marR="17780" algn="r">
              <a:lnSpc>
                <a:spcPct val="108700"/>
              </a:lnSpc>
              <a:spcBef>
                <a:spcPts val="90"/>
              </a:spcBef>
            </a:pPr>
            <a:r>
              <a:rPr lang="ar-SA" sz="2000" dirty="0">
                <a:solidFill>
                  <a:schemeClr val="bg1"/>
                </a:solidFill>
                <a:latin typeface="Zanjabeel" pitchFamily="50" charset="-78"/>
                <a:cs typeface="Zanjabeel" pitchFamily="50" charset="-78"/>
              </a:rPr>
              <a:t>التمــكين المؤسسي</a:t>
            </a:r>
            <a:endParaRPr sz="2000" dirty="0">
              <a:solidFill>
                <a:schemeClr val="bg1"/>
              </a:solidFill>
              <a:latin typeface="Zanjabeel" pitchFamily="50" charset="-78"/>
              <a:cs typeface="Zanjabeel" pitchFamily="50" charset="-78"/>
            </a:endParaRPr>
          </a:p>
        </p:txBody>
      </p:sp>
      <p:sp>
        <p:nvSpPr>
          <p:cNvPr id="12" name="object 12"/>
          <p:cNvSpPr txBox="1"/>
          <p:nvPr/>
        </p:nvSpPr>
        <p:spPr>
          <a:xfrm>
            <a:off x="9244744" y="1998648"/>
            <a:ext cx="1184910" cy="197490"/>
          </a:xfrm>
          <a:prstGeom prst="rect">
            <a:avLst/>
          </a:prstGeom>
        </p:spPr>
        <p:txBody>
          <a:bodyPr vert="horz" wrap="square" lIns="0" tIns="12700" rIns="0" bIns="0" rtlCol="0">
            <a:spAutoFit/>
          </a:bodyPr>
          <a:lstStyle/>
          <a:p>
            <a:pPr marL="25400" marR="17780" algn="r">
              <a:lnSpc>
                <a:spcPct val="100000"/>
              </a:lnSpc>
              <a:spcBef>
                <a:spcPts val="100"/>
              </a:spcBef>
            </a:pPr>
            <a:r>
              <a:rPr lang="ar-SA" baseline="34722" dirty="0">
                <a:solidFill>
                  <a:schemeClr val="bg1"/>
                </a:solidFill>
                <a:latin typeface="Zanjabeel" pitchFamily="50" charset="-78"/>
                <a:cs typeface="Zanjabeel" pitchFamily="50" charset="-78"/>
              </a:rPr>
              <a:t>نطــاق العمـل</a:t>
            </a:r>
            <a:endParaRPr baseline="34722" dirty="0">
              <a:solidFill>
                <a:schemeClr val="bg1"/>
              </a:solidFill>
              <a:latin typeface="Zanjabeel" pitchFamily="50" charset="-78"/>
              <a:cs typeface="Zanjabeel" pitchFamily="50" charset="-78"/>
            </a:endParaRPr>
          </a:p>
        </p:txBody>
      </p:sp>
      <p:sp>
        <p:nvSpPr>
          <p:cNvPr id="13" name="object 13"/>
          <p:cNvSpPr/>
          <p:nvPr/>
        </p:nvSpPr>
        <p:spPr>
          <a:xfrm>
            <a:off x="2342057" y="853223"/>
            <a:ext cx="5004435" cy="6005195"/>
          </a:xfrm>
          <a:custGeom>
            <a:avLst/>
            <a:gdLst/>
            <a:ahLst/>
            <a:cxnLst/>
            <a:rect l="l" t="t" r="r" b="b"/>
            <a:pathLst>
              <a:path w="5004434" h="6005195">
                <a:moveTo>
                  <a:pt x="5004003" y="5099634"/>
                </a:moveTo>
                <a:lnTo>
                  <a:pt x="0" y="5099634"/>
                </a:lnTo>
                <a:lnTo>
                  <a:pt x="0" y="6004776"/>
                </a:lnTo>
                <a:lnTo>
                  <a:pt x="5004003" y="6004776"/>
                </a:lnTo>
                <a:lnTo>
                  <a:pt x="5004003" y="5099634"/>
                </a:lnTo>
                <a:close/>
              </a:path>
              <a:path w="5004434" h="6005195">
                <a:moveTo>
                  <a:pt x="5004003" y="4052557"/>
                </a:moveTo>
                <a:lnTo>
                  <a:pt x="0" y="4052557"/>
                </a:lnTo>
                <a:lnTo>
                  <a:pt x="0" y="4957699"/>
                </a:lnTo>
                <a:lnTo>
                  <a:pt x="5004003" y="4957699"/>
                </a:lnTo>
                <a:lnTo>
                  <a:pt x="5004003" y="4052557"/>
                </a:lnTo>
                <a:close/>
              </a:path>
              <a:path w="5004434" h="6005195">
                <a:moveTo>
                  <a:pt x="5004003" y="3051492"/>
                </a:moveTo>
                <a:lnTo>
                  <a:pt x="0" y="3051492"/>
                </a:lnTo>
                <a:lnTo>
                  <a:pt x="0" y="3956634"/>
                </a:lnTo>
                <a:lnTo>
                  <a:pt x="5004003" y="3956634"/>
                </a:lnTo>
                <a:lnTo>
                  <a:pt x="5004003" y="3051492"/>
                </a:lnTo>
                <a:close/>
              </a:path>
              <a:path w="5004434" h="6005195">
                <a:moveTo>
                  <a:pt x="5004003" y="2038350"/>
                </a:moveTo>
                <a:lnTo>
                  <a:pt x="0" y="2038350"/>
                </a:lnTo>
                <a:lnTo>
                  <a:pt x="0" y="2943491"/>
                </a:lnTo>
                <a:lnTo>
                  <a:pt x="5004003" y="2943491"/>
                </a:lnTo>
                <a:lnTo>
                  <a:pt x="5004003" y="2038350"/>
                </a:lnTo>
                <a:close/>
              </a:path>
              <a:path w="5004434" h="6005195">
                <a:moveTo>
                  <a:pt x="5004003" y="1013129"/>
                </a:moveTo>
                <a:lnTo>
                  <a:pt x="0" y="1013129"/>
                </a:lnTo>
                <a:lnTo>
                  <a:pt x="0" y="1918271"/>
                </a:lnTo>
                <a:lnTo>
                  <a:pt x="5004003" y="1918271"/>
                </a:lnTo>
                <a:lnTo>
                  <a:pt x="5004003" y="1013129"/>
                </a:lnTo>
                <a:close/>
              </a:path>
              <a:path w="5004434" h="6005195">
                <a:moveTo>
                  <a:pt x="5004003" y="0"/>
                </a:moveTo>
                <a:lnTo>
                  <a:pt x="0" y="0"/>
                </a:lnTo>
                <a:lnTo>
                  <a:pt x="0" y="905129"/>
                </a:lnTo>
                <a:lnTo>
                  <a:pt x="5004003" y="905129"/>
                </a:lnTo>
                <a:lnTo>
                  <a:pt x="5004003" y="0"/>
                </a:lnTo>
                <a:close/>
              </a:path>
            </a:pathLst>
          </a:custGeom>
          <a:solidFill>
            <a:srgbClr val="FFFFFF"/>
          </a:solidFill>
        </p:spPr>
        <p:txBody>
          <a:bodyPr wrap="square" lIns="0" tIns="0" rIns="0" bIns="0" rtlCol="0"/>
          <a:lstStyle/>
          <a:p>
            <a:endParaRPr/>
          </a:p>
        </p:txBody>
      </p:sp>
      <p:sp>
        <p:nvSpPr>
          <p:cNvPr id="14" name="object 14"/>
          <p:cNvSpPr txBox="1"/>
          <p:nvPr/>
        </p:nvSpPr>
        <p:spPr>
          <a:xfrm>
            <a:off x="4875334" y="1001661"/>
            <a:ext cx="2170430" cy="182101"/>
          </a:xfrm>
          <a:prstGeom prst="rect">
            <a:avLst/>
          </a:prstGeom>
        </p:spPr>
        <p:txBody>
          <a:bodyPr vert="horz" wrap="square" lIns="0" tIns="12700" rIns="0" bIns="0" rtlCol="0">
            <a:spAutoFit/>
          </a:bodyPr>
          <a:lstStyle/>
          <a:p>
            <a:pPr lvl="0" rtl="1"/>
            <a:r>
              <a:rPr lang="ar-SA" sz="1100" b="1" dirty="0">
                <a:latin typeface="Zanjabeel" pitchFamily="50" charset="-78"/>
                <a:cs typeface="Zanjabeel" pitchFamily="50" charset="-78"/>
              </a:rPr>
              <a:t>تحليل الوضع الراهن المؤسسي</a:t>
            </a:r>
            <a:endParaRPr lang="en-US" sz="1100" b="1" dirty="0">
              <a:latin typeface="Zanjabeel" pitchFamily="50" charset="-78"/>
              <a:cs typeface="Zanjabeel" pitchFamily="50" charset="-78"/>
            </a:endParaRPr>
          </a:p>
        </p:txBody>
      </p:sp>
      <p:sp>
        <p:nvSpPr>
          <p:cNvPr id="15" name="object 15"/>
          <p:cNvSpPr txBox="1"/>
          <p:nvPr/>
        </p:nvSpPr>
        <p:spPr>
          <a:xfrm>
            <a:off x="2859264" y="1250558"/>
            <a:ext cx="4186359"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إجراء تشخيص شامل لمستوى نضج المنظمة عبر تقييم الهياكل والعمليات والموارد لتحديد فرص التحسين وبناء أساس للتطوير</a:t>
            </a:r>
            <a:r>
              <a:rPr lang="en-US" sz="1100" dirty="0">
                <a:latin typeface="Zanjabeel Light" pitchFamily="50" charset="-78"/>
                <a:cs typeface="Zanjabeel Light" pitchFamily="50" charset="-78"/>
              </a:rPr>
              <a:t>.</a:t>
            </a:r>
          </a:p>
        </p:txBody>
      </p:sp>
      <p:grpSp>
        <p:nvGrpSpPr>
          <p:cNvPr id="20" name="object 20"/>
          <p:cNvGrpSpPr/>
          <p:nvPr/>
        </p:nvGrpSpPr>
        <p:grpSpPr>
          <a:xfrm>
            <a:off x="2342058" y="853211"/>
            <a:ext cx="6017260" cy="6005195"/>
            <a:chOff x="2342058" y="853211"/>
            <a:chExt cx="6017260" cy="6005195"/>
          </a:xfrm>
        </p:grpSpPr>
        <p:sp>
          <p:nvSpPr>
            <p:cNvPr id="21" name="object 21"/>
            <p:cNvSpPr/>
            <p:nvPr/>
          </p:nvSpPr>
          <p:spPr>
            <a:xfrm>
              <a:off x="2342057" y="853223"/>
              <a:ext cx="6017260" cy="6005195"/>
            </a:xfrm>
            <a:custGeom>
              <a:avLst/>
              <a:gdLst/>
              <a:ahLst/>
              <a:cxnLst/>
              <a:rect l="l" t="t" r="r" b="b"/>
              <a:pathLst>
                <a:path w="6017259" h="6005195">
                  <a:moveTo>
                    <a:pt x="103568" y="6004788"/>
                  </a:moveTo>
                  <a:lnTo>
                    <a:pt x="51676" y="5900902"/>
                  </a:lnTo>
                  <a:lnTo>
                    <a:pt x="0" y="5900902"/>
                  </a:lnTo>
                  <a:lnTo>
                    <a:pt x="0" y="6004788"/>
                  </a:lnTo>
                  <a:lnTo>
                    <a:pt x="103568" y="6004788"/>
                  </a:lnTo>
                  <a:close/>
                </a:path>
                <a:path w="6017259" h="6005195">
                  <a:moveTo>
                    <a:pt x="103568" y="4957711"/>
                  </a:moveTo>
                  <a:lnTo>
                    <a:pt x="51676" y="4853825"/>
                  </a:lnTo>
                  <a:lnTo>
                    <a:pt x="0" y="4853825"/>
                  </a:lnTo>
                  <a:lnTo>
                    <a:pt x="0" y="4957711"/>
                  </a:lnTo>
                  <a:lnTo>
                    <a:pt x="103568" y="4957711"/>
                  </a:lnTo>
                  <a:close/>
                </a:path>
                <a:path w="6017259" h="6005195">
                  <a:moveTo>
                    <a:pt x="103568" y="3956647"/>
                  </a:moveTo>
                  <a:lnTo>
                    <a:pt x="51676" y="3852761"/>
                  </a:lnTo>
                  <a:lnTo>
                    <a:pt x="0" y="3852761"/>
                  </a:lnTo>
                  <a:lnTo>
                    <a:pt x="0" y="3956647"/>
                  </a:lnTo>
                  <a:lnTo>
                    <a:pt x="103568" y="3956647"/>
                  </a:lnTo>
                  <a:close/>
                </a:path>
                <a:path w="6017259" h="6005195">
                  <a:moveTo>
                    <a:pt x="103568" y="2943504"/>
                  </a:moveTo>
                  <a:lnTo>
                    <a:pt x="51676" y="2839618"/>
                  </a:lnTo>
                  <a:lnTo>
                    <a:pt x="0" y="2839618"/>
                  </a:lnTo>
                  <a:lnTo>
                    <a:pt x="0" y="2943504"/>
                  </a:lnTo>
                  <a:lnTo>
                    <a:pt x="103568" y="2943504"/>
                  </a:lnTo>
                  <a:close/>
                </a:path>
                <a:path w="6017259" h="6005195">
                  <a:moveTo>
                    <a:pt x="103568" y="1918271"/>
                  </a:moveTo>
                  <a:lnTo>
                    <a:pt x="51676" y="1814385"/>
                  </a:lnTo>
                  <a:lnTo>
                    <a:pt x="0" y="1814385"/>
                  </a:lnTo>
                  <a:lnTo>
                    <a:pt x="0" y="1918271"/>
                  </a:lnTo>
                  <a:lnTo>
                    <a:pt x="103568" y="1918271"/>
                  </a:lnTo>
                  <a:close/>
                </a:path>
                <a:path w="6017259" h="6005195">
                  <a:moveTo>
                    <a:pt x="103568" y="905141"/>
                  </a:moveTo>
                  <a:lnTo>
                    <a:pt x="51676" y="801255"/>
                  </a:lnTo>
                  <a:lnTo>
                    <a:pt x="0" y="801255"/>
                  </a:lnTo>
                  <a:lnTo>
                    <a:pt x="0" y="905141"/>
                  </a:lnTo>
                  <a:lnTo>
                    <a:pt x="103568" y="905141"/>
                  </a:lnTo>
                  <a:close/>
                </a:path>
                <a:path w="6017259" h="6005195">
                  <a:moveTo>
                    <a:pt x="6017133" y="5099634"/>
                  </a:moveTo>
                  <a:lnTo>
                    <a:pt x="5112004" y="5099634"/>
                  </a:lnTo>
                  <a:lnTo>
                    <a:pt x="5112004" y="6004776"/>
                  </a:lnTo>
                  <a:lnTo>
                    <a:pt x="6017133" y="6004776"/>
                  </a:lnTo>
                  <a:lnTo>
                    <a:pt x="6017133" y="5099634"/>
                  </a:lnTo>
                  <a:close/>
                </a:path>
                <a:path w="6017259" h="6005195">
                  <a:moveTo>
                    <a:pt x="6017133" y="4052557"/>
                  </a:moveTo>
                  <a:lnTo>
                    <a:pt x="5112004" y="4052557"/>
                  </a:lnTo>
                  <a:lnTo>
                    <a:pt x="5112004" y="4957699"/>
                  </a:lnTo>
                  <a:lnTo>
                    <a:pt x="6017133" y="4957699"/>
                  </a:lnTo>
                  <a:lnTo>
                    <a:pt x="6017133" y="4052557"/>
                  </a:lnTo>
                  <a:close/>
                </a:path>
                <a:path w="6017259" h="6005195">
                  <a:moveTo>
                    <a:pt x="6017133" y="3039402"/>
                  </a:moveTo>
                  <a:lnTo>
                    <a:pt x="5112004" y="3039402"/>
                  </a:lnTo>
                  <a:lnTo>
                    <a:pt x="5112004" y="3944543"/>
                  </a:lnTo>
                  <a:lnTo>
                    <a:pt x="6017133" y="3944543"/>
                  </a:lnTo>
                  <a:lnTo>
                    <a:pt x="6017133" y="3039402"/>
                  </a:lnTo>
                  <a:close/>
                </a:path>
                <a:path w="6017259" h="6005195">
                  <a:moveTo>
                    <a:pt x="6017133" y="2022792"/>
                  </a:moveTo>
                  <a:lnTo>
                    <a:pt x="5112004" y="2022792"/>
                  </a:lnTo>
                  <a:lnTo>
                    <a:pt x="5112004" y="2927934"/>
                  </a:lnTo>
                  <a:lnTo>
                    <a:pt x="6017133" y="2927934"/>
                  </a:lnTo>
                  <a:lnTo>
                    <a:pt x="6017133" y="2022792"/>
                  </a:lnTo>
                  <a:close/>
                </a:path>
                <a:path w="6017259" h="6005195">
                  <a:moveTo>
                    <a:pt x="6017133" y="1013129"/>
                  </a:moveTo>
                  <a:lnTo>
                    <a:pt x="5112004" y="1013129"/>
                  </a:lnTo>
                  <a:lnTo>
                    <a:pt x="5112004" y="1918271"/>
                  </a:lnTo>
                  <a:lnTo>
                    <a:pt x="6017133" y="1918271"/>
                  </a:lnTo>
                  <a:lnTo>
                    <a:pt x="6017133" y="1013129"/>
                  </a:lnTo>
                  <a:close/>
                </a:path>
                <a:path w="6017259" h="6005195">
                  <a:moveTo>
                    <a:pt x="6017133" y="0"/>
                  </a:moveTo>
                  <a:lnTo>
                    <a:pt x="5112004" y="0"/>
                  </a:lnTo>
                  <a:lnTo>
                    <a:pt x="5112004" y="905129"/>
                  </a:lnTo>
                  <a:lnTo>
                    <a:pt x="6017133" y="905129"/>
                  </a:lnTo>
                  <a:lnTo>
                    <a:pt x="6017133" y="0"/>
                  </a:lnTo>
                  <a:close/>
                </a:path>
              </a:pathLst>
            </a:custGeom>
            <a:solidFill>
              <a:srgbClr val="0059C2"/>
            </a:solidFill>
          </p:spPr>
          <p:txBody>
            <a:bodyPr wrap="square" lIns="0" tIns="0" rIns="0" bIns="0" rtlCol="0"/>
            <a:lstStyle/>
            <a:p>
              <a:endParaRPr/>
            </a:p>
          </p:txBody>
        </p:sp>
        <p:sp>
          <p:nvSpPr>
            <p:cNvPr id="22" name="object 22"/>
            <p:cNvSpPr/>
            <p:nvPr/>
          </p:nvSpPr>
          <p:spPr>
            <a:xfrm>
              <a:off x="7722921" y="1122082"/>
              <a:ext cx="367665" cy="367665"/>
            </a:xfrm>
            <a:custGeom>
              <a:avLst/>
              <a:gdLst/>
              <a:ahLst/>
              <a:cxnLst/>
              <a:rect l="l" t="t" r="r" b="b"/>
              <a:pathLst>
                <a:path w="367665" h="367665">
                  <a:moveTo>
                    <a:pt x="292912" y="105918"/>
                  </a:moveTo>
                  <a:lnTo>
                    <a:pt x="271386" y="105918"/>
                  </a:lnTo>
                  <a:lnTo>
                    <a:pt x="271386" y="127444"/>
                  </a:lnTo>
                  <a:lnTo>
                    <a:pt x="292912" y="127444"/>
                  </a:lnTo>
                  <a:lnTo>
                    <a:pt x="292912" y="105918"/>
                  </a:lnTo>
                  <a:close/>
                </a:path>
                <a:path w="367665" h="367665">
                  <a:moveTo>
                    <a:pt x="292912" y="43040"/>
                  </a:moveTo>
                  <a:lnTo>
                    <a:pt x="271386" y="43040"/>
                  </a:lnTo>
                  <a:lnTo>
                    <a:pt x="271386" y="84391"/>
                  </a:lnTo>
                  <a:lnTo>
                    <a:pt x="292912" y="84391"/>
                  </a:lnTo>
                  <a:lnTo>
                    <a:pt x="292912" y="43040"/>
                  </a:lnTo>
                  <a:close/>
                </a:path>
                <a:path w="367665" h="367665">
                  <a:moveTo>
                    <a:pt x="367411" y="85255"/>
                  </a:moveTo>
                  <a:lnTo>
                    <a:pt x="360692" y="52095"/>
                  </a:lnTo>
                  <a:lnTo>
                    <a:pt x="345884" y="30162"/>
                  </a:lnTo>
                  <a:lnTo>
                    <a:pt x="345884" y="85255"/>
                  </a:lnTo>
                  <a:lnTo>
                    <a:pt x="340868" y="110045"/>
                  </a:lnTo>
                  <a:lnTo>
                    <a:pt x="327190" y="130302"/>
                  </a:lnTo>
                  <a:lnTo>
                    <a:pt x="306933" y="143979"/>
                  </a:lnTo>
                  <a:lnTo>
                    <a:pt x="301396" y="145110"/>
                  </a:lnTo>
                  <a:lnTo>
                    <a:pt x="301396" y="168325"/>
                  </a:lnTo>
                  <a:lnTo>
                    <a:pt x="301396" y="302831"/>
                  </a:lnTo>
                  <a:lnTo>
                    <a:pt x="279869" y="302831"/>
                  </a:lnTo>
                  <a:lnTo>
                    <a:pt x="279869" y="170522"/>
                  </a:lnTo>
                  <a:lnTo>
                    <a:pt x="288772" y="170522"/>
                  </a:lnTo>
                  <a:lnTo>
                    <a:pt x="295211" y="169760"/>
                  </a:lnTo>
                  <a:lnTo>
                    <a:pt x="301396" y="168325"/>
                  </a:lnTo>
                  <a:lnTo>
                    <a:pt x="301396" y="145110"/>
                  </a:lnTo>
                  <a:lnTo>
                    <a:pt x="282155" y="148996"/>
                  </a:lnTo>
                  <a:lnTo>
                    <a:pt x="258343" y="144183"/>
                  </a:lnTo>
                  <a:lnTo>
                    <a:pt x="258343" y="167132"/>
                  </a:lnTo>
                  <a:lnTo>
                    <a:pt x="258343" y="302831"/>
                  </a:lnTo>
                  <a:lnTo>
                    <a:pt x="236816" y="302831"/>
                  </a:lnTo>
                  <a:lnTo>
                    <a:pt x="236816" y="157429"/>
                  </a:lnTo>
                  <a:lnTo>
                    <a:pt x="243433" y="161607"/>
                  </a:lnTo>
                  <a:lnTo>
                    <a:pt x="250659" y="164896"/>
                  </a:lnTo>
                  <a:lnTo>
                    <a:pt x="258343" y="167132"/>
                  </a:lnTo>
                  <a:lnTo>
                    <a:pt x="258343" y="144183"/>
                  </a:lnTo>
                  <a:lnTo>
                    <a:pt x="257365" y="143979"/>
                  </a:lnTo>
                  <a:lnTo>
                    <a:pt x="237096" y="130302"/>
                  </a:lnTo>
                  <a:lnTo>
                    <a:pt x="223431" y="110045"/>
                  </a:lnTo>
                  <a:lnTo>
                    <a:pt x="222935" y="107632"/>
                  </a:lnTo>
                  <a:lnTo>
                    <a:pt x="218414" y="85255"/>
                  </a:lnTo>
                  <a:lnTo>
                    <a:pt x="223431" y="60464"/>
                  </a:lnTo>
                  <a:lnTo>
                    <a:pt x="237096" y="40208"/>
                  </a:lnTo>
                  <a:lnTo>
                    <a:pt x="257365" y="26543"/>
                  </a:lnTo>
                  <a:lnTo>
                    <a:pt x="282155" y="21526"/>
                  </a:lnTo>
                  <a:lnTo>
                    <a:pt x="306933" y="26543"/>
                  </a:lnTo>
                  <a:lnTo>
                    <a:pt x="327190" y="40208"/>
                  </a:lnTo>
                  <a:lnTo>
                    <a:pt x="340868" y="60464"/>
                  </a:lnTo>
                  <a:lnTo>
                    <a:pt x="345884" y="85255"/>
                  </a:lnTo>
                  <a:lnTo>
                    <a:pt x="345884" y="30162"/>
                  </a:lnTo>
                  <a:lnTo>
                    <a:pt x="342404" y="24993"/>
                  </a:lnTo>
                  <a:lnTo>
                    <a:pt x="337261" y="21526"/>
                  </a:lnTo>
                  <a:lnTo>
                    <a:pt x="315302" y="6705"/>
                  </a:lnTo>
                  <a:lnTo>
                    <a:pt x="282155" y="0"/>
                  </a:lnTo>
                  <a:lnTo>
                    <a:pt x="248996" y="6705"/>
                  </a:lnTo>
                  <a:lnTo>
                    <a:pt x="221881" y="24993"/>
                  </a:lnTo>
                  <a:lnTo>
                    <a:pt x="215277" y="34785"/>
                  </a:lnTo>
                  <a:lnTo>
                    <a:pt x="215277" y="138099"/>
                  </a:lnTo>
                  <a:lnTo>
                    <a:pt x="215277" y="302831"/>
                  </a:lnTo>
                  <a:lnTo>
                    <a:pt x="193751" y="302831"/>
                  </a:lnTo>
                  <a:lnTo>
                    <a:pt x="193751" y="107632"/>
                  </a:lnTo>
                  <a:lnTo>
                    <a:pt x="199885" y="107632"/>
                  </a:lnTo>
                  <a:lnTo>
                    <a:pt x="202577" y="115874"/>
                  </a:lnTo>
                  <a:lnTo>
                    <a:pt x="206082" y="123736"/>
                  </a:lnTo>
                  <a:lnTo>
                    <a:pt x="210324" y="131152"/>
                  </a:lnTo>
                  <a:lnTo>
                    <a:pt x="215277" y="138099"/>
                  </a:lnTo>
                  <a:lnTo>
                    <a:pt x="215277" y="34785"/>
                  </a:lnTo>
                  <a:lnTo>
                    <a:pt x="203593" y="52095"/>
                  </a:lnTo>
                  <a:lnTo>
                    <a:pt x="196888" y="85255"/>
                  </a:lnTo>
                  <a:lnTo>
                    <a:pt x="196900" y="86106"/>
                  </a:lnTo>
                  <a:lnTo>
                    <a:pt x="172224" y="86106"/>
                  </a:lnTo>
                  <a:lnTo>
                    <a:pt x="172224" y="302831"/>
                  </a:lnTo>
                  <a:lnTo>
                    <a:pt x="150698" y="302831"/>
                  </a:lnTo>
                  <a:lnTo>
                    <a:pt x="150698" y="64579"/>
                  </a:lnTo>
                  <a:lnTo>
                    <a:pt x="150698" y="43053"/>
                  </a:lnTo>
                  <a:lnTo>
                    <a:pt x="129159" y="43053"/>
                  </a:lnTo>
                  <a:lnTo>
                    <a:pt x="129159" y="64579"/>
                  </a:lnTo>
                  <a:lnTo>
                    <a:pt x="129159" y="302831"/>
                  </a:lnTo>
                  <a:lnTo>
                    <a:pt x="107632" y="302831"/>
                  </a:lnTo>
                  <a:lnTo>
                    <a:pt x="107632" y="64579"/>
                  </a:lnTo>
                  <a:lnTo>
                    <a:pt x="129159" y="64579"/>
                  </a:lnTo>
                  <a:lnTo>
                    <a:pt x="129159" y="43053"/>
                  </a:lnTo>
                  <a:lnTo>
                    <a:pt x="86118" y="43053"/>
                  </a:lnTo>
                  <a:lnTo>
                    <a:pt x="86118" y="302831"/>
                  </a:lnTo>
                  <a:lnTo>
                    <a:pt x="64579" y="302831"/>
                  </a:lnTo>
                  <a:lnTo>
                    <a:pt x="64579" y="21526"/>
                  </a:lnTo>
                  <a:lnTo>
                    <a:pt x="64579" y="0"/>
                  </a:lnTo>
                  <a:lnTo>
                    <a:pt x="0" y="0"/>
                  </a:lnTo>
                  <a:lnTo>
                    <a:pt x="0" y="367411"/>
                  </a:lnTo>
                  <a:lnTo>
                    <a:pt x="367411" y="367411"/>
                  </a:lnTo>
                  <a:lnTo>
                    <a:pt x="367411" y="345884"/>
                  </a:lnTo>
                  <a:lnTo>
                    <a:pt x="367411" y="302831"/>
                  </a:lnTo>
                  <a:lnTo>
                    <a:pt x="345884" y="302831"/>
                  </a:lnTo>
                  <a:lnTo>
                    <a:pt x="345884" y="324358"/>
                  </a:lnTo>
                  <a:lnTo>
                    <a:pt x="345884" y="345884"/>
                  </a:lnTo>
                  <a:lnTo>
                    <a:pt x="21526" y="345884"/>
                  </a:lnTo>
                  <a:lnTo>
                    <a:pt x="21526" y="21526"/>
                  </a:lnTo>
                  <a:lnTo>
                    <a:pt x="43053" y="21526"/>
                  </a:lnTo>
                  <a:lnTo>
                    <a:pt x="43053" y="324358"/>
                  </a:lnTo>
                  <a:lnTo>
                    <a:pt x="345884" y="324358"/>
                  </a:lnTo>
                  <a:lnTo>
                    <a:pt x="345884" y="302831"/>
                  </a:lnTo>
                  <a:lnTo>
                    <a:pt x="322922" y="302831"/>
                  </a:lnTo>
                  <a:lnTo>
                    <a:pt x="322922" y="168325"/>
                  </a:lnTo>
                  <a:lnTo>
                    <a:pt x="322922" y="160121"/>
                  </a:lnTo>
                  <a:lnTo>
                    <a:pt x="326593" y="157429"/>
                  </a:lnTo>
                  <a:lnTo>
                    <a:pt x="338112" y="148996"/>
                  </a:lnTo>
                  <a:lnTo>
                    <a:pt x="341045" y="146850"/>
                  </a:lnTo>
                  <a:lnTo>
                    <a:pt x="355092" y="129349"/>
                  </a:lnTo>
                  <a:lnTo>
                    <a:pt x="364185" y="108521"/>
                  </a:lnTo>
                  <a:lnTo>
                    <a:pt x="367284" y="86106"/>
                  </a:lnTo>
                  <a:lnTo>
                    <a:pt x="367411" y="85255"/>
                  </a:lnTo>
                  <a:close/>
                </a:path>
              </a:pathLst>
            </a:custGeom>
            <a:solidFill>
              <a:srgbClr val="D6E5F5"/>
            </a:solidFill>
          </p:spPr>
          <p:txBody>
            <a:bodyPr wrap="square" lIns="0" tIns="0" rIns="0" bIns="0" rtlCol="0"/>
            <a:lstStyle/>
            <a:p>
              <a:endParaRPr/>
            </a:p>
          </p:txBody>
        </p:sp>
        <p:sp>
          <p:nvSpPr>
            <p:cNvPr id="23" name="object 23"/>
            <p:cNvSpPr/>
            <p:nvPr/>
          </p:nvSpPr>
          <p:spPr>
            <a:xfrm>
              <a:off x="7695806" y="2145550"/>
              <a:ext cx="421640" cy="3386454"/>
            </a:xfrm>
            <a:custGeom>
              <a:avLst/>
              <a:gdLst/>
              <a:ahLst/>
              <a:cxnLst/>
              <a:rect l="l" t="t" r="r" b="b"/>
              <a:pathLst>
                <a:path w="421640" h="3386454">
                  <a:moveTo>
                    <a:pt x="269963" y="2139658"/>
                  </a:moveTo>
                  <a:lnTo>
                    <a:pt x="80708" y="2139658"/>
                  </a:lnTo>
                  <a:lnTo>
                    <a:pt x="80708" y="2163318"/>
                  </a:lnTo>
                  <a:lnTo>
                    <a:pt x="269963" y="2163318"/>
                  </a:lnTo>
                  <a:lnTo>
                    <a:pt x="269963" y="2139658"/>
                  </a:lnTo>
                  <a:close/>
                </a:path>
                <a:path w="421640" h="3386454">
                  <a:moveTo>
                    <a:pt x="269963" y="2092337"/>
                  </a:moveTo>
                  <a:lnTo>
                    <a:pt x="80708" y="2092337"/>
                  </a:lnTo>
                  <a:lnTo>
                    <a:pt x="80708" y="2115997"/>
                  </a:lnTo>
                  <a:lnTo>
                    <a:pt x="269963" y="2115997"/>
                  </a:lnTo>
                  <a:lnTo>
                    <a:pt x="269963" y="2092337"/>
                  </a:lnTo>
                  <a:close/>
                </a:path>
                <a:path w="421640" h="3386454">
                  <a:moveTo>
                    <a:pt x="269963" y="2045004"/>
                  </a:moveTo>
                  <a:lnTo>
                    <a:pt x="80708" y="2045004"/>
                  </a:lnTo>
                  <a:lnTo>
                    <a:pt x="80708" y="2068664"/>
                  </a:lnTo>
                  <a:lnTo>
                    <a:pt x="269963" y="2068664"/>
                  </a:lnTo>
                  <a:lnTo>
                    <a:pt x="269963" y="2045004"/>
                  </a:lnTo>
                  <a:close/>
                </a:path>
                <a:path w="421640" h="3386454">
                  <a:moveTo>
                    <a:pt x="388239" y="2045017"/>
                  </a:moveTo>
                  <a:lnTo>
                    <a:pt x="384517" y="2026615"/>
                  </a:lnTo>
                  <a:lnTo>
                    <a:pt x="380974" y="2021370"/>
                  </a:lnTo>
                  <a:lnTo>
                    <a:pt x="374370" y="2011578"/>
                  </a:lnTo>
                  <a:lnTo>
                    <a:pt x="364591" y="2004987"/>
                  </a:lnTo>
                  <a:lnTo>
                    <a:pt x="364591" y="2045017"/>
                  </a:lnTo>
                  <a:lnTo>
                    <a:pt x="317271" y="2045017"/>
                  </a:lnTo>
                  <a:lnTo>
                    <a:pt x="340931" y="2021370"/>
                  </a:lnTo>
                  <a:lnTo>
                    <a:pt x="350126" y="2023224"/>
                  </a:lnTo>
                  <a:lnTo>
                    <a:pt x="357657" y="2028317"/>
                  </a:lnTo>
                  <a:lnTo>
                    <a:pt x="362724" y="2035822"/>
                  </a:lnTo>
                  <a:lnTo>
                    <a:pt x="364591" y="2045017"/>
                  </a:lnTo>
                  <a:lnTo>
                    <a:pt x="364591" y="2004987"/>
                  </a:lnTo>
                  <a:lnTo>
                    <a:pt x="359333" y="2001431"/>
                  </a:lnTo>
                  <a:lnTo>
                    <a:pt x="340931" y="1997710"/>
                  </a:lnTo>
                  <a:lnTo>
                    <a:pt x="299986" y="1997710"/>
                  </a:lnTo>
                  <a:lnTo>
                    <a:pt x="299986" y="2021370"/>
                  </a:lnTo>
                  <a:lnTo>
                    <a:pt x="295935" y="2028317"/>
                  </a:lnTo>
                  <a:lnTo>
                    <a:pt x="293611" y="2036406"/>
                  </a:lnTo>
                  <a:lnTo>
                    <a:pt x="293611" y="2306040"/>
                  </a:lnTo>
                  <a:lnTo>
                    <a:pt x="246303" y="2306040"/>
                  </a:lnTo>
                  <a:lnTo>
                    <a:pt x="246303" y="2304059"/>
                  </a:lnTo>
                  <a:lnTo>
                    <a:pt x="246303" y="2293391"/>
                  </a:lnTo>
                  <a:lnTo>
                    <a:pt x="256057" y="2284158"/>
                  </a:lnTo>
                  <a:lnTo>
                    <a:pt x="257759" y="2281593"/>
                  </a:lnTo>
                  <a:lnTo>
                    <a:pt x="263512" y="2272931"/>
                  </a:lnTo>
                  <a:lnTo>
                    <a:pt x="268274" y="2260117"/>
                  </a:lnTo>
                  <a:lnTo>
                    <a:pt x="269951" y="2246109"/>
                  </a:lnTo>
                  <a:lnTo>
                    <a:pt x="265303" y="2223109"/>
                  </a:lnTo>
                  <a:lnTo>
                    <a:pt x="252615" y="2204301"/>
                  </a:lnTo>
                  <a:lnTo>
                    <a:pt x="246303" y="2200046"/>
                  </a:lnTo>
                  <a:lnTo>
                    <a:pt x="246303" y="2246109"/>
                  </a:lnTo>
                  <a:lnTo>
                    <a:pt x="243509" y="2259901"/>
                  </a:lnTo>
                  <a:lnTo>
                    <a:pt x="235902" y="2271179"/>
                  </a:lnTo>
                  <a:lnTo>
                    <a:pt x="224624" y="2278799"/>
                  </a:lnTo>
                  <a:lnTo>
                    <a:pt x="222643" y="2279205"/>
                  </a:lnTo>
                  <a:lnTo>
                    <a:pt x="222643" y="2304059"/>
                  </a:lnTo>
                  <a:lnTo>
                    <a:pt x="222643" y="2344509"/>
                  </a:lnTo>
                  <a:lnTo>
                    <a:pt x="210820" y="2332685"/>
                  </a:lnTo>
                  <a:lnTo>
                    <a:pt x="198996" y="2344509"/>
                  </a:lnTo>
                  <a:lnTo>
                    <a:pt x="198996" y="2306040"/>
                  </a:lnTo>
                  <a:lnTo>
                    <a:pt x="198996" y="2304059"/>
                  </a:lnTo>
                  <a:lnTo>
                    <a:pt x="202806" y="2304834"/>
                  </a:lnTo>
                  <a:lnTo>
                    <a:pt x="206768" y="2305253"/>
                  </a:lnTo>
                  <a:lnTo>
                    <a:pt x="214871" y="2305253"/>
                  </a:lnTo>
                  <a:lnTo>
                    <a:pt x="218821" y="2304834"/>
                  </a:lnTo>
                  <a:lnTo>
                    <a:pt x="222643" y="2304059"/>
                  </a:lnTo>
                  <a:lnTo>
                    <a:pt x="222643" y="2279205"/>
                  </a:lnTo>
                  <a:lnTo>
                    <a:pt x="210820" y="2281593"/>
                  </a:lnTo>
                  <a:lnTo>
                    <a:pt x="197015" y="2278799"/>
                  </a:lnTo>
                  <a:lnTo>
                    <a:pt x="185737" y="2271179"/>
                  </a:lnTo>
                  <a:lnTo>
                    <a:pt x="178130" y="2259901"/>
                  </a:lnTo>
                  <a:lnTo>
                    <a:pt x="175336" y="2246109"/>
                  </a:lnTo>
                  <a:lnTo>
                    <a:pt x="178130" y="2232304"/>
                  </a:lnTo>
                  <a:lnTo>
                    <a:pt x="185737" y="2221026"/>
                  </a:lnTo>
                  <a:lnTo>
                    <a:pt x="197015" y="2213406"/>
                  </a:lnTo>
                  <a:lnTo>
                    <a:pt x="210820" y="2210625"/>
                  </a:lnTo>
                  <a:lnTo>
                    <a:pt x="224624" y="2213406"/>
                  </a:lnTo>
                  <a:lnTo>
                    <a:pt x="235902" y="2221026"/>
                  </a:lnTo>
                  <a:lnTo>
                    <a:pt x="243509" y="2232304"/>
                  </a:lnTo>
                  <a:lnTo>
                    <a:pt x="246303" y="2246109"/>
                  </a:lnTo>
                  <a:lnTo>
                    <a:pt x="246303" y="2200046"/>
                  </a:lnTo>
                  <a:lnTo>
                    <a:pt x="233819" y="2191613"/>
                  </a:lnTo>
                  <a:lnTo>
                    <a:pt x="210820" y="2186965"/>
                  </a:lnTo>
                  <a:lnTo>
                    <a:pt x="80708" y="2186965"/>
                  </a:lnTo>
                  <a:lnTo>
                    <a:pt x="80708" y="2210625"/>
                  </a:lnTo>
                  <a:lnTo>
                    <a:pt x="163525" y="2210625"/>
                  </a:lnTo>
                  <a:lnTo>
                    <a:pt x="159931" y="2215985"/>
                  </a:lnTo>
                  <a:lnTo>
                    <a:pt x="156921" y="2221750"/>
                  </a:lnTo>
                  <a:lnTo>
                    <a:pt x="154559" y="2227859"/>
                  </a:lnTo>
                  <a:lnTo>
                    <a:pt x="152857" y="2234285"/>
                  </a:lnTo>
                  <a:lnTo>
                    <a:pt x="80708" y="2234285"/>
                  </a:lnTo>
                  <a:lnTo>
                    <a:pt x="80708" y="2257933"/>
                  </a:lnTo>
                  <a:lnTo>
                    <a:pt x="152857" y="2257933"/>
                  </a:lnTo>
                  <a:lnTo>
                    <a:pt x="156019" y="2268347"/>
                  </a:lnTo>
                  <a:lnTo>
                    <a:pt x="160947" y="2277859"/>
                  </a:lnTo>
                  <a:lnTo>
                    <a:pt x="167449" y="2286266"/>
                  </a:lnTo>
                  <a:lnTo>
                    <a:pt x="175336" y="2293391"/>
                  </a:lnTo>
                  <a:lnTo>
                    <a:pt x="175336" y="2306040"/>
                  </a:lnTo>
                  <a:lnTo>
                    <a:pt x="57048" y="2306040"/>
                  </a:lnTo>
                  <a:lnTo>
                    <a:pt x="57048" y="2056853"/>
                  </a:lnTo>
                  <a:lnTo>
                    <a:pt x="59842" y="2043049"/>
                  </a:lnTo>
                  <a:lnTo>
                    <a:pt x="67449" y="2031758"/>
                  </a:lnTo>
                  <a:lnTo>
                    <a:pt x="78727" y="2024151"/>
                  </a:lnTo>
                  <a:lnTo>
                    <a:pt x="92468" y="2021370"/>
                  </a:lnTo>
                  <a:lnTo>
                    <a:pt x="299986" y="2021370"/>
                  </a:lnTo>
                  <a:lnTo>
                    <a:pt x="299986" y="1997710"/>
                  </a:lnTo>
                  <a:lnTo>
                    <a:pt x="92532" y="1997710"/>
                  </a:lnTo>
                  <a:lnTo>
                    <a:pt x="69532" y="2002358"/>
                  </a:lnTo>
                  <a:lnTo>
                    <a:pt x="50736" y="2015045"/>
                  </a:lnTo>
                  <a:lnTo>
                    <a:pt x="38049" y="2033854"/>
                  </a:lnTo>
                  <a:lnTo>
                    <a:pt x="33388" y="2056853"/>
                  </a:lnTo>
                  <a:lnTo>
                    <a:pt x="33388" y="2329700"/>
                  </a:lnTo>
                  <a:lnTo>
                    <a:pt x="175336" y="2329700"/>
                  </a:lnTo>
                  <a:lnTo>
                    <a:pt x="175336" y="2401620"/>
                  </a:lnTo>
                  <a:lnTo>
                    <a:pt x="210820" y="2366137"/>
                  </a:lnTo>
                  <a:lnTo>
                    <a:pt x="246303" y="2401620"/>
                  </a:lnTo>
                  <a:lnTo>
                    <a:pt x="246303" y="2366137"/>
                  </a:lnTo>
                  <a:lnTo>
                    <a:pt x="246303" y="2344509"/>
                  </a:lnTo>
                  <a:lnTo>
                    <a:pt x="246303" y="2329700"/>
                  </a:lnTo>
                  <a:lnTo>
                    <a:pt x="317271" y="2329700"/>
                  </a:lnTo>
                  <a:lnTo>
                    <a:pt x="317271" y="2306040"/>
                  </a:lnTo>
                  <a:lnTo>
                    <a:pt x="317271" y="2068677"/>
                  </a:lnTo>
                  <a:lnTo>
                    <a:pt x="388239" y="2068677"/>
                  </a:lnTo>
                  <a:lnTo>
                    <a:pt x="388239" y="2045017"/>
                  </a:lnTo>
                  <a:close/>
                </a:path>
                <a:path w="421640" h="3386454">
                  <a:moveTo>
                    <a:pt x="395452" y="3039719"/>
                  </a:moveTo>
                  <a:lnTo>
                    <a:pt x="373811" y="3039719"/>
                  </a:lnTo>
                  <a:lnTo>
                    <a:pt x="373811" y="3061347"/>
                  </a:lnTo>
                  <a:lnTo>
                    <a:pt x="373811" y="3256076"/>
                  </a:lnTo>
                  <a:lnTo>
                    <a:pt x="373811" y="3277717"/>
                  </a:lnTo>
                  <a:lnTo>
                    <a:pt x="373811" y="3299358"/>
                  </a:lnTo>
                  <a:lnTo>
                    <a:pt x="239090" y="3299358"/>
                  </a:lnTo>
                  <a:lnTo>
                    <a:pt x="239090" y="3364255"/>
                  </a:lnTo>
                  <a:lnTo>
                    <a:pt x="181838" y="3364255"/>
                  </a:lnTo>
                  <a:lnTo>
                    <a:pt x="196265" y="3320986"/>
                  </a:lnTo>
                  <a:lnTo>
                    <a:pt x="224663" y="3320986"/>
                  </a:lnTo>
                  <a:lnTo>
                    <a:pt x="239090" y="3364255"/>
                  </a:lnTo>
                  <a:lnTo>
                    <a:pt x="239090" y="3299358"/>
                  </a:lnTo>
                  <a:lnTo>
                    <a:pt x="47828" y="3299358"/>
                  </a:lnTo>
                  <a:lnTo>
                    <a:pt x="47828" y="3277717"/>
                  </a:lnTo>
                  <a:lnTo>
                    <a:pt x="373811" y="3277717"/>
                  </a:lnTo>
                  <a:lnTo>
                    <a:pt x="373811" y="3256076"/>
                  </a:lnTo>
                  <a:lnTo>
                    <a:pt x="47828" y="3256076"/>
                  </a:lnTo>
                  <a:lnTo>
                    <a:pt x="47828" y="3061347"/>
                  </a:lnTo>
                  <a:lnTo>
                    <a:pt x="373811" y="3061347"/>
                  </a:lnTo>
                  <a:lnTo>
                    <a:pt x="373811" y="3039719"/>
                  </a:lnTo>
                  <a:lnTo>
                    <a:pt x="26200" y="3039719"/>
                  </a:lnTo>
                  <a:lnTo>
                    <a:pt x="26200" y="3320986"/>
                  </a:lnTo>
                  <a:lnTo>
                    <a:pt x="173456" y="3320986"/>
                  </a:lnTo>
                  <a:lnTo>
                    <a:pt x="159029" y="3364255"/>
                  </a:lnTo>
                  <a:lnTo>
                    <a:pt x="112737" y="3364255"/>
                  </a:lnTo>
                  <a:lnTo>
                    <a:pt x="112737" y="3385896"/>
                  </a:lnTo>
                  <a:lnTo>
                    <a:pt x="308190" y="3385896"/>
                  </a:lnTo>
                  <a:lnTo>
                    <a:pt x="308190" y="3364255"/>
                  </a:lnTo>
                  <a:lnTo>
                    <a:pt x="261899" y="3364255"/>
                  </a:lnTo>
                  <a:lnTo>
                    <a:pt x="247472" y="3320986"/>
                  </a:lnTo>
                  <a:lnTo>
                    <a:pt x="395452" y="3320986"/>
                  </a:lnTo>
                  <a:lnTo>
                    <a:pt x="395452" y="3299358"/>
                  </a:lnTo>
                  <a:lnTo>
                    <a:pt x="395452" y="3277717"/>
                  </a:lnTo>
                  <a:lnTo>
                    <a:pt x="395452" y="3256076"/>
                  </a:lnTo>
                  <a:lnTo>
                    <a:pt x="395452" y="3061347"/>
                  </a:lnTo>
                  <a:lnTo>
                    <a:pt x="395452" y="3039719"/>
                  </a:lnTo>
                  <a:close/>
                </a:path>
                <a:path w="421640" h="3386454">
                  <a:moveTo>
                    <a:pt x="415505" y="0"/>
                  </a:moveTo>
                  <a:lnTo>
                    <a:pt x="363296" y="0"/>
                  </a:lnTo>
                  <a:lnTo>
                    <a:pt x="363296" y="21640"/>
                  </a:lnTo>
                  <a:lnTo>
                    <a:pt x="352475" y="32448"/>
                  </a:lnTo>
                  <a:lnTo>
                    <a:pt x="363296" y="43256"/>
                  </a:lnTo>
                  <a:lnTo>
                    <a:pt x="306489" y="43256"/>
                  </a:lnTo>
                  <a:lnTo>
                    <a:pt x="306489" y="21640"/>
                  </a:lnTo>
                  <a:lnTo>
                    <a:pt x="363296" y="21640"/>
                  </a:lnTo>
                  <a:lnTo>
                    <a:pt x="363296" y="0"/>
                  </a:lnTo>
                  <a:lnTo>
                    <a:pt x="284861" y="0"/>
                  </a:lnTo>
                  <a:lnTo>
                    <a:pt x="284861" y="130492"/>
                  </a:lnTo>
                  <a:lnTo>
                    <a:pt x="241604" y="130492"/>
                  </a:lnTo>
                  <a:lnTo>
                    <a:pt x="241604" y="195376"/>
                  </a:lnTo>
                  <a:lnTo>
                    <a:pt x="241604" y="216992"/>
                  </a:lnTo>
                  <a:lnTo>
                    <a:pt x="241604" y="325132"/>
                  </a:lnTo>
                  <a:lnTo>
                    <a:pt x="176733" y="325132"/>
                  </a:lnTo>
                  <a:lnTo>
                    <a:pt x="176733" y="260261"/>
                  </a:lnTo>
                  <a:lnTo>
                    <a:pt x="176733" y="216992"/>
                  </a:lnTo>
                  <a:lnTo>
                    <a:pt x="241604" y="216992"/>
                  </a:lnTo>
                  <a:lnTo>
                    <a:pt x="241604" y="195376"/>
                  </a:lnTo>
                  <a:lnTo>
                    <a:pt x="155105" y="195376"/>
                  </a:lnTo>
                  <a:lnTo>
                    <a:pt x="155105" y="238620"/>
                  </a:lnTo>
                  <a:lnTo>
                    <a:pt x="155105" y="260261"/>
                  </a:lnTo>
                  <a:lnTo>
                    <a:pt x="155105" y="325132"/>
                  </a:lnTo>
                  <a:lnTo>
                    <a:pt x="90220" y="325132"/>
                  </a:lnTo>
                  <a:lnTo>
                    <a:pt x="90220" y="260261"/>
                  </a:lnTo>
                  <a:lnTo>
                    <a:pt x="155105" y="260261"/>
                  </a:lnTo>
                  <a:lnTo>
                    <a:pt x="155105" y="238620"/>
                  </a:lnTo>
                  <a:lnTo>
                    <a:pt x="68592" y="238620"/>
                  </a:lnTo>
                  <a:lnTo>
                    <a:pt x="68592" y="325132"/>
                  </a:lnTo>
                  <a:lnTo>
                    <a:pt x="46240" y="325132"/>
                  </a:lnTo>
                  <a:lnTo>
                    <a:pt x="46240" y="346760"/>
                  </a:lnTo>
                  <a:lnTo>
                    <a:pt x="371373" y="346760"/>
                  </a:lnTo>
                  <a:lnTo>
                    <a:pt x="371373" y="325132"/>
                  </a:lnTo>
                  <a:lnTo>
                    <a:pt x="349745" y="325132"/>
                  </a:lnTo>
                  <a:lnTo>
                    <a:pt x="349745" y="152120"/>
                  </a:lnTo>
                  <a:lnTo>
                    <a:pt x="349745" y="130492"/>
                  </a:lnTo>
                  <a:lnTo>
                    <a:pt x="328117" y="130492"/>
                  </a:lnTo>
                  <a:lnTo>
                    <a:pt x="328117" y="152120"/>
                  </a:lnTo>
                  <a:lnTo>
                    <a:pt x="328117" y="325132"/>
                  </a:lnTo>
                  <a:lnTo>
                    <a:pt x="263232" y="325132"/>
                  </a:lnTo>
                  <a:lnTo>
                    <a:pt x="263232" y="216992"/>
                  </a:lnTo>
                  <a:lnTo>
                    <a:pt x="263232" y="152120"/>
                  </a:lnTo>
                  <a:lnTo>
                    <a:pt x="328117" y="152120"/>
                  </a:lnTo>
                  <a:lnTo>
                    <a:pt x="328117" y="130492"/>
                  </a:lnTo>
                  <a:lnTo>
                    <a:pt x="306489" y="130492"/>
                  </a:lnTo>
                  <a:lnTo>
                    <a:pt x="306489" y="64884"/>
                  </a:lnTo>
                  <a:lnTo>
                    <a:pt x="415505" y="64884"/>
                  </a:lnTo>
                  <a:lnTo>
                    <a:pt x="393865" y="43256"/>
                  </a:lnTo>
                  <a:lnTo>
                    <a:pt x="383057" y="32448"/>
                  </a:lnTo>
                  <a:lnTo>
                    <a:pt x="393865" y="21640"/>
                  </a:lnTo>
                  <a:lnTo>
                    <a:pt x="415505" y="0"/>
                  </a:lnTo>
                  <a:close/>
                </a:path>
                <a:path w="421640" h="3386454">
                  <a:moveTo>
                    <a:pt x="421627" y="1059522"/>
                  </a:moveTo>
                  <a:lnTo>
                    <a:pt x="416775" y="1035507"/>
                  </a:lnTo>
                  <a:lnTo>
                    <a:pt x="407974" y="1022464"/>
                  </a:lnTo>
                  <a:lnTo>
                    <a:pt x="403517" y="1015873"/>
                  </a:lnTo>
                  <a:lnTo>
                    <a:pt x="396925" y="1011428"/>
                  </a:lnTo>
                  <a:lnTo>
                    <a:pt x="396925" y="1059522"/>
                  </a:lnTo>
                  <a:lnTo>
                    <a:pt x="394017" y="1073937"/>
                  </a:lnTo>
                  <a:lnTo>
                    <a:pt x="387527" y="1083538"/>
                  </a:lnTo>
                  <a:lnTo>
                    <a:pt x="385914" y="1085811"/>
                  </a:lnTo>
                  <a:lnTo>
                    <a:pt x="374281" y="1093660"/>
                  </a:lnTo>
                  <a:lnTo>
                    <a:pt x="359867" y="1096581"/>
                  </a:lnTo>
                  <a:lnTo>
                    <a:pt x="345452" y="1093660"/>
                  </a:lnTo>
                  <a:lnTo>
                    <a:pt x="333819" y="1085811"/>
                  </a:lnTo>
                  <a:lnTo>
                    <a:pt x="332206" y="1083538"/>
                  </a:lnTo>
                  <a:lnTo>
                    <a:pt x="325729" y="1073937"/>
                  </a:lnTo>
                  <a:lnTo>
                    <a:pt x="322808" y="1059522"/>
                  </a:lnTo>
                  <a:lnTo>
                    <a:pt x="325729" y="1045108"/>
                  </a:lnTo>
                  <a:lnTo>
                    <a:pt x="333679" y="1033335"/>
                  </a:lnTo>
                  <a:lnTo>
                    <a:pt x="345452" y="1025385"/>
                  </a:lnTo>
                  <a:lnTo>
                    <a:pt x="359867" y="1022464"/>
                  </a:lnTo>
                  <a:lnTo>
                    <a:pt x="374281" y="1025385"/>
                  </a:lnTo>
                  <a:lnTo>
                    <a:pt x="386067" y="1033335"/>
                  </a:lnTo>
                  <a:lnTo>
                    <a:pt x="394017" y="1045108"/>
                  </a:lnTo>
                  <a:lnTo>
                    <a:pt x="396925" y="1059522"/>
                  </a:lnTo>
                  <a:lnTo>
                    <a:pt x="396925" y="1011428"/>
                  </a:lnTo>
                  <a:lnTo>
                    <a:pt x="383895" y="1002626"/>
                  </a:lnTo>
                  <a:lnTo>
                    <a:pt x="359867" y="997762"/>
                  </a:lnTo>
                  <a:lnTo>
                    <a:pt x="335851" y="1002626"/>
                  </a:lnTo>
                  <a:lnTo>
                    <a:pt x="316217" y="1015873"/>
                  </a:lnTo>
                  <a:lnTo>
                    <a:pt x="302971" y="1035507"/>
                  </a:lnTo>
                  <a:lnTo>
                    <a:pt x="298107" y="1059522"/>
                  </a:lnTo>
                  <a:lnTo>
                    <a:pt x="298107" y="1065034"/>
                  </a:lnTo>
                  <a:lnTo>
                    <a:pt x="298843" y="1070381"/>
                  </a:lnTo>
                  <a:lnTo>
                    <a:pt x="299796" y="1073937"/>
                  </a:lnTo>
                  <a:lnTo>
                    <a:pt x="300139" y="1075512"/>
                  </a:lnTo>
                  <a:lnTo>
                    <a:pt x="204470" y="1122654"/>
                  </a:lnTo>
                  <a:lnTo>
                    <a:pt x="197637" y="1114513"/>
                  </a:lnTo>
                  <a:lnTo>
                    <a:pt x="197637" y="1183043"/>
                  </a:lnTo>
                  <a:lnTo>
                    <a:pt x="196672" y="1195400"/>
                  </a:lnTo>
                  <a:lnTo>
                    <a:pt x="196596" y="1196530"/>
                  </a:lnTo>
                  <a:lnTo>
                    <a:pt x="193624" y="1209001"/>
                  </a:lnTo>
                  <a:lnTo>
                    <a:pt x="193548" y="1209344"/>
                  </a:lnTo>
                  <a:lnTo>
                    <a:pt x="188671" y="1221359"/>
                  </a:lnTo>
                  <a:lnTo>
                    <a:pt x="182130" y="1232395"/>
                  </a:lnTo>
                  <a:lnTo>
                    <a:pt x="175044" y="1223492"/>
                  </a:lnTo>
                  <a:lnTo>
                    <a:pt x="171526" y="1220101"/>
                  </a:lnTo>
                  <a:lnTo>
                    <a:pt x="166916" y="1215669"/>
                  </a:lnTo>
                  <a:lnTo>
                    <a:pt x="164655" y="1214005"/>
                  </a:lnTo>
                  <a:lnTo>
                    <a:pt x="164655" y="1250937"/>
                  </a:lnTo>
                  <a:lnTo>
                    <a:pt x="152920" y="1258747"/>
                  </a:lnTo>
                  <a:lnTo>
                    <a:pt x="139954" y="1264589"/>
                  </a:lnTo>
                  <a:lnTo>
                    <a:pt x="125971" y="1268247"/>
                  </a:lnTo>
                  <a:lnTo>
                    <a:pt x="111175" y="1269517"/>
                  </a:lnTo>
                  <a:lnTo>
                    <a:pt x="96380" y="1268247"/>
                  </a:lnTo>
                  <a:lnTo>
                    <a:pt x="82384" y="1264589"/>
                  </a:lnTo>
                  <a:lnTo>
                    <a:pt x="69430" y="1258747"/>
                  </a:lnTo>
                  <a:lnTo>
                    <a:pt x="57696" y="1250937"/>
                  </a:lnTo>
                  <a:lnTo>
                    <a:pt x="67513" y="1238123"/>
                  </a:lnTo>
                  <a:lnTo>
                    <a:pt x="74955" y="1232395"/>
                  </a:lnTo>
                  <a:lnTo>
                    <a:pt x="80137" y="1228407"/>
                  </a:lnTo>
                  <a:lnTo>
                    <a:pt x="94907" y="1222260"/>
                  </a:lnTo>
                  <a:lnTo>
                    <a:pt x="111175" y="1220101"/>
                  </a:lnTo>
                  <a:lnTo>
                    <a:pt x="127444" y="1222260"/>
                  </a:lnTo>
                  <a:lnTo>
                    <a:pt x="142214" y="1228407"/>
                  </a:lnTo>
                  <a:lnTo>
                    <a:pt x="154838" y="1238123"/>
                  </a:lnTo>
                  <a:lnTo>
                    <a:pt x="164655" y="1250937"/>
                  </a:lnTo>
                  <a:lnTo>
                    <a:pt x="164655" y="1214005"/>
                  </a:lnTo>
                  <a:lnTo>
                    <a:pt x="157873" y="1209001"/>
                  </a:lnTo>
                  <a:lnTo>
                    <a:pt x="148018" y="1203566"/>
                  </a:lnTo>
                  <a:lnTo>
                    <a:pt x="153276" y="1196530"/>
                  </a:lnTo>
                  <a:lnTo>
                    <a:pt x="153835" y="1195400"/>
                  </a:lnTo>
                  <a:lnTo>
                    <a:pt x="157226" y="1188593"/>
                  </a:lnTo>
                  <a:lnTo>
                    <a:pt x="159613" y="1180299"/>
                  </a:lnTo>
                  <a:lnTo>
                    <a:pt x="159715" y="1179931"/>
                  </a:lnTo>
                  <a:lnTo>
                    <a:pt x="160578" y="1170698"/>
                  </a:lnTo>
                  <a:lnTo>
                    <a:pt x="156692" y="1151483"/>
                  </a:lnTo>
                  <a:lnTo>
                    <a:pt x="152984" y="1145984"/>
                  </a:lnTo>
                  <a:lnTo>
                    <a:pt x="146100" y="1135773"/>
                  </a:lnTo>
                  <a:lnTo>
                    <a:pt x="135877" y="1128877"/>
                  </a:lnTo>
                  <a:lnTo>
                    <a:pt x="135877" y="1170698"/>
                  </a:lnTo>
                  <a:lnTo>
                    <a:pt x="134010" y="1179931"/>
                  </a:lnTo>
                  <a:lnTo>
                    <a:pt x="133934" y="1180299"/>
                  </a:lnTo>
                  <a:lnTo>
                    <a:pt x="128638" y="1188161"/>
                  </a:lnTo>
                  <a:lnTo>
                    <a:pt x="120777" y="1193457"/>
                  </a:lnTo>
                  <a:lnTo>
                    <a:pt x="111175" y="1195400"/>
                  </a:lnTo>
                  <a:lnTo>
                    <a:pt x="101574" y="1193457"/>
                  </a:lnTo>
                  <a:lnTo>
                    <a:pt x="93713" y="1188161"/>
                  </a:lnTo>
                  <a:lnTo>
                    <a:pt x="88417" y="1180299"/>
                  </a:lnTo>
                  <a:lnTo>
                    <a:pt x="86474" y="1170698"/>
                  </a:lnTo>
                  <a:lnTo>
                    <a:pt x="88417" y="1161084"/>
                  </a:lnTo>
                  <a:lnTo>
                    <a:pt x="93713" y="1153236"/>
                  </a:lnTo>
                  <a:lnTo>
                    <a:pt x="101574" y="1147927"/>
                  </a:lnTo>
                  <a:lnTo>
                    <a:pt x="111175" y="1145984"/>
                  </a:lnTo>
                  <a:lnTo>
                    <a:pt x="120777" y="1147927"/>
                  </a:lnTo>
                  <a:lnTo>
                    <a:pt x="128638" y="1153236"/>
                  </a:lnTo>
                  <a:lnTo>
                    <a:pt x="133934" y="1161084"/>
                  </a:lnTo>
                  <a:lnTo>
                    <a:pt x="135877" y="1170698"/>
                  </a:lnTo>
                  <a:lnTo>
                    <a:pt x="135877" y="1128877"/>
                  </a:lnTo>
                  <a:lnTo>
                    <a:pt x="130390" y="1125169"/>
                  </a:lnTo>
                  <a:lnTo>
                    <a:pt x="111175" y="1121283"/>
                  </a:lnTo>
                  <a:lnTo>
                    <a:pt x="91960" y="1125169"/>
                  </a:lnTo>
                  <a:lnTo>
                    <a:pt x="76250" y="1135773"/>
                  </a:lnTo>
                  <a:lnTo>
                    <a:pt x="65646" y="1151483"/>
                  </a:lnTo>
                  <a:lnTo>
                    <a:pt x="61760" y="1170698"/>
                  </a:lnTo>
                  <a:lnTo>
                    <a:pt x="62623" y="1179931"/>
                  </a:lnTo>
                  <a:lnTo>
                    <a:pt x="64998" y="1188161"/>
                  </a:lnTo>
                  <a:lnTo>
                    <a:pt x="65125" y="1188593"/>
                  </a:lnTo>
                  <a:lnTo>
                    <a:pt x="69075" y="1196530"/>
                  </a:lnTo>
                  <a:lnTo>
                    <a:pt x="74333" y="1203566"/>
                  </a:lnTo>
                  <a:lnTo>
                    <a:pt x="64490" y="1209001"/>
                  </a:lnTo>
                  <a:lnTo>
                    <a:pt x="55435" y="1215669"/>
                  </a:lnTo>
                  <a:lnTo>
                    <a:pt x="47307" y="1223492"/>
                  </a:lnTo>
                  <a:lnTo>
                    <a:pt x="40208" y="1232395"/>
                  </a:lnTo>
                  <a:lnTo>
                    <a:pt x="33667" y="1221359"/>
                  </a:lnTo>
                  <a:lnTo>
                    <a:pt x="28790" y="1209344"/>
                  </a:lnTo>
                  <a:lnTo>
                    <a:pt x="25755" y="1196530"/>
                  </a:lnTo>
                  <a:lnTo>
                    <a:pt x="24701" y="1183043"/>
                  </a:lnTo>
                  <a:lnTo>
                    <a:pt x="31508" y="1149426"/>
                  </a:lnTo>
                  <a:lnTo>
                    <a:pt x="50063" y="1121930"/>
                  </a:lnTo>
                  <a:lnTo>
                    <a:pt x="77558" y="1103388"/>
                  </a:lnTo>
                  <a:lnTo>
                    <a:pt x="111175" y="1096581"/>
                  </a:lnTo>
                  <a:lnTo>
                    <a:pt x="144805" y="1103388"/>
                  </a:lnTo>
                  <a:lnTo>
                    <a:pt x="172288" y="1121930"/>
                  </a:lnTo>
                  <a:lnTo>
                    <a:pt x="190830" y="1149426"/>
                  </a:lnTo>
                  <a:lnTo>
                    <a:pt x="197637" y="1183043"/>
                  </a:lnTo>
                  <a:lnTo>
                    <a:pt x="197637" y="1114513"/>
                  </a:lnTo>
                  <a:lnTo>
                    <a:pt x="187020" y="1101839"/>
                  </a:lnTo>
                  <a:lnTo>
                    <a:pt x="179806" y="1096581"/>
                  </a:lnTo>
                  <a:lnTo>
                    <a:pt x="165036" y="1085811"/>
                  </a:lnTo>
                  <a:lnTo>
                    <a:pt x="139446" y="1075512"/>
                  </a:lnTo>
                  <a:lnTo>
                    <a:pt x="111175" y="1071867"/>
                  </a:lnTo>
                  <a:lnTo>
                    <a:pt x="67945" y="1080617"/>
                  </a:lnTo>
                  <a:lnTo>
                    <a:pt x="32600" y="1104468"/>
                  </a:lnTo>
                  <a:lnTo>
                    <a:pt x="8750" y="1139812"/>
                  </a:lnTo>
                  <a:lnTo>
                    <a:pt x="0" y="1183043"/>
                  </a:lnTo>
                  <a:lnTo>
                    <a:pt x="8750" y="1226273"/>
                  </a:lnTo>
                  <a:lnTo>
                    <a:pt x="32600" y="1261618"/>
                  </a:lnTo>
                  <a:lnTo>
                    <a:pt x="67945" y="1285468"/>
                  </a:lnTo>
                  <a:lnTo>
                    <a:pt x="111175" y="1294218"/>
                  </a:lnTo>
                  <a:lnTo>
                    <a:pt x="139077" y="1290624"/>
                  </a:lnTo>
                  <a:lnTo>
                    <a:pt x="139331" y="1290624"/>
                  </a:lnTo>
                  <a:lnTo>
                    <a:pt x="164769" y="1280388"/>
                  </a:lnTo>
                  <a:lnTo>
                    <a:pt x="179793" y="1269517"/>
                  </a:lnTo>
                  <a:lnTo>
                    <a:pt x="187020" y="1264259"/>
                  </a:lnTo>
                  <a:lnTo>
                    <a:pt x="204470" y="1243431"/>
                  </a:lnTo>
                  <a:lnTo>
                    <a:pt x="300202" y="1290624"/>
                  </a:lnTo>
                  <a:lnTo>
                    <a:pt x="298843" y="1295704"/>
                  </a:lnTo>
                  <a:lnTo>
                    <a:pt x="298107" y="1301051"/>
                  </a:lnTo>
                  <a:lnTo>
                    <a:pt x="298107" y="1306576"/>
                  </a:lnTo>
                  <a:lnTo>
                    <a:pt x="302971" y="1330591"/>
                  </a:lnTo>
                  <a:lnTo>
                    <a:pt x="316217" y="1350225"/>
                  </a:lnTo>
                  <a:lnTo>
                    <a:pt x="335851" y="1363472"/>
                  </a:lnTo>
                  <a:lnTo>
                    <a:pt x="359867" y="1368336"/>
                  </a:lnTo>
                  <a:lnTo>
                    <a:pt x="383895" y="1363472"/>
                  </a:lnTo>
                  <a:lnTo>
                    <a:pt x="403517" y="1350225"/>
                  </a:lnTo>
                  <a:lnTo>
                    <a:pt x="407974" y="1343621"/>
                  </a:lnTo>
                  <a:lnTo>
                    <a:pt x="416775" y="1330591"/>
                  </a:lnTo>
                  <a:lnTo>
                    <a:pt x="421627" y="1306576"/>
                  </a:lnTo>
                  <a:lnTo>
                    <a:pt x="416775" y="1282560"/>
                  </a:lnTo>
                  <a:lnTo>
                    <a:pt x="407974" y="1269517"/>
                  </a:lnTo>
                  <a:lnTo>
                    <a:pt x="407301" y="1268526"/>
                  </a:lnTo>
                  <a:lnTo>
                    <a:pt x="403517" y="1262926"/>
                  </a:lnTo>
                  <a:lnTo>
                    <a:pt x="396925" y="1258481"/>
                  </a:lnTo>
                  <a:lnTo>
                    <a:pt x="396925" y="1306576"/>
                  </a:lnTo>
                  <a:lnTo>
                    <a:pt x="394017" y="1320990"/>
                  </a:lnTo>
                  <a:lnTo>
                    <a:pt x="386067" y="1332763"/>
                  </a:lnTo>
                  <a:lnTo>
                    <a:pt x="374281" y="1340713"/>
                  </a:lnTo>
                  <a:lnTo>
                    <a:pt x="359867" y="1343621"/>
                  </a:lnTo>
                  <a:lnTo>
                    <a:pt x="345452" y="1340713"/>
                  </a:lnTo>
                  <a:lnTo>
                    <a:pt x="333679" y="1332763"/>
                  </a:lnTo>
                  <a:lnTo>
                    <a:pt x="325729" y="1320990"/>
                  </a:lnTo>
                  <a:lnTo>
                    <a:pt x="322808" y="1306576"/>
                  </a:lnTo>
                  <a:lnTo>
                    <a:pt x="325729" y="1292161"/>
                  </a:lnTo>
                  <a:lnTo>
                    <a:pt x="333679" y="1280388"/>
                  </a:lnTo>
                  <a:lnTo>
                    <a:pt x="345452" y="1272438"/>
                  </a:lnTo>
                  <a:lnTo>
                    <a:pt x="359867" y="1269517"/>
                  </a:lnTo>
                  <a:lnTo>
                    <a:pt x="374281" y="1272438"/>
                  </a:lnTo>
                  <a:lnTo>
                    <a:pt x="386067" y="1280388"/>
                  </a:lnTo>
                  <a:lnTo>
                    <a:pt x="394017" y="1292161"/>
                  </a:lnTo>
                  <a:lnTo>
                    <a:pt x="396925" y="1306576"/>
                  </a:lnTo>
                  <a:lnTo>
                    <a:pt x="396925" y="1258481"/>
                  </a:lnTo>
                  <a:lnTo>
                    <a:pt x="383895" y="1249680"/>
                  </a:lnTo>
                  <a:lnTo>
                    <a:pt x="359867" y="1244815"/>
                  </a:lnTo>
                  <a:lnTo>
                    <a:pt x="345554" y="1246492"/>
                  </a:lnTo>
                  <a:lnTo>
                    <a:pt x="332422" y="1251267"/>
                  </a:lnTo>
                  <a:lnTo>
                    <a:pt x="320852" y="1258747"/>
                  </a:lnTo>
                  <a:lnTo>
                    <a:pt x="311264" y="1268526"/>
                  </a:lnTo>
                  <a:lnTo>
                    <a:pt x="260350" y="1243431"/>
                  </a:lnTo>
                  <a:lnTo>
                    <a:pt x="237959" y="1232395"/>
                  </a:lnTo>
                  <a:lnTo>
                    <a:pt x="215557" y="1221359"/>
                  </a:lnTo>
                  <a:lnTo>
                    <a:pt x="215938" y="1220101"/>
                  </a:lnTo>
                  <a:lnTo>
                    <a:pt x="222199" y="1179931"/>
                  </a:lnTo>
                  <a:lnTo>
                    <a:pt x="221894" y="1173060"/>
                  </a:lnTo>
                  <a:lnTo>
                    <a:pt x="220586" y="1163332"/>
                  </a:lnTo>
                  <a:lnTo>
                    <a:pt x="218465" y="1153871"/>
                  </a:lnTo>
                  <a:lnTo>
                    <a:pt x="215544" y="1144739"/>
                  </a:lnTo>
                  <a:lnTo>
                    <a:pt x="260350" y="1122654"/>
                  </a:lnTo>
                  <a:lnTo>
                    <a:pt x="311264" y="1097559"/>
                  </a:lnTo>
                  <a:lnTo>
                    <a:pt x="320865" y="1107351"/>
                  </a:lnTo>
                  <a:lnTo>
                    <a:pt x="332422" y="1114831"/>
                  </a:lnTo>
                  <a:lnTo>
                    <a:pt x="345554" y="1119606"/>
                  </a:lnTo>
                  <a:lnTo>
                    <a:pt x="359867" y="1121283"/>
                  </a:lnTo>
                  <a:lnTo>
                    <a:pt x="383895" y="1116418"/>
                  </a:lnTo>
                  <a:lnTo>
                    <a:pt x="403517" y="1103172"/>
                  </a:lnTo>
                  <a:lnTo>
                    <a:pt x="407314" y="1097559"/>
                  </a:lnTo>
                  <a:lnTo>
                    <a:pt x="407974" y="1096581"/>
                  </a:lnTo>
                  <a:lnTo>
                    <a:pt x="416775" y="1083538"/>
                  </a:lnTo>
                  <a:lnTo>
                    <a:pt x="421627" y="1059522"/>
                  </a:lnTo>
                  <a:close/>
                </a:path>
              </a:pathLst>
            </a:custGeom>
            <a:solidFill>
              <a:srgbClr val="D1E3F2"/>
            </a:solidFill>
          </p:spPr>
          <p:txBody>
            <a:bodyPr wrap="square" lIns="0" tIns="0" rIns="0" bIns="0" rtlCol="0"/>
            <a:lstStyle/>
            <a:p>
              <a:endParaRPr/>
            </a:p>
          </p:txBody>
        </p:sp>
        <p:pic>
          <p:nvPicPr>
            <p:cNvPr id="24" name="object 24"/>
            <p:cNvPicPr/>
            <p:nvPr/>
          </p:nvPicPr>
          <p:blipFill>
            <a:blip r:embed="rId2" cstate="print"/>
            <a:stretch>
              <a:fillRect/>
            </a:stretch>
          </p:blipFill>
          <p:spPr>
            <a:xfrm>
              <a:off x="7765270" y="5228527"/>
              <a:ext cx="129819" cy="151460"/>
            </a:xfrm>
            <a:prstGeom prst="rect">
              <a:avLst/>
            </a:prstGeom>
          </p:spPr>
        </p:pic>
        <p:sp>
          <p:nvSpPr>
            <p:cNvPr id="25" name="object 25"/>
            <p:cNvSpPr/>
            <p:nvPr/>
          </p:nvSpPr>
          <p:spPr>
            <a:xfrm>
              <a:off x="7916722" y="5250167"/>
              <a:ext cx="131445" cy="108585"/>
            </a:xfrm>
            <a:custGeom>
              <a:avLst/>
              <a:gdLst/>
              <a:ahLst/>
              <a:cxnLst/>
              <a:rect l="l" t="t" r="r" b="b"/>
              <a:pathLst>
                <a:path w="131445" h="108585">
                  <a:moveTo>
                    <a:pt x="109626" y="0"/>
                  </a:moveTo>
                  <a:lnTo>
                    <a:pt x="22364" y="0"/>
                  </a:lnTo>
                  <a:lnTo>
                    <a:pt x="22364" y="21640"/>
                  </a:lnTo>
                  <a:lnTo>
                    <a:pt x="109626" y="21640"/>
                  </a:lnTo>
                  <a:lnTo>
                    <a:pt x="109626" y="0"/>
                  </a:lnTo>
                  <a:close/>
                </a:path>
                <a:path w="131445" h="108585">
                  <a:moveTo>
                    <a:pt x="131254" y="86550"/>
                  </a:moveTo>
                  <a:lnTo>
                    <a:pt x="0" y="86550"/>
                  </a:lnTo>
                  <a:lnTo>
                    <a:pt x="0" y="108191"/>
                  </a:lnTo>
                  <a:lnTo>
                    <a:pt x="131254" y="108191"/>
                  </a:lnTo>
                  <a:lnTo>
                    <a:pt x="131254" y="86550"/>
                  </a:lnTo>
                  <a:close/>
                </a:path>
                <a:path w="131445" h="108585">
                  <a:moveTo>
                    <a:pt x="131254" y="43268"/>
                  </a:moveTo>
                  <a:lnTo>
                    <a:pt x="0" y="43268"/>
                  </a:lnTo>
                  <a:lnTo>
                    <a:pt x="0" y="64909"/>
                  </a:lnTo>
                  <a:lnTo>
                    <a:pt x="131254" y="64909"/>
                  </a:lnTo>
                  <a:lnTo>
                    <a:pt x="131254" y="43268"/>
                  </a:lnTo>
                  <a:close/>
                </a:path>
              </a:pathLst>
            </a:custGeom>
            <a:solidFill>
              <a:srgbClr val="D1E3F2"/>
            </a:solidFill>
          </p:spPr>
          <p:txBody>
            <a:bodyPr wrap="square" lIns="0" tIns="0" rIns="0" bIns="0" rtlCol="0"/>
            <a:lstStyle/>
            <a:p>
              <a:endParaRPr/>
            </a:p>
          </p:txBody>
        </p:sp>
        <p:pic>
          <p:nvPicPr>
            <p:cNvPr id="26" name="object 26"/>
            <p:cNvPicPr/>
            <p:nvPr/>
          </p:nvPicPr>
          <p:blipFill>
            <a:blip r:embed="rId3" cstate="print"/>
            <a:stretch>
              <a:fillRect/>
            </a:stretch>
          </p:blipFill>
          <p:spPr>
            <a:xfrm>
              <a:off x="7693861" y="6173660"/>
              <a:ext cx="425531" cy="356298"/>
            </a:xfrm>
            <a:prstGeom prst="rect">
              <a:avLst/>
            </a:prstGeom>
          </p:spPr>
        </p:pic>
        <p:sp>
          <p:nvSpPr>
            <p:cNvPr id="27" name="object 27"/>
            <p:cNvSpPr/>
            <p:nvPr/>
          </p:nvSpPr>
          <p:spPr>
            <a:xfrm>
              <a:off x="7813516" y="6450982"/>
              <a:ext cx="299720" cy="186690"/>
            </a:xfrm>
            <a:custGeom>
              <a:avLst/>
              <a:gdLst/>
              <a:ahLst/>
              <a:cxnLst/>
              <a:rect l="l" t="t" r="r" b="b"/>
              <a:pathLst>
                <a:path w="299720" h="186690">
                  <a:moveTo>
                    <a:pt x="299262" y="0"/>
                  </a:moveTo>
                  <a:lnTo>
                    <a:pt x="234416" y="0"/>
                  </a:lnTo>
                  <a:lnTo>
                    <a:pt x="234416" y="16649"/>
                  </a:lnTo>
                  <a:lnTo>
                    <a:pt x="282613" y="16649"/>
                  </a:lnTo>
                  <a:lnTo>
                    <a:pt x="282613" y="36588"/>
                  </a:lnTo>
                  <a:lnTo>
                    <a:pt x="275822" y="78577"/>
                  </a:lnTo>
                  <a:lnTo>
                    <a:pt x="256922" y="115076"/>
                  </a:lnTo>
                  <a:lnTo>
                    <a:pt x="228119" y="143879"/>
                  </a:lnTo>
                  <a:lnTo>
                    <a:pt x="191620" y="162779"/>
                  </a:lnTo>
                  <a:lnTo>
                    <a:pt x="149631" y="169570"/>
                  </a:lnTo>
                  <a:lnTo>
                    <a:pt x="99747" y="159861"/>
                  </a:lnTo>
                  <a:lnTo>
                    <a:pt x="58440" y="133291"/>
                  </a:lnTo>
                  <a:lnTo>
                    <a:pt x="29546" y="93698"/>
                  </a:lnTo>
                  <a:lnTo>
                    <a:pt x="16903" y="44919"/>
                  </a:lnTo>
                  <a:lnTo>
                    <a:pt x="64846" y="44919"/>
                  </a:lnTo>
                  <a:lnTo>
                    <a:pt x="64846" y="28257"/>
                  </a:lnTo>
                  <a:lnTo>
                    <a:pt x="0" y="28257"/>
                  </a:lnTo>
                  <a:lnTo>
                    <a:pt x="0" y="36588"/>
                  </a:lnTo>
                  <a:lnTo>
                    <a:pt x="7640" y="83834"/>
                  </a:lnTo>
                  <a:lnTo>
                    <a:pt x="28906" y="124904"/>
                  </a:lnTo>
                  <a:lnTo>
                    <a:pt x="61316" y="157313"/>
                  </a:lnTo>
                  <a:lnTo>
                    <a:pt x="102385" y="178579"/>
                  </a:lnTo>
                  <a:lnTo>
                    <a:pt x="149631" y="186220"/>
                  </a:lnTo>
                  <a:lnTo>
                    <a:pt x="196877" y="178579"/>
                  </a:lnTo>
                  <a:lnTo>
                    <a:pt x="237946" y="157313"/>
                  </a:lnTo>
                  <a:lnTo>
                    <a:pt x="270355" y="124904"/>
                  </a:lnTo>
                  <a:lnTo>
                    <a:pt x="291622" y="83834"/>
                  </a:lnTo>
                  <a:lnTo>
                    <a:pt x="299262" y="36588"/>
                  </a:lnTo>
                  <a:lnTo>
                    <a:pt x="299262" y="0"/>
                  </a:lnTo>
                  <a:close/>
                </a:path>
              </a:pathLst>
            </a:custGeom>
            <a:solidFill>
              <a:srgbClr val="D1E3F2"/>
            </a:solidFill>
          </p:spPr>
          <p:txBody>
            <a:bodyPr wrap="square" lIns="0" tIns="0" rIns="0" bIns="0" rtlCol="0"/>
            <a:lstStyle/>
            <a:p>
              <a:endParaRPr/>
            </a:p>
          </p:txBody>
        </p:sp>
      </p:grpSp>
      <p:sp>
        <p:nvSpPr>
          <p:cNvPr id="29" name="object 29"/>
          <p:cNvSpPr txBox="1">
            <a:spLocks noGrp="1"/>
          </p:cNvSpPr>
          <p:nvPr>
            <p:ph type="sldNum" sz="quarter" idx="7"/>
          </p:nvPr>
        </p:nvSpPr>
        <p:spPr>
          <a:prstGeom prst="rect">
            <a:avLst/>
          </a:prstGeom>
        </p:spPr>
        <p:txBody>
          <a:bodyPr vert="horz" wrap="square" lIns="0" tIns="8255" rIns="0" bIns="0" rtlCol="0">
            <a:spAutoFit/>
          </a:bodyPr>
          <a:lstStyle/>
          <a:p>
            <a:pPr marL="12700">
              <a:lnSpc>
                <a:spcPct val="100000"/>
              </a:lnSpc>
              <a:spcBef>
                <a:spcPts val="65"/>
              </a:spcBef>
            </a:pPr>
            <a:fld id="{81D60167-4931-47E6-BA6A-407CBD079E47}" type="slidenum">
              <a:rPr spc="-25" dirty="0">
                <a:solidFill>
                  <a:srgbClr val="FFFFFF"/>
                </a:solidFill>
              </a:rPr>
              <a:t>9</a:t>
            </a:fld>
            <a:endParaRPr spc="-25" dirty="0">
              <a:solidFill>
                <a:srgbClr val="FFFFFF"/>
              </a:solidFill>
            </a:endParaRPr>
          </a:p>
        </p:txBody>
      </p:sp>
      <p:sp>
        <p:nvSpPr>
          <p:cNvPr id="30" name="object 14">
            <a:extLst>
              <a:ext uri="{FF2B5EF4-FFF2-40B4-BE49-F238E27FC236}">
                <a16:creationId xmlns:a16="http://schemas.microsoft.com/office/drawing/2014/main" id="{D06644D7-8495-4D0C-17B6-148C2A26B7BD}"/>
              </a:ext>
            </a:extLst>
          </p:cNvPr>
          <p:cNvSpPr txBox="1"/>
          <p:nvPr/>
        </p:nvSpPr>
        <p:spPr>
          <a:xfrm>
            <a:off x="3974959" y="1986182"/>
            <a:ext cx="3070664" cy="182101"/>
          </a:xfrm>
          <a:prstGeom prst="rect">
            <a:avLst/>
          </a:prstGeom>
        </p:spPr>
        <p:txBody>
          <a:bodyPr vert="horz" wrap="square" lIns="0" tIns="12700" rIns="0" bIns="0" rtlCol="0">
            <a:spAutoFit/>
          </a:bodyPr>
          <a:lstStyle/>
          <a:p>
            <a:pPr lvl="0" rtl="1"/>
            <a:r>
              <a:rPr lang="ar-SA" sz="1100" b="1" dirty="0">
                <a:latin typeface="Zanjabeel" pitchFamily="50" charset="-78"/>
                <a:cs typeface="Zanjabeel" pitchFamily="50" charset="-78"/>
              </a:rPr>
              <a:t>تصميم الاستراتيجيات والخطط التشغيلية</a:t>
            </a:r>
            <a:endParaRPr lang="en-US" sz="1100" b="1" dirty="0">
              <a:latin typeface="Zanjabeel" pitchFamily="50" charset="-78"/>
              <a:cs typeface="Zanjabeel" pitchFamily="50" charset="-78"/>
            </a:endParaRPr>
          </a:p>
        </p:txBody>
      </p:sp>
      <p:sp>
        <p:nvSpPr>
          <p:cNvPr id="31" name="object 15">
            <a:extLst>
              <a:ext uri="{FF2B5EF4-FFF2-40B4-BE49-F238E27FC236}">
                <a16:creationId xmlns:a16="http://schemas.microsoft.com/office/drawing/2014/main" id="{04DF5389-5243-5040-906D-A69B8D9653B5}"/>
              </a:ext>
            </a:extLst>
          </p:cNvPr>
          <p:cNvSpPr txBox="1"/>
          <p:nvPr/>
        </p:nvSpPr>
        <p:spPr>
          <a:xfrm>
            <a:off x="2592309" y="2240182"/>
            <a:ext cx="4469669"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بناء استراتيجيات متكاملة مرتبطة بخطط تشغيلية واضحة، تترجم التوجهات العامة إلى أهداف ومبادرات قابلة للتنفيذ والقياس.</a:t>
            </a:r>
            <a:endParaRPr lang="en-US" sz="1100" dirty="0">
              <a:latin typeface="Zanjabeel Light" pitchFamily="50" charset="-78"/>
              <a:cs typeface="Zanjabeel Light" pitchFamily="50" charset="-78"/>
            </a:endParaRPr>
          </a:p>
        </p:txBody>
      </p:sp>
      <p:sp>
        <p:nvSpPr>
          <p:cNvPr id="32" name="object 14">
            <a:extLst>
              <a:ext uri="{FF2B5EF4-FFF2-40B4-BE49-F238E27FC236}">
                <a16:creationId xmlns:a16="http://schemas.microsoft.com/office/drawing/2014/main" id="{0749C98D-F283-38FB-33A3-1E5623A4D8C6}"/>
              </a:ext>
            </a:extLst>
          </p:cNvPr>
          <p:cNvSpPr txBox="1"/>
          <p:nvPr/>
        </p:nvSpPr>
        <p:spPr>
          <a:xfrm>
            <a:off x="4109565" y="3008729"/>
            <a:ext cx="2935708" cy="182101"/>
          </a:xfrm>
          <a:prstGeom prst="rect">
            <a:avLst/>
          </a:prstGeom>
        </p:spPr>
        <p:txBody>
          <a:bodyPr vert="horz" wrap="square" lIns="0" tIns="12700" rIns="0" bIns="0" rtlCol="0">
            <a:spAutoFit/>
          </a:bodyPr>
          <a:lstStyle/>
          <a:p>
            <a:pPr lvl="0" rtl="1"/>
            <a:r>
              <a:rPr lang="ar-SA" sz="1100" b="1" dirty="0">
                <a:latin typeface="Zanjabeel" pitchFamily="50" charset="-78"/>
                <a:cs typeface="Zanjabeel" pitchFamily="50" charset="-78"/>
              </a:rPr>
              <a:t>بناء الهياكل التنظيمية ونماذج الحوكمة</a:t>
            </a:r>
            <a:endParaRPr lang="en-US" sz="1100" b="1" dirty="0">
              <a:latin typeface="Zanjabeel" pitchFamily="50" charset="-78"/>
              <a:cs typeface="Zanjabeel" pitchFamily="50" charset="-78"/>
            </a:endParaRPr>
          </a:p>
        </p:txBody>
      </p:sp>
      <p:sp>
        <p:nvSpPr>
          <p:cNvPr id="33" name="object 15">
            <a:extLst>
              <a:ext uri="{FF2B5EF4-FFF2-40B4-BE49-F238E27FC236}">
                <a16:creationId xmlns:a16="http://schemas.microsoft.com/office/drawing/2014/main" id="{F2FE6E55-403B-2246-6181-0118AD7E25FB}"/>
              </a:ext>
            </a:extLst>
          </p:cNvPr>
          <p:cNvSpPr txBox="1"/>
          <p:nvPr/>
        </p:nvSpPr>
        <p:spPr>
          <a:xfrm>
            <a:off x="2876708" y="3262729"/>
            <a:ext cx="4186359"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تطوير هياكل تنظيمية فعّالة ونماذج حوكمة واضحة، تضمن وضوح الأدوار، وتعزز كفاءة اتخاذ القرار والانضباط المؤسسي.</a:t>
            </a:r>
            <a:endParaRPr lang="en-US" sz="1100" dirty="0">
              <a:latin typeface="Zanjabeel Light" pitchFamily="50" charset="-78"/>
              <a:cs typeface="Zanjabeel Light" pitchFamily="50" charset="-78"/>
            </a:endParaRPr>
          </a:p>
        </p:txBody>
      </p:sp>
      <p:sp>
        <p:nvSpPr>
          <p:cNvPr id="34" name="object 14">
            <a:extLst>
              <a:ext uri="{FF2B5EF4-FFF2-40B4-BE49-F238E27FC236}">
                <a16:creationId xmlns:a16="http://schemas.microsoft.com/office/drawing/2014/main" id="{70064138-5505-7747-9822-A82AF9138627}"/>
              </a:ext>
            </a:extLst>
          </p:cNvPr>
          <p:cNvSpPr txBox="1"/>
          <p:nvPr/>
        </p:nvSpPr>
        <p:spPr>
          <a:xfrm>
            <a:off x="4203070" y="4075800"/>
            <a:ext cx="2859508" cy="182101"/>
          </a:xfrm>
          <a:prstGeom prst="rect">
            <a:avLst/>
          </a:prstGeom>
        </p:spPr>
        <p:txBody>
          <a:bodyPr vert="horz" wrap="square" lIns="0" tIns="12700" rIns="0" bIns="0" rtlCol="0">
            <a:spAutoFit/>
          </a:bodyPr>
          <a:lstStyle/>
          <a:p>
            <a:pPr lvl="0" rtl="1"/>
            <a:r>
              <a:rPr lang="ar-SA" sz="1100" b="1" dirty="0">
                <a:latin typeface="Zanjabeel" pitchFamily="50" charset="-78"/>
                <a:cs typeface="Zanjabeel" pitchFamily="50" charset="-78"/>
              </a:rPr>
              <a:t>تطوير السياسات والإجراءات التنظيمية</a:t>
            </a:r>
            <a:endParaRPr lang="en-US" sz="1100" b="1" dirty="0">
              <a:latin typeface="Zanjabeel" pitchFamily="50" charset="-78"/>
              <a:cs typeface="Zanjabeel" pitchFamily="50" charset="-78"/>
            </a:endParaRPr>
          </a:p>
        </p:txBody>
      </p:sp>
      <p:sp>
        <p:nvSpPr>
          <p:cNvPr id="35" name="object 15">
            <a:extLst>
              <a:ext uri="{FF2B5EF4-FFF2-40B4-BE49-F238E27FC236}">
                <a16:creationId xmlns:a16="http://schemas.microsoft.com/office/drawing/2014/main" id="{79C3463B-F5E9-7ACE-AE19-DC73CBD15249}"/>
              </a:ext>
            </a:extLst>
          </p:cNvPr>
          <p:cNvSpPr txBox="1"/>
          <p:nvPr/>
        </p:nvSpPr>
        <p:spPr>
          <a:xfrm>
            <a:off x="2876708" y="4329800"/>
            <a:ext cx="4186359"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إعداد وتحديث السياسات والإجراءات بما يحقق التوحيد في الممارسات، ويرفع مستوى الامتثال، ويدعم كفاءة التشغيل.</a:t>
            </a:r>
            <a:endParaRPr lang="en-US" sz="1100" dirty="0">
              <a:latin typeface="Zanjabeel Light" pitchFamily="50" charset="-78"/>
              <a:cs typeface="Zanjabeel Light" pitchFamily="50" charset="-78"/>
            </a:endParaRPr>
          </a:p>
        </p:txBody>
      </p:sp>
      <p:sp>
        <p:nvSpPr>
          <p:cNvPr id="36" name="object 14">
            <a:extLst>
              <a:ext uri="{FF2B5EF4-FFF2-40B4-BE49-F238E27FC236}">
                <a16:creationId xmlns:a16="http://schemas.microsoft.com/office/drawing/2014/main" id="{CE3401AA-5D82-00E8-30EF-F430582B1386}"/>
              </a:ext>
            </a:extLst>
          </p:cNvPr>
          <p:cNvSpPr txBox="1"/>
          <p:nvPr/>
        </p:nvSpPr>
        <p:spPr>
          <a:xfrm>
            <a:off x="3814588" y="5104752"/>
            <a:ext cx="3247390" cy="182101"/>
          </a:xfrm>
          <a:prstGeom prst="rect">
            <a:avLst/>
          </a:prstGeom>
        </p:spPr>
        <p:txBody>
          <a:bodyPr vert="horz" wrap="square" lIns="0" tIns="12700" rIns="0" bIns="0" rtlCol="0">
            <a:spAutoFit/>
          </a:bodyPr>
          <a:lstStyle/>
          <a:p>
            <a:pPr lvl="0" rtl="1"/>
            <a:r>
              <a:rPr lang="ar-SA" sz="1100" b="1" dirty="0">
                <a:latin typeface="Zanjabeel" pitchFamily="50" charset="-78"/>
                <a:cs typeface="Zanjabeel" pitchFamily="50" charset="-78"/>
              </a:rPr>
              <a:t>تصميم مؤشرات الأداء وإدارة الأداء المؤسسي</a:t>
            </a:r>
            <a:endParaRPr lang="en-US" sz="1100" b="1" dirty="0">
              <a:latin typeface="Zanjabeel" pitchFamily="50" charset="-78"/>
              <a:cs typeface="Zanjabeel" pitchFamily="50" charset="-78"/>
            </a:endParaRPr>
          </a:p>
        </p:txBody>
      </p:sp>
      <p:sp>
        <p:nvSpPr>
          <p:cNvPr id="37" name="object 15">
            <a:extLst>
              <a:ext uri="{FF2B5EF4-FFF2-40B4-BE49-F238E27FC236}">
                <a16:creationId xmlns:a16="http://schemas.microsoft.com/office/drawing/2014/main" id="{6D116832-0ED2-15E1-4E74-7C3A57EF685A}"/>
              </a:ext>
            </a:extLst>
          </p:cNvPr>
          <p:cNvSpPr txBox="1"/>
          <p:nvPr/>
        </p:nvSpPr>
        <p:spPr>
          <a:xfrm>
            <a:off x="2837305" y="5358752"/>
            <a:ext cx="4212552"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بناء منظومة متكاملة لقياس الأداء تربط بين الأهداف الاستراتيجية والتشغيلية، وتعزز اتخاذ القرار المبني على البيانات.</a:t>
            </a:r>
            <a:endParaRPr lang="en-US" sz="1100" dirty="0">
              <a:latin typeface="Zanjabeel Light" pitchFamily="50" charset="-78"/>
              <a:cs typeface="Zanjabeel Light" pitchFamily="50" charset="-78"/>
            </a:endParaRPr>
          </a:p>
        </p:txBody>
      </p:sp>
      <p:sp>
        <p:nvSpPr>
          <p:cNvPr id="40" name="object 14">
            <a:extLst>
              <a:ext uri="{FF2B5EF4-FFF2-40B4-BE49-F238E27FC236}">
                <a16:creationId xmlns:a16="http://schemas.microsoft.com/office/drawing/2014/main" id="{EC4A9FDB-E9A3-8BBC-3F15-A092F5CD4D98}"/>
              </a:ext>
            </a:extLst>
          </p:cNvPr>
          <p:cNvSpPr txBox="1"/>
          <p:nvPr/>
        </p:nvSpPr>
        <p:spPr>
          <a:xfrm>
            <a:off x="4584209" y="6102172"/>
            <a:ext cx="2461064" cy="182101"/>
          </a:xfrm>
          <a:prstGeom prst="rect">
            <a:avLst/>
          </a:prstGeom>
        </p:spPr>
        <p:txBody>
          <a:bodyPr vert="horz" wrap="square" lIns="0" tIns="12700" rIns="0" bIns="0" rtlCol="0">
            <a:spAutoFit/>
          </a:bodyPr>
          <a:lstStyle/>
          <a:p>
            <a:pPr lvl="0" rtl="1"/>
            <a:r>
              <a:rPr lang="ar-SA" sz="1100" b="1" dirty="0">
                <a:latin typeface="Zanjabeel" pitchFamily="50" charset="-78"/>
                <a:cs typeface="Zanjabeel" pitchFamily="50" charset="-78"/>
              </a:rPr>
              <a:t>تحسين تجربة العميل والخدمات</a:t>
            </a:r>
            <a:endParaRPr lang="en-US" sz="1100" b="1" dirty="0">
              <a:latin typeface="Zanjabeel" pitchFamily="50" charset="-78"/>
              <a:cs typeface="Zanjabeel" pitchFamily="50" charset="-78"/>
            </a:endParaRPr>
          </a:p>
        </p:txBody>
      </p:sp>
      <p:sp>
        <p:nvSpPr>
          <p:cNvPr id="41" name="object 15">
            <a:extLst>
              <a:ext uri="{FF2B5EF4-FFF2-40B4-BE49-F238E27FC236}">
                <a16:creationId xmlns:a16="http://schemas.microsoft.com/office/drawing/2014/main" id="{6DCF5DB5-71DF-311D-498A-13D78BAF7333}"/>
              </a:ext>
            </a:extLst>
          </p:cNvPr>
          <p:cNvSpPr txBox="1"/>
          <p:nvPr/>
        </p:nvSpPr>
        <p:spPr>
          <a:xfrm>
            <a:off x="3221019" y="6350328"/>
            <a:ext cx="3824604"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تحليل وتطوير رحلة العميل ورفع جودة الخدمات المقدمة، بما يعزز رضا المستفيدين ويرفع القيمة المؤسسية.</a:t>
            </a:r>
            <a:endParaRPr lang="en-US" sz="1100" dirty="0">
              <a:latin typeface="Zanjabeel Light" pitchFamily="50" charset="-78"/>
              <a:cs typeface="Zanjabeel Light" pitchFamily="50" charset="-78"/>
            </a:endParaRPr>
          </a:p>
        </p:txBody>
      </p:sp>
      <p:sp>
        <p:nvSpPr>
          <p:cNvPr id="16" name="TextBox 15">
            <a:extLst>
              <a:ext uri="{FF2B5EF4-FFF2-40B4-BE49-F238E27FC236}">
                <a16:creationId xmlns:a16="http://schemas.microsoft.com/office/drawing/2014/main" id="{5DD3CC88-699C-2983-4326-F335F5E02FB2}"/>
              </a:ext>
            </a:extLst>
          </p:cNvPr>
          <p:cNvSpPr txBox="1"/>
          <p:nvPr/>
        </p:nvSpPr>
        <p:spPr>
          <a:xfrm>
            <a:off x="7890747" y="238471"/>
            <a:ext cx="2392585"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ملف تعريفي               2026       </a:t>
            </a:r>
            <a:endParaRPr lang="en-US" sz="700" dirty="0">
              <a:solidFill>
                <a:schemeClr val="bg1"/>
              </a:solidFill>
              <a:latin typeface="Zanjabeel" pitchFamily="50" charset="-78"/>
              <a:cs typeface="Zanjabeel" pitchFamily="50" charset="-78"/>
            </a:endParaRPr>
          </a:p>
        </p:txBody>
      </p:sp>
      <p:sp>
        <p:nvSpPr>
          <p:cNvPr id="17" name="TextBox 16">
            <a:extLst>
              <a:ext uri="{FF2B5EF4-FFF2-40B4-BE49-F238E27FC236}">
                <a16:creationId xmlns:a16="http://schemas.microsoft.com/office/drawing/2014/main" id="{0989D3FE-1912-9172-3BC9-B1CA7A927453}"/>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التمكين المؤسسي</a:t>
            </a:r>
            <a:endParaRPr lang="en-US" sz="700" dirty="0">
              <a:solidFill>
                <a:schemeClr val="bg1"/>
              </a:solidFill>
              <a:latin typeface="Zanjabeel" pitchFamily="50" charset="-78"/>
              <a:cs typeface="Zanjabeel" pitchFamily="50" charset="-7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50"/>
            <a:ext cx="10692130" cy="7553959"/>
            <a:chOff x="0" y="6350"/>
            <a:chExt cx="10692130" cy="7553959"/>
          </a:xfrm>
        </p:grpSpPr>
        <p:sp>
          <p:nvSpPr>
            <p:cNvPr id="3" name="object 3"/>
            <p:cNvSpPr/>
            <p:nvPr/>
          </p:nvSpPr>
          <p:spPr>
            <a:xfrm>
              <a:off x="3247212" y="6362"/>
              <a:ext cx="7445375" cy="7547609"/>
            </a:xfrm>
            <a:custGeom>
              <a:avLst/>
              <a:gdLst/>
              <a:ahLst/>
              <a:cxnLst/>
              <a:rect l="l" t="t" r="r" b="b"/>
              <a:pathLst>
                <a:path w="7445375" h="7547609">
                  <a:moveTo>
                    <a:pt x="0" y="7547292"/>
                  </a:moveTo>
                  <a:lnTo>
                    <a:pt x="7444790" y="7547292"/>
                  </a:lnTo>
                  <a:lnTo>
                    <a:pt x="7444790" y="0"/>
                  </a:lnTo>
                  <a:lnTo>
                    <a:pt x="0" y="0"/>
                  </a:lnTo>
                  <a:lnTo>
                    <a:pt x="0" y="7547292"/>
                  </a:lnTo>
                  <a:close/>
                </a:path>
              </a:pathLst>
            </a:custGeom>
            <a:solidFill>
              <a:srgbClr val="05123B"/>
            </a:solidFill>
          </p:spPr>
          <p:txBody>
            <a:bodyPr wrap="square" lIns="0" tIns="0" rIns="0" bIns="0" rtlCol="0"/>
            <a:lstStyle/>
            <a:p>
              <a:endParaRPr/>
            </a:p>
          </p:txBody>
        </p:sp>
        <p:sp>
          <p:nvSpPr>
            <p:cNvPr id="4" name="object 4"/>
            <p:cNvSpPr/>
            <p:nvPr/>
          </p:nvSpPr>
          <p:spPr>
            <a:xfrm>
              <a:off x="0" y="6350"/>
              <a:ext cx="3247390" cy="7553959"/>
            </a:xfrm>
            <a:custGeom>
              <a:avLst/>
              <a:gdLst/>
              <a:ahLst/>
              <a:cxnLst/>
              <a:rect l="l" t="t" r="r" b="b"/>
              <a:pathLst>
                <a:path w="3247390" h="7553959">
                  <a:moveTo>
                    <a:pt x="3247212" y="0"/>
                  </a:moveTo>
                  <a:lnTo>
                    <a:pt x="0" y="0"/>
                  </a:lnTo>
                  <a:lnTo>
                    <a:pt x="0" y="7553655"/>
                  </a:lnTo>
                  <a:lnTo>
                    <a:pt x="3247212" y="7553655"/>
                  </a:lnTo>
                  <a:lnTo>
                    <a:pt x="3247212" y="0"/>
                  </a:lnTo>
                  <a:close/>
                </a:path>
              </a:pathLst>
            </a:custGeom>
            <a:solidFill>
              <a:srgbClr val="D6E5F5"/>
            </a:solidFill>
          </p:spPr>
          <p:txBody>
            <a:bodyPr wrap="square" lIns="0" tIns="0" rIns="0" bIns="0" rtlCol="0"/>
            <a:lstStyle/>
            <a:p>
              <a:endParaRPr/>
            </a:p>
          </p:txBody>
        </p:sp>
        <p:sp>
          <p:nvSpPr>
            <p:cNvPr id="5" name="object 5"/>
            <p:cNvSpPr/>
            <p:nvPr/>
          </p:nvSpPr>
          <p:spPr>
            <a:xfrm>
              <a:off x="0" y="6362"/>
              <a:ext cx="2850515" cy="7489825"/>
            </a:xfrm>
            <a:custGeom>
              <a:avLst/>
              <a:gdLst/>
              <a:ahLst/>
              <a:cxnLst/>
              <a:rect l="l" t="t" r="r" b="b"/>
              <a:pathLst>
                <a:path w="2850515" h="7489825">
                  <a:moveTo>
                    <a:pt x="17957" y="6860235"/>
                  </a:moveTo>
                  <a:lnTo>
                    <a:pt x="0" y="6842277"/>
                  </a:lnTo>
                  <a:lnTo>
                    <a:pt x="0" y="6878193"/>
                  </a:lnTo>
                  <a:lnTo>
                    <a:pt x="17957" y="6860235"/>
                  </a:lnTo>
                  <a:close/>
                </a:path>
                <a:path w="2850515" h="7489825">
                  <a:moveTo>
                    <a:pt x="17957" y="6064821"/>
                  </a:moveTo>
                  <a:lnTo>
                    <a:pt x="0" y="6046863"/>
                  </a:lnTo>
                  <a:lnTo>
                    <a:pt x="0" y="6082779"/>
                  </a:lnTo>
                  <a:lnTo>
                    <a:pt x="17957" y="6064821"/>
                  </a:lnTo>
                  <a:close/>
                </a:path>
                <a:path w="2850515" h="7489825">
                  <a:moveTo>
                    <a:pt x="17957" y="5269395"/>
                  </a:moveTo>
                  <a:lnTo>
                    <a:pt x="0" y="5251437"/>
                  </a:lnTo>
                  <a:lnTo>
                    <a:pt x="0" y="5287353"/>
                  </a:lnTo>
                  <a:lnTo>
                    <a:pt x="17957" y="5269395"/>
                  </a:lnTo>
                  <a:close/>
                </a:path>
                <a:path w="2850515" h="7489825">
                  <a:moveTo>
                    <a:pt x="17957" y="4473981"/>
                  </a:moveTo>
                  <a:lnTo>
                    <a:pt x="0" y="4456023"/>
                  </a:lnTo>
                  <a:lnTo>
                    <a:pt x="0" y="4491939"/>
                  </a:lnTo>
                  <a:lnTo>
                    <a:pt x="17957" y="4473981"/>
                  </a:lnTo>
                  <a:close/>
                </a:path>
                <a:path w="2850515" h="7489825">
                  <a:moveTo>
                    <a:pt x="17957" y="3678567"/>
                  </a:moveTo>
                  <a:lnTo>
                    <a:pt x="0" y="3660610"/>
                  </a:lnTo>
                  <a:lnTo>
                    <a:pt x="0" y="3696525"/>
                  </a:lnTo>
                  <a:lnTo>
                    <a:pt x="17957" y="3678567"/>
                  </a:lnTo>
                  <a:close/>
                </a:path>
                <a:path w="2850515" h="7489825">
                  <a:moveTo>
                    <a:pt x="17957" y="2883154"/>
                  </a:moveTo>
                  <a:lnTo>
                    <a:pt x="0" y="2865196"/>
                  </a:lnTo>
                  <a:lnTo>
                    <a:pt x="0" y="2901111"/>
                  </a:lnTo>
                  <a:lnTo>
                    <a:pt x="17957" y="2883154"/>
                  </a:lnTo>
                  <a:close/>
                </a:path>
                <a:path w="2850515" h="7489825">
                  <a:moveTo>
                    <a:pt x="17957" y="2087740"/>
                  </a:moveTo>
                  <a:lnTo>
                    <a:pt x="0" y="2069782"/>
                  </a:lnTo>
                  <a:lnTo>
                    <a:pt x="0" y="2105685"/>
                  </a:lnTo>
                  <a:lnTo>
                    <a:pt x="17957" y="2087740"/>
                  </a:lnTo>
                  <a:close/>
                </a:path>
                <a:path w="2850515" h="7489825">
                  <a:moveTo>
                    <a:pt x="17957" y="1292313"/>
                  </a:moveTo>
                  <a:lnTo>
                    <a:pt x="0" y="1274356"/>
                  </a:lnTo>
                  <a:lnTo>
                    <a:pt x="0" y="1310271"/>
                  </a:lnTo>
                  <a:lnTo>
                    <a:pt x="17957" y="1292313"/>
                  </a:lnTo>
                  <a:close/>
                </a:path>
                <a:path w="2850515" h="7489825">
                  <a:moveTo>
                    <a:pt x="17957" y="496900"/>
                  </a:moveTo>
                  <a:lnTo>
                    <a:pt x="0" y="478942"/>
                  </a:lnTo>
                  <a:lnTo>
                    <a:pt x="0" y="514858"/>
                  </a:lnTo>
                  <a:lnTo>
                    <a:pt x="17957" y="496900"/>
                  </a:lnTo>
                  <a:close/>
                </a:path>
                <a:path w="2850515" h="7489825">
                  <a:moveTo>
                    <a:pt x="663384" y="0"/>
                  </a:moveTo>
                  <a:lnTo>
                    <a:pt x="367969" y="0"/>
                  </a:lnTo>
                  <a:lnTo>
                    <a:pt x="110553" y="257352"/>
                  </a:lnTo>
                  <a:lnTo>
                    <a:pt x="184023" y="330822"/>
                  </a:lnTo>
                  <a:lnTo>
                    <a:pt x="405930" y="257378"/>
                  </a:lnTo>
                  <a:lnTo>
                    <a:pt x="663384" y="0"/>
                  </a:lnTo>
                  <a:close/>
                </a:path>
                <a:path w="2850515" h="7489825">
                  <a:moveTo>
                    <a:pt x="961948" y="6860235"/>
                  </a:moveTo>
                  <a:lnTo>
                    <a:pt x="888479" y="6786766"/>
                  </a:lnTo>
                  <a:lnTo>
                    <a:pt x="666559" y="6860210"/>
                  </a:lnTo>
                  <a:lnTo>
                    <a:pt x="110553" y="7416101"/>
                  </a:lnTo>
                  <a:lnTo>
                    <a:pt x="184023" y="7489571"/>
                  </a:lnTo>
                  <a:lnTo>
                    <a:pt x="405930" y="7416127"/>
                  </a:lnTo>
                  <a:lnTo>
                    <a:pt x="961948" y="6860235"/>
                  </a:lnTo>
                  <a:close/>
                </a:path>
                <a:path w="2850515" h="7489825">
                  <a:moveTo>
                    <a:pt x="961948" y="6064821"/>
                  </a:moveTo>
                  <a:lnTo>
                    <a:pt x="888479" y="5991352"/>
                  </a:lnTo>
                  <a:lnTo>
                    <a:pt x="666559" y="6064796"/>
                  </a:lnTo>
                  <a:lnTo>
                    <a:pt x="110553" y="6620688"/>
                  </a:lnTo>
                  <a:lnTo>
                    <a:pt x="184023" y="6694157"/>
                  </a:lnTo>
                  <a:lnTo>
                    <a:pt x="405930" y="6620713"/>
                  </a:lnTo>
                  <a:lnTo>
                    <a:pt x="961948" y="6064821"/>
                  </a:lnTo>
                  <a:close/>
                </a:path>
                <a:path w="2850515" h="7489825">
                  <a:moveTo>
                    <a:pt x="961948" y="5269395"/>
                  </a:moveTo>
                  <a:lnTo>
                    <a:pt x="888479" y="5195925"/>
                  </a:lnTo>
                  <a:lnTo>
                    <a:pt x="666559" y="5269369"/>
                  </a:lnTo>
                  <a:lnTo>
                    <a:pt x="110553" y="5825261"/>
                  </a:lnTo>
                  <a:lnTo>
                    <a:pt x="184023" y="5898731"/>
                  </a:lnTo>
                  <a:lnTo>
                    <a:pt x="405930" y="5825287"/>
                  </a:lnTo>
                  <a:lnTo>
                    <a:pt x="961948" y="5269395"/>
                  </a:lnTo>
                  <a:close/>
                </a:path>
                <a:path w="2850515" h="7489825">
                  <a:moveTo>
                    <a:pt x="961948" y="4473981"/>
                  </a:moveTo>
                  <a:lnTo>
                    <a:pt x="888479" y="4400512"/>
                  </a:lnTo>
                  <a:lnTo>
                    <a:pt x="666559" y="4473956"/>
                  </a:lnTo>
                  <a:lnTo>
                    <a:pt x="110553" y="5029847"/>
                  </a:lnTo>
                  <a:lnTo>
                    <a:pt x="184023" y="5103317"/>
                  </a:lnTo>
                  <a:lnTo>
                    <a:pt x="405930" y="5029873"/>
                  </a:lnTo>
                  <a:lnTo>
                    <a:pt x="961948" y="4473981"/>
                  </a:lnTo>
                  <a:close/>
                </a:path>
                <a:path w="2850515" h="7489825">
                  <a:moveTo>
                    <a:pt x="961948" y="3678567"/>
                  </a:moveTo>
                  <a:lnTo>
                    <a:pt x="888479" y="3605098"/>
                  </a:lnTo>
                  <a:lnTo>
                    <a:pt x="666559" y="3678542"/>
                  </a:lnTo>
                  <a:lnTo>
                    <a:pt x="110553" y="4234434"/>
                  </a:lnTo>
                  <a:lnTo>
                    <a:pt x="184023" y="4307903"/>
                  </a:lnTo>
                  <a:lnTo>
                    <a:pt x="405930" y="4234459"/>
                  </a:lnTo>
                  <a:lnTo>
                    <a:pt x="961948" y="3678567"/>
                  </a:lnTo>
                  <a:close/>
                </a:path>
                <a:path w="2850515" h="7489825">
                  <a:moveTo>
                    <a:pt x="961948" y="2883154"/>
                  </a:moveTo>
                  <a:lnTo>
                    <a:pt x="888479" y="2809684"/>
                  </a:lnTo>
                  <a:lnTo>
                    <a:pt x="666559" y="2883128"/>
                  </a:lnTo>
                  <a:lnTo>
                    <a:pt x="110553" y="3439020"/>
                  </a:lnTo>
                  <a:lnTo>
                    <a:pt x="184023" y="3512489"/>
                  </a:lnTo>
                  <a:lnTo>
                    <a:pt x="405930" y="3439045"/>
                  </a:lnTo>
                  <a:lnTo>
                    <a:pt x="961948" y="2883154"/>
                  </a:lnTo>
                  <a:close/>
                </a:path>
                <a:path w="2850515" h="7489825">
                  <a:moveTo>
                    <a:pt x="961948" y="2087740"/>
                  </a:moveTo>
                  <a:lnTo>
                    <a:pt x="888479" y="2014270"/>
                  </a:lnTo>
                  <a:lnTo>
                    <a:pt x="666559" y="2087714"/>
                  </a:lnTo>
                  <a:lnTo>
                    <a:pt x="110553" y="2643606"/>
                  </a:lnTo>
                  <a:lnTo>
                    <a:pt x="184023" y="2717076"/>
                  </a:lnTo>
                  <a:lnTo>
                    <a:pt x="405930" y="2643632"/>
                  </a:lnTo>
                  <a:lnTo>
                    <a:pt x="961948" y="2087740"/>
                  </a:lnTo>
                  <a:close/>
                </a:path>
                <a:path w="2850515" h="7489825">
                  <a:moveTo>
                    <a:pt x="961948" y="1292313"/>
                  </a:moveTo>
                  <a:lnTo>
                    <a:pt x="888479" y="1218844"/>
                  </a:lnTo>
                  <a:lnTo>
                    <a:pt x="666559" y="1292288"/>
                  </a:lnTo>
                  <a:lnTo>
                    <a:pt x="110553" y="1848180"/>
                  </a:lnTo>
                  <a:lnTo>
                    <a:pt x="184023" y="1921649"/>
                  </a:lnTo>
                  <a:lnTo>
                    <a:pt x="405930" y="1848205"/>
                  </a:lnTo>
                  <a:lnTo>
                    <a:pt x="961948" y="1292313"/>
                  </a:lnTo>
                  <a:close/>
                </a:path>
                <a:path w="2850515" h="7489825">
                  <a:moveTo>
                    <a:pt x="961948" y="496900"/>
                  </a:moveTo>
                  <a:lnTo>
                    <a:pt x="888479" y="423430"/>
                  </a:lnTo>
                  <a:lnTo>
                    <a:pt x="666559" y="496874"/>
                  </a:lnTo>
                  <a:lnTo>
                    <a:pt x="110553" y="1052766"/>
                  </a:lnTo>
                  <a:lnTo>
                    <a:pt x="184023" y="1126236"/>
                  </a:lnTo>
                  <a:lnTo>
                    <a:pt x="405930" y="1052791"/>
                  </a:lnTo>
                  <a:lnTo>
                    <a:pt x="961948" y="496900"/>
                  </a:lnTo>
                  <a:close/>
                </a:path>
                <a:path w="2850515" h="7489825">
                  <a:moveTo>
                    <a:pt x="1607388" y="0"/>
                  </a:moveTo>
                  <a:lnTo>
                    <a:pt x="1311973" y="0"/>
                  </a:lnTo>
                  <a:lnTo>
                    <a:pt x="1054557" y="257352"/>
                  </a:lnTo>
                  <a:lnTo>
                    <a:pt x="1128014" y="330822"/>
                  </a:lnTo>
                  <a:lnTo>
                    <a:pt x="1349933" y="257378"/>
                  </a:lnTo>
                  <a:lnTo>
                    <a:pt x="1607388" y="0"/>
                  </a:lnTo>
                  <a:close/>
                </a:path>
                <a:path w="2850515" h="7489825">
                  <a:moveTo>
                    <a:pt x="1905952" y="6860235"/>
                  </a:moveTo>
                  <a:lnTo>
                    <a:pt x="1832483" y="6786766"/>
                  </a:lnTo>
                  <a:lnTo>
                    <a:pt x="1610550" y="6860235"/>
                  </a:lnTo>
                  <a:lnTo>
                    <a:pt x="1054582" y="7416127"/>
                  </a:lnTo>
                  <a:lnTo>
                    <a:pt x="1128026" y="7489571"/>
                  </a:lnTo>
                  <a:lnTo>
                    <a:pt x="1349933" y="7416127"/>
                  </a:lnTo>
                  <a:lnTo>
                    <a:pt x="1905952" y="6860235"/>
                  </a:lnTo>
                  <a:close/>
                </a:path>
                <a:path w="2850515" h="7489825">
                  <a:moveTo>
                    <a:pt x="1905952" y="6064821"/>
                  </a:moveTo>
                  <a:lnTo>
                    <a:pt x="1832483" y="5991352"/>
                  </a:lnTo>
                  <a:lnTo>
                    <a:pt x="1610550" y="6064821"/>
                  </a:lnTo>
                  <a:lnTo>
                    <a:pt x="1054582" y="6620713"/>
                  </a:lnTo>
                  <a:lnTo>
                    <a:pt x="1128026" y="6694157"/>
                  </a:lnTo>
                  <a:lnTo>
                    <a:pt x="1349933" y="6620713"/>
                  </a:lnTo>
                  <a:lnTo>
                    <a:pt x="1905952" y="6064821"/>
                  </a:lnTo>
                  <a:close/>
                </a:path>
                <a:path w="2850515" h="7489825">
                  <a:moveTo>
                    <a:pt x="1905952" y="5269395"/>
                  </a:moveTo>
                  <a:lnTo>
                    <a:pt x="1832483" y="5195925"/>
                  </a:lnTo>
                  <a:lnTo>
                    <a:pt x="1610550" y="5269395"/>
                  </a:lnTo>
                  <a:lnTo>
                    <a:pt x="1054582" y="5825287"/>
                  </a:lnTo>
                  <a:lnTo>
                    <a:pt x="1128026" y="5898731"/>
                  </a:lnTo>
                  <a:lnTo>
                    <a:pt x="1349933" y="5825287"/>
                  </a:lnTo>
                  <a:lnTo>
                    <a:pt x="1905952" y="5269395"/>
                  </a:lnTo>
                  <a:close/>
                </a:path>
                <a:path w="2850515" h="7489825">
                  <a:moveTo>
                    <a:pt x="1905952" y="4473981"/>
                  </a:moveTo>
                  <a:lnTo>
                    <a:pt x="1832483" y="4400512"/>
                  </a:lnTo>
                  <a:lnTo>
                    <a:pt x="1610550" y="4473981"/>
                  </a:lnTo>
                  <a:lnTo>
                    <a:pt x="1054582" y="5029873"/>
                  </a:lnTo>
                  <a:lnTo>
                    <a:pt x="1128026" y="5103317"/>
                  </a:lnTo>
                  <a:lnTo>
                    <a:pt x="1349933" y="5029873"/>
                  </a:lnTo>
                  <a:lnTo>
                    <a:pt x="1905952" y="4473981"/>
                  </a:lnTo>
                  <a:close/>
                </a:path>
                <a:path w="2850515" h="7489825">
                  <a:moveTo>
                    <a:pt x="1905952" y="3678567"/>
                  </a:moveTo>
                  <a:lnTo>
                    <a:pt x="1832483" y="3605098"/>
                  </a:lnTo>
                  <a:lnTo>
                    <a:pt x="1610550" y="3678567"/>
                  </a:lnTo>
                  <a:lnTo>
                    <a:pt x="1054582" y="4234459"/>
                  </a:lnTo>
                  <a:lnTo>
                    <a:pt x="1128026" y="4307903"/>
                  </a:lnTo>
                  <a:lnTo>
                    <a:pt x="1349933" y="4234459"/>
                  </a:lnTo>
                  <a:lnTo>
                    <a:pt x="1905952" y="3678567"/>
                  </a:lnTo>
                  <a:close/>
                </a:path>
                <a:path w="2850515" h="7489825">
                  <a:moveTo>
                    <a:pt x="1905952" y="2883154"/>
                  </a:moveTo>
                  <a:lnTo>
                    <a:pt x="1832483" y="2809684"/>
                  </a:lnTo>
                  <a:lnTo>
                    <a:pt x="1610550" y="2883154"/>
                  </a:lnTo>
                  <a:lnTo>
                    <a:pt x="1054582" y="3439045"/>
                  </a:lnTo>
                  <a:lnTo>
                    <a:pt x="1128026" y="3512489"/>
                  </a:lnTo>
                  <a:lnTo>
                    <a:pt x="1349933" y="3439045"/>
                  </a:lnTo>
                  <a:lnTo>
                    <a:pt x="1905952" y="2883154"/>
                  </a:lnTo>
                  <a:close/>
                </a:path>
                <a:path w="2850515" h="7489825">
                  <a:moveTo>
                    <a:pt x="1905952" y="2087740"/>
                  </a:moveTo>
                  <a:lnTo>
                    <a:pt x="1832483" y="2014270"/>
                  </a:lnTo>
                  <a:lnTo>
                    <a:pt x="1610550" y="2087740"/>
                  </a:lnTo>
                  <a:lnTo>
                    <a:pt x="1054582" y="2643632"/>
                  </a:lnTo>
                  <a:lnTo>
                    <a:pt x="1128026" y="2717076"/>
                  </a:lnTo>
                  <a:lnTo>
                    <a:pt x="1349933" y="2643632"/>
                  </a:lnTo>
                  <a:lnTo>
                    <a:pt x="1905952" y="2087740"/>
                  </a:lnTo>
                  <a:close/>
                </a:path>
                <a:path w="2850515" h="7489825">
                  <a:moveTo>
                    <a:pt x="1905952" y="1292313"/>
                  </a:moveTo>
                  <a:lnTo>
                    <a:pt x="1832483" y="1218844"/>
                  </a:lnTo>
                  <a:lnTo>
                    <a:pt x="1610550" y="1292313"/>
                  </a:lnTo>
                  <a:lnTo>
                    <a:pt x="1054582" y="1848205"/>
                  </a:lnTo>
                  <a:lnTo>
                    <a:pt x="1128026" y="1921649"/>
                  </a:lnTo>
                  <a:lnTo>
                    <a:pt x="1349933" y="1848205"/>
                  </a:lnTo>
                  <a:lnTo>
                    <a:pt x="1905952" y="1292313"/>
                  </a:lnTo>
                  <a:close/>
                </a:path>
                <a:path w="2850515" h="7489825">
                  <a:moveTo>
                    <a:pt x="1905952" y="496900"/>
                  </a:moveTo>
                  <a:lnTo>
                    <a:pt x="1832483" y="423430"/>
                  </a:lnTo>
                  <a:lnTo>
                    <a:pt x="1610550" y="496900"/>
                  </a:lnTo>
                  <a:lnTo>
                    <a:pt x="1054582" y="1052791"/>
                  </a:lnTo>
                  <a:lnTo>
                    <a:pt x="1128026" y="1126236"/>
                  </a:lnTo>
                  <a:lnTo>
                    <a:pt x="1349933" y="1052791"/>
                  </a:lnTo>
                  <a:lnTo>
                    <a:pt x="1905952" y="496900"/>
                  </a:lnTo>
                  <a:close/>
                </a:path>
                <a:path w="2850515" h="7489825">
                  <a:moveTo>
                    <a:pt x="2551379" y="0"/>
                  </a:moveTo>
                  <a:lnTo>
                    <a:pt x="2255964" y="0"/>
                  </a:lnTo>
                  <a:lnTo>
                    <a:pt x="1998560" y="257352"/>
                  </a:lnTo>
                  <a:lnTo>
                    <a:pt x="2072030" y="330822"/>
                  </a:lnTo>
                  <a:lnTo>
                    <a:pt x="2293937" y="257378"/>
                  </a:lnTo>
                  <a:lnTo>
                    <a:pt x="2551379" y="0"/>
                  </a:lnTo>
                  <a:close/>
                </a:path>
                <a:path w="2850515" h="7489825">
                  <a:moveTo>
                    <a:pt x="2849943" y="6860235"/>
                  </a:moveTo>
                  <a:lnTo>
                    <a:pt x="2776474" y="6786766"/>
                  </a:lnTo>
                  <a:lnTo>
                    <a:pt x="2554541" y="6860235"/>
                  </a:lnTo>
                  <a:lnTo>
                    <a:pt x="1998573" y="7416127"/>
                  </a:lnTo>
                  <a:lnTo>
                    <a:pt x="2072017" y="7489571"/>
                  </a:lnTo>
                  <a:lnTo>
                    <a:pt x="2293924" y="7416127"/>
                  </a:lnTo>
                  <a:lnTo>
                    <a:pt x="2849943" y="6860235"/>
                  </a:lnTo>
                  <a:close/>
                </a:path>
                <a:path w="2850515" h="7489825">
                  <a:moveTo>
                    <a:pt x="2849943" y="6064821"/>
                  </a:moveTo>
                  <a:lnTo>
                    <a:pt x="2776474" y="5991352"/>
                  </a:lnTo>
                  <a:lnTo>
                    <a:pt x="2554541" y="6064821"/>
                  </a:lnTo>
                  <a:lnTo>
                    <a:pt x="1998573" y="6620713"/>
                  </a:lnTo>
                  <a:lnTo>
                    <a:pt x="2072017" y="6694157"/>
                  </a:lnTo>
                  <a:lnTo>
                    <a:pt x="2293924" y="6620713"/>
                  </a:lnTo>
                  <a:lnTo>
                    <a:pt x="2849943" y="6064821"/>
                  </a:lnTo>
                  <a:close/>
                </a:path>
                <a:path w="2850515" h="7489825">
                  <a:moveTo>
                    <a:pt x="2849943" y="5269395"/>
                  </a:moveTo>
                  <a:lnTo>
                    <a:pt x="2776474" y="5195925"/>
                  </a:lnTo>
                  <a:lnTo>
                    <a:pt x="2554541" y="5269395"/>
                  </a:lnTo>
                  <a:lnTo>
                    <a:pt x="1998573" y="5825287"/>
                  </a:lnTo>
                  <a:lnTo>
                    <a:pt x="2072017" y="5898731"/>
                  </a:lnTo>
                  <a:lnTo>
                    <a:pt x="2293924" y="5825287"/>
                  </a:lnTo>
                  <a:lnTo>
                    <a:pt x="2849943" y="5269395"/>
                  </a:lnTo>
                  <a:close/>
                </a:path>
                <a:path w="2850515" h="7489825">
                  <a:moveTo>
                    <a:pt x="2849943" y="4473981"/>
                  </a:moveTo>
                  <a:lnTo>
                    <a:pt x="2776474" y="4400512"/>
                  </a:lnTo>
                  <a:lnTo>
                    <a:pt x="2554541" y="4473981"/>
                  </a:lnTo>
                  <a:lnTo>
                    <a:pt x="1998573" y="5029873"/>
                  </a:lnTo>
                  <a:lnTo>
                    <a:pt x="2072017" y="5103317"/>
                  </a:lnTo>
                  <a:lnTo>
                    <a:pt x="2293924" y="5029873"/>
                  </a:lnTo>
                  <a:lnTo>
                    <a:pt x="2849943" y="4473981"/>
                  </a:lnTo>
                  <a:close/>
                </a:path>
                <a:path w="2850515" h="7489825">
                  <a:moveTo>
                    <a:pt x="2849943" y="3678567"/>
                  </a:moveTo>
                  <a:lnTo>
                    <a:pt x="2776474" y="3605098"/>
                  </a:lnTo>
                  <a:lnTo>
                    <a:pt x="2554541" y="3678567"/>
                  </a:lnTo>
                  <a:lnTo>
                    <a:pt x="1998573" y="4234459"/>
                  </a:lnTo>
                  <a:lnTo>
                    <a:pt x="2072017" y="4307903"/>
                  </a:lnTo>
                  <a:lnTo>
                    <a:pt x="2293924" y="4234459"/>
                  </a:lnTo>
                  <a:lnTo>
                    <a:pt x="2849943" y="3678567"/>
                  </a:lnTo>
                  <a:close/>
                </a:path>
                <a:path w="2850515" h="7489825">
                  <a:moveTo>
                    <a:pt x="2849943" y="2883154"/>
                  </a:moveTo>
                  <a:lnTo>
                    <a:pt x="2776474" y="2809684"/>
                  </a:lnTo>
                  <a:lnTo>
                    <a:pt x="2554541" y="2883154"/>
                  </a:lnTo>
                  <a:lnTo>
                    <a:pt x="1998573" y="3439045"/>
                  </a:lnTo>
                  <a:lnTo>
                    <a:pt x="2072017" y="3512489"/>
                  </a:lnTo>
                  <a:lnTo>
                    <a:pt x="2293924" y="3439045"/>
                  </a:lnTo>
                  <a:lnTo>
                    <a:pt x="2849943" y="2883154"/>
                  </a:lnTo>
                  <a:close/>
                </a:path>
                <a:path w="2850515" h="7489825">
                  <a:moveTo>
                    <a:pt x="2849943" y="2087740"/>
                  </a:moveTo>
                  <a:lnTo>
                    <a:pt x="2776474" y="2014270"/>
                  </a:lnTo>
                  <a:lnTo>
                    <a:pt x="2554541" y="2087740"/>
                  </a:lnTo>
                  <a:lnTo>
                    <a:pt x="1998573" y="2643632"/>
                  </a:lnTo>
                  <a:lnTo>
                    <a:pt x="2072017" y="2717076"/>
                  </a:lnTo>
                  <a:lnTo>
                    <a:pt x="2293924" y="2643632"/>
                  </a:lnTo>
                  <a:lnTo>
                    <a:pt x="2849943" y="2087740"/>
                  </a:lnTo>
                  <a:close/>
                </a:path>
                <a:path w="2850515" h="7489825">
                  <a:moveTo>
                    <a:pt x="2849943" y="1292313"/>
                  </a:moveTo>
                  <a:lnTo>
                    <a:pt x="2776474" y="1218844"/>
                  </a:lnTo>
                  <a:lnTo>
                    <a:pt x="2554541" y="1292313"/>
                  </a:lnTo>
                  <a:lnTo>
                    <a:pt x="1998573" y="1848205"/>
                  </a:lnTo>
                  <a:lnTo>
                    <a:pt x="2072017" y="1921649"/>
                  </a:lnTo>
                  <a:lnTo>
                    <a:pt x="2293924" y="1848205"/>
                  </a:lnTo>
                  <a:lnTo>
                    <a:pt x="2849943" y="1292313"/>
                  </a:lnTo>
                  <a:close/>
                </a:path>
                <a:path w="2850515" h="7489825">
                  <a:moveTo>
                    <a:pt x="2849943" y="496900"/>
                  </a:moveTo>
                  <a:lnTo>
                    <a:pt x="2776474" y="423430"/>
                  </a:lnTo>
                  <a:lnTo>
                    <a:pt x="2554541" y="496900"/>
                  </a:lnTo>
                  <a:lnTo>
                    <a:pt x="1998573" y="1052791"/>
                  </a:lnTo>
                  <a:lnTo>
                    <a:pt x="2072017" y="1126236"/>
                  </a:lnTo>
                  <a:lnTo>
                    <a:pt x="2293924" y="1052791"/>
                  </a:lnTo>
                  <a:lnTo>
                    <a:pt x="2849943" y="496900"/>
                  </a:lnTo>
                  <a:close/>
                </a:path>
              </a:pathLst>
            </a:custGeom>
            <a:solidFill>
              <a:srgbClr val="0D0F38">
                <a:alpha val="13998"/>
              </a:srgbClr>
            </a:solidFill>
          </p:spPr>
          <p:txBody>
            <a:bodyPr wrap="square" lIns="0" tIns="0" rIns="0" bIns="0" rtlCol="0"/>
            <a:lstStyle/>
            <a:p>
              <a:endParaRPr/>
            </a:p>
          </p:txBody>
        </p:sp>
      </p:grpSp>
      <p:grpSp>
        <p:nvGrpSpPr>
          <p:cNvPr id="7" name="object 7"/>
          <p:cNvGrpSpPr/>
          <p:nvPr/>
        </p:nvGrpSpPr>
        <p:grpSpPr>
          <a:xfrm>
            <a:off x="287996" y="1694270"/>
            <a:ext cx="10227945" cy="5577840"/>
            <a:chOff x="287996" y="1694270"/>
            <a:chExt cx="10227945" cy="5577840"/>
          </a:xfrm>
        </p:grpSpPr>
        <p:sp>
          <p:nvSpPr>
            <p:cNvPr id="8" name="object 8"/>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sp>
          <p:nvSpPr>
            <p:cNvPr id="9" name="object 9"/>
            <p:cNvSpPr/>
            <p:nvPr/>
          </p:nvSpPr>
          <p:spPr>
            <a:xfrm>
              <a:off x="9342004" y="1694270"/>
              <a:ext cx="1174115" cy="466725"/>
            </a:xfrm>
            <a:custGeom>
              <a:avLst/>
              <a:gdLst/>
              <a:ahLst/>
              <a:cxnLst/>
              <a:rect l="l" t="t" r="r" b="b"/>
              <a:pathLst>
                <a:path w="1174115" h="466725">
                  <a:moveTo>
                    <a:pt x="939241" y="25"/>
                  </a:moveTo>
                  <a:lnTo>
                    <a:pt x="0" y="0"/>
                  </a:lnTo>
                  <a:lnTo>
                    <a:pt x="0" y="116789"/>
                  </a:lnTo>
                  <a:lnTo>
                    <a:pt x="234645" y="234734"/>
                  </a:lnTo>
                  <a:lnTo>
                    <a:pt x="234645" y="466293"/>
                  </a:lnTo>
                  <a:lnTo>
                    <a:pt x="1173886" y="466305"/>
                  </a:lnTo>
                  <a:lnTo>
                    <a:pt x="1173886" y="349516"/>
                  </a:lnTo>
                  <a:lnTo>
                    <a:pt x="939241" y="231584"/>
                  </a:lnTo>
                  <a:lnTo>
                    <a:pt x="939241" y="25"/>
                  </a:lnTo>
                  <a:close/>
                </a:path>
              </a:pathLst>
            </a:custGeom>
            <a:solidFill>
              <a:srgbClr val="0059C2"/>
            </a:solidFill>
          </p:spPr>
          <p:txBody>
            <a:bodyPr wrap="square" lIns="0" tIns="0" rIns="0" bIns="0" rtlCol="0"/>
            <a:lstStyle/>
            <a:p>
              <a:endParaRPr/>
            </a:p>
          </p:txBody>
        </p:sp>
      </p:grpSp>
      <p:sp>
        <p:nvSpPr>
          <p:cNvPr id="10" name="object 10" descr="$PPTXTitle"/>
          <p:cNvSpPr txBox="1">
            <a:spLocks noGrp="1"/>
          </p:cNvSpPr>
          <p:nvPr>
            <p:ph type="title"/>
          </p:nvPr>
        </p:nvSpPr>
        <p:spPr>
          <a:xfrm>
            <a:off x="8993145" y="1305649"/>
            <a:ext cx="1436370" cy="671338"/>
          </a:xfrm>
          <a:prstGeom prst="rect">
            <a:avLst/>
          </a:prstGeom>
        </p:spPr>
        <p:txBody>
          <a:bodyPr vert="horz" wrap="square" lIns="0" tIns="11430" rIns="0" bIns="0" rtlCol="0">
            <a:spAutoFit/>
          </a:bodyPr>
          <a:lstStyle/>
          <a:p>
            <a:pPr marL="25400" marR="17780" algn="r">
              <a:lnSpc>
                <a:spcPct val="108700"/>
              </a:lnSpc>
              <a:spcBef>
                <a:spcPts val="90"/>
              </a:spcBef>
            </a:pPr>
            <a:r>
              <a:rPr lang="ar-SA" sz="2000" dirty="0">
                <a:solidFill>
                  <a:schemeClr val="bg1"/>
                </a:solidFill>
                <a:latin typeface="Zanjabeel" pitchFamily="50" charset="-78"/>
                <a:cs typeface="Zanjabeel" pitchFamily="50" charset="-78"/>
              </a:rPr>
              <a:t>التمــكين المؤسسي</a:t>
            </a:r>
            <a:endParaRPr sz="2000" dirty="0">
              <a:solidFill>
                <a:schemeClr val="bg1"/>
              </a:solidFill>
              <a:latin typeface="Zanjabeel" pitchFamily="50" charset="-78"/>
              <a:cs typeface="Zanjabeel" pitchFamily="50" charset="-78"/>
            </a:endParaRPr>
          </a:p>
        </p:txBody>
      </p:sp>
      <p:sp>
        <p:nvSpPr>
          <p:cNvPr id="11" name="object 11"/>
          <p:cNvSpPr txBox="1"/>
          <p:nvPr/>
        </p:nvSpPr>
        <p:spPr>
          <a:xfrm>
            <a:off x="9244744" y="2432447"/>
            <a:ext cx="1184910" cy="197490"/>
          </a:xfrm>
          <a:prstGeom prst="rect">
            <a:avLst/>
          </a:prstGeom>
        </p:spPr>
        <p:txBody>
          <a:bodyPr vert="horz" wrap="square" lIns="0" tIns="12700" rIns="0" bIns="0" rtlCol="0">
            <a:spAutoFit/>
          </a:bodyPr>
          <a:lstStyle/>
          <a:p>
            <a:pPr marL="25400" marR="17780" algn="r">
              <a:lnSpc>
                <a:spcPct val="100000"/>
              </a:lnSpc>
              <a:spcBef>
                <a:spcPts val="100"/>
              </a:spcBef>
            </a:pPr>
            <a:r>
              <a:rPr lang="ar-SA" baseline="34722" dirty="0">
                <a:solidFill>
                  <a:schemeClr val="bg1"/>
                </a:solidFill>
                <a:latin typeface="Zanjabeel" pitchFamily="50" charset="-78"/>
                <a:cs typeface="Zanjabeel" pitchFamily="50" charset="-78"/>
              </a:rPr>
              <a:t>نطــاق العمل</a:t>
            </a:r>
            <a:endParaRPr sz="1800" baseline="34722" dirty="0">
              <a:solidFill>
                <a:schemeClr val="bg1"/>
              </a:solidFill>
              <a:latin typeface="Zanjabeel" pitchFamily="50" charset="-78"/>
              <a:cs typeface="Zanjabeel" pitchFamily="50" charset="-78"/>
            </a:endParaRPr>
          </a:p>
        </p:txBody>
      </p:sp>
      <p:grpSp>
        <p:nvGrpSpPr>
          <p:cNvPr id="12" name="object 12"/>
          <p:cNvGrpSpPr/>
          <p:nvPr/>
        </p:nvGrpSpPr>
        <p:grpSpPr>
          <a:xfrm>
            <a:off x="2332799" y="1301153"/>
            <a:ext cx="6017260" cy="4958080"/>
            <a:chOff x="2332799" y="1301153"/>
            <a:chExt cx="6017260" cy="4958080"/>
          </a:xfrm>
        </p:grpSpPr>
        <p:sp>
          <p:nvSpPr>
            <p:cNvPr id="13" name="object 13"/>
            <p:cNvSpPr/>
            <p:nvPr/>
          </p:nvSpPr>
          <p:spPr>
            <a:xfrm>
              <a:off x="2332799" y="1301152"/>
              <a:ext cx="5004435" cy="4958080"/>
            </a:xfrm>
            <a:custGeom>
              <a:avLst/>
              <a:gdLst/>
              <a:ahLst/>
              <a:cxnLst/>
              <a:rect l="l" t="t" r="r" b="b"/>
              <a:pathLst>
                <a:path w="5004434" h="4958080">
                  <a:moveTo>
                    <a:pt x="5004003" y="4052570"/>
                  </a:moveTo>
                  <a:lnTo>
                    <a:pt x="0" y="4052570"/>
                  </a:lnTo>
                  <a:lnTo>
                    <a:pt x="0" y="4957711"/>
                  </a:lnTo>
                  <a:lnTo>
                    <a:pt x="5004003" y="4957711"/>
                  </a:lnTo>
                  <a:lnTo>
                    <a:pt x="5004003" y="4052570"/>
                  </a:lnTo>
                  <a:close/>
                </a:path>
                <a:path w="5004434" h="4958080">
                  <a:moveTo>
                    <a:pt x="5004003" y="3051505"/>
                  </a:moveTo>
                  <a:lnTo>
                    <a:pt x="0" y="3051505"/>
                  </a:lnTo>
                  <a:lnTo>
                    <a:pt x="0" y="3956647"/>
                  </a:lnTo>
                  <a:lnTo>
                    <a:pt x="5004003" y="3956647"/>
                  </a:lnTo>
                  <a:lnTo>
                    <a:pt x="5004003" y="3051505"/>
                  </a:lnTo>
                  <a:close/>
                </a:path>
                <a:path w="5004434" h="4958080">
                  <a:moveTo>
                    <a:pt x="5004003" y="2038362"/>
                  </a:moveTo>
                  <a:lnTo>
                    <a:pt x="0" y="2038362"/>
                  </a:lnTo>
                  <a:lnTo>
                    <a:pt x="0" y="2943504"/>
                  </a:lnTo>
                  <a:lnTo>
                    <a:pt x="5004003" y="2943504"/>
                  </a:lnTo>
                  <a:lnTo>
                    <a:pt x="5004003" y="2038362"/>
                  </a:lnTo>
                  <a:close/>
                </a:path>
                <a:path w="5004434" h="4958080">
                  <a:moveTo>
                    <a:pt x="5004003" y="1013142"/>
                  </a:moveTo>
                  <a:lnTo>
                    <a:pt x="0" y="1013142"/>
                  </a:lnTo>
                  <a:lnTo>
                    <a:pt x="0" y="1918284"/>
                  </a:lnTo>
                  <a:lnTo>
                    <a:pt x="5004003" y="1918284"/>
                  </a:lnTo>
                  <a:lnTo>
                    <a:pt x="5004003" y="1013142"/>
                  </a:lnTo>
                  <a:close/>
                </a:path>
                <a:path w="5004434" h="4958080">
                  <a:moveTo>
                    <a:pt x="5004003" y="0"/>
                  </a:moveTo>
                  <a:lnTo>
                    <a:pt x="0" y="0"/>
                  </a:lnTo>
                  <a:lnTo>
                    <a:pt x="0" y="905141"/>
                  </a:lnTo>
                  <a:lnTo>
                    <a:pt x="5004003" y="905141"/>
                  </a:lnTo>
                  <a:lnTo>
                    <a:pt x="5004003" y="0"/>
                  </a:lnTo>
                  <a:close/>
                </a:path>
              </a:pathLst>
            </a:custGeom>
            <a:solidFill>
              <a:srgbClr val="FFFFFF"/>
            </a:solidFill>
          </p:spPr>
          <p:txBody>
            <a:bodyPr wrap="square" lIns="0" tIns="0" rIns="0" bIns="0" rtlCol="0"/>
            <a:lstStyle/>
            <a:p>
              <a:endParaRPr/>
            </a:p>
          </p:txBody>
        </p:sp>
        <p:sp>
          <p:nvSpPr>
            <p:cNvPr id="14" name="object 14"/>
            <p:cNvSpPr/>
            <p:nvPr/>
          </p:nvSpPr>
          <p:spPr>
            <a:xfrm>
              <a:off x="2332799" y="1301152"/>
              <a:ext cx="6017260" cy="4958080"/>
            </a:xfrm>
            <a:custGeom>
              <a:avLst/>
              <a:gdLst/>
              <a:ahLst/>
              <a:cxnLst/>
              <a:rect l="l" t="t" r="r" b="b"/>
              <a:pathLst>
                <a:path w="6017259" h="4958080">
                  <a:moveTo>
                    <a:pt x="103568" y="4957724"/>
                  </a:moveTo>
                  <a:lnTo>
                    <a:pt x="51676" y="4853838"/>
                  </a:lnTo>
                  <a:lnTo>
                    <a:pt x="0" y="4853838"/>
                  </a:lnTo>
                  <a:lnTo>
                    <a:pt x="0" y="4957724"/>
                  </a:lnTo>
                  <a:lnTo>
                    <a:pt x="103568" y="4957724"/>
                  </a:lnTo>
                  <a:close/>
                </a:path>
                <a:path w="6017259" h="4958080">
                  <a:moveTo>
                    <a:pt x="103568" y="3956659"/>
                  </a:moveTo>
                  <a:lnTo>
                    <a:pt x="51676" y="3852773"/>
                  </a:lnTo>
                  <a:lnTo>
                    <a:pt x="0" y="3852773"/>
                  </a:lnTo>
                  <a:lnTo>
                    <a:pt x="0" y="3956659"/>
                  </a:lnTo>
                  <a:lnTo>
                    <a:pt x="103568" y="3956659"/>
                  </a:lnTo>
                  <a:close/>
                </a:path>
                <a:path w="6017259" h="4958080">
                  <a:moveTo>
                    <a:pt x="103568" y="2943517"/>
                  </a:moveTo>
                  <a:lnTo>
                    <a:pt x="51676" y="2839631"/>
                  </a:lnTo>
                  <a:lnTo>
                    <a:pt x="0" y="2839631"/>
                  </a:lnTo>
                  <a:lnTo>
                    <a:pt x="0" y="2943517"/>
                  </a:lnTo>
                  <a:lnTo>
                    <a:pt x="103568" y="2943517"/>
                  </a:lnTo>
                  <a:close/>
                </a:path>
                <a:path w="6017259" h="4958080">
                  <a:moveTo>
                    <a:pt x="103568" y="1918284"/>
                  </a:moveTo>
                  <a:lnTo>
                    <a:pt x="51676" y="1814398"/>
                  </a:lnTo>
                  <a:lnTo>
                    <a:pt x="0" y="1814398"/>
                  </a:lnTo>
                  <a:lnTo>
                    <a:pt x="0" y="1918284"/>
                  </a:lnTo>
                  <a:lnTo>
                    <a:pt x="103568" y="1918284"/>
                  </a:lnTo>
                  <a:close/>
                </a:path>
                <a:path w="6017259" h="4958080">
                  <a:moveTo>
                    <a:pt x="103568" y="905154"/>
                  </a:moveTo>
                  <a:lnTo>
                    <a:pt x="51676" y="801268"/>
                  </a:lnTo>
                  <a:lnTo>
                    <a:pt x="0" y="801268"/>
                  </a:lnTo>
                  <a:lnTo>
                    <a:pt x="0" y="905154"/>
                  </a:lnTo>
                  <a:lnTo>
                    <a:pt x="103568" y="905154"/>
                  </a:lnTo>
                  <a:close/>
                </a:path>
                <a:path w="6017259" h="4958080">
                  <a:moveTo>
                    <a:pt x="6017145" y="4052570"/>
                  </a:moveTo>
                  <a:lnTo>
                    <a:pt x="5112004" y="4052570"/>
                  </a:lnTo>
                  <a:lnTo>
                    <a:pt x="5112004" y="4957711"/>
                  </a:lnTo>
                  <a:lnTo>
                    <a:pt x="6017145" y="4957711"/>
                  </a:lnTo>
                  <a:lnTo>
                    <a:pt x="6017145" y="4052570"/>
                  </a:lnTo>
                  <a:close/>
                </a:path>
                <a:path w="6017259" h="4958080">
                  <a:moveTo>
                    <a:pt x="6017145" y="3039414"/>
                  </a:moveTo>
                  <a:lnTo>
                    <a:pt x="5112004" y="3039414"/>
                  </a:lnTo>
                  <a:lnTo>
                    <a:pt x="5112004" y="3944556"/>
                  </a:lnTo>
                  <a:lnTo>
                    <a:pt x="6017145" y="3944556"/>
                  </a:lnTo>
                  <a:lnTo>
                    <a:pt x="6017145" y="3039414"/>
                  </a:lnTo>
                  <a:close/>
                </a:path>
                <a:path w="6017259" h="4958080">
                  <a:moveTo>
                    <a:pt x="6017145" y="2022805"/>
                  </a:moveTo>
                  <a:lnTo>
                    <a:pt x="5112004" y="2022805"/>
                  </a:lnTo>
                  <a:lnTo>
                    <a:pt x="5112004" y="2927947"/>
                  </a:lnTo>
                  <a:lnTo>
                    <a:pt x="6017145" y="2927947"/>
                  </a:lnTo>
                  <a:lnTo>
                    <a:pt x="6017145" y="2022805"/>
                  </a:lnTo>
                  <a:close/>
                </a:path>
                <a:path w="6017259" h="4958080">
                  <a:moveTo>
                    <a:pt x="6017145" y="1013142"/>
                  </a:moveTo>
                  <a:lnTo>
                    <a:pt x="5112004" y="1013142"/>
                  </a:lnTo>
                  <a:lnTo>
                    <a:pt x="5112004" y="1918284"/>
                  </a:lnTo>
                  <a:lnTo>
                    <a:pt x="6017145" y="1918284"/>
                  </a:lnTo>
                  <a:lnTo>
                    <a:pt x="6017145" y="1013142"/>
                  </a:lnTo>
                  <a:close/>
                </a:path>
                <a:path w="6017259" h="4958080">
                  <a:moveTo>
                    <a:pt x="6017145" y="0"/>
                  </a:moveTo>
                  <a:lnTo>
                    <a:pt x="5112004" y="0"/>
                  </a:lnTo>
                  <a:lnTo>
                    <a:pt x="5112004" y="905141"/>
                  </a:lnTo>
                  <a:lnTo>
                    <a:pt x="6017145" y="905141"/>
                  </a:lnTo>
                  <a:lnTo>
                    <a:pt x="6017145" y="0"/>
                  </a:lnTo>
                  <a:close/>
                </a:path>
              </a:pathLst>
            </a:custGeom>
            <a:solidFill>
              <a:srgbClr val="0059C2"/>
            </a:solidFill>
          </p:spPr>
          <p:txBody>
            <a:bodyPr wrap="square" lIns="0" tIns="0" rIns="0" bIns="0" rtlCol="0"/>
            <a:lstStyle/>
            <a:p>
              <a:endParaRPr/>
            </a:p>
          </p:txBody>
        </p:sp>
        <p:sp>
          <p:nvSpPr>
            <p:cNvPr id="15" name="object 15"/>
            <p:cNvSpPr/>
            <p:nvPr/>
          </p:nvSpPr>
          <p:spPr>
            <a:xfrm>
              <a:off x="7701761" y="2571247"/>
              <a:ext cx="299720" cy="391795"/>
            </a:xfrm>
            <a:custGeom>
              <a:avLst/>
              <a:gdLst/>
              <a:ahLst/>
              <a:cxnLst/>
              <a:rect l="l" t="t" r="r" b="b"/>
              <a:pathLst>
                <a:path w="299720" h="391794">
                  <a:moveTo>
                    <a:pt x="224053" y="0"/>
                  </a:moveTo>
                  <a:lnTo>
                    <a:pt x="0" y="0"/>
                  </a:lnTo>
                  <a:lnTo>
                    <a:pt x="0" y="391236"/>
                  </a:lnTo>
                  <a:lnTo>
                    <a:pt x="299529" y="391236"/>
                  </a:lnTo>
                  <a:lnTo>
                    <a:pt x="299529" y="368312"/>
                  </a:lnTo>
                  <a:lnTo>
                    <a:pt x="22923" y="368312"/>
                  </a:lnTo>
                  <a:lnTo>
                    <a:pt x="22923" y="22923"/>
                  </a:lnTo>
                  <a:lnTo>
                    <a:pt x="246973" y="22923"/>
                  </a:lnTo>
                  <a:lnTo>
                    <a:pt x="224053" y="0"/>
                  </a:lnTo>
                  <a:close/>
                </a:path>
                <a:path w="299720" h="391794">
                  <a:moveTo>
                    <a:pt x="246973" y="22923"/>
                  </a:moveTo>
                  <a:lnTo>
                    <a:pt x="207835" y="22923"/>
                  </a:lnTo>
                  <a:lnTo>
                    <a:pt x="207835" y="91694"/>
                  </a:lnTo>
                  <a:lnTo>
                    <a:pt x="276606" y="91694"/>
                  </a:lnTo>
                  <a:lnTo>
                    <a:pt x="276606" y="368312"/>
                  </a:lnTo>
                  <a:lnTo>
                    <a:pt x="299529" y="368312"/>
                  </a:lnTo>
                  <a:lnTo>
                    <a:pt x="299529" y="75488"/>
                  </a:lnTo>
                  <a:lnTo>
                    <a:pt x="292812" y="68770"/>
                  </a:lnTo>
                  <a:lnTo>
                    <a:pt x="230759" y="68770"/>
                  </a:lnTo>
                  <a:lnTo>
                    <a:pt x="230759" y="39141"/>
                  </a:lnTo>
                  <a:lnTo>
                    <a:pt x="263188" y="39141"/>
                  </a:lnTo>
                  <a:lnTo>
                    <a:pt x="246973" y="22923"/>
                  </a:lnTo>
                  <a:close/>
                </a:path>
                <a:path w="299720" h="391794">
                  <a:moveTo>
                    <a:pt x="263188" y="39141"/>
                  </a:moveTo>
                  <a:lnTo>
                    <a:pt x="230759" y="39141"/>
                  </a:lnTo>
                  <a:lnTo>
                    <a:pt x="260388" y="68770"/>
                  </a:lnTo>
                  <a:lnTo>
                    <a:pt x="292812" y="68770"/>
                  </a:lnTo>
                  <a:lnTo>
                    <a:pt x="263188" y="39141"/>
                  </a:lnTo>
                  <a:close/>
                </a:path>
              </a:pathLst>
            </a:custGeom>
            <a:solidFill>
              <a:srgbClr val="D1E3F2"/>
            </a:solidFill>
          </p:spPr>
          <p:txBody>
            <a:bodyPr wrap="square" lIns="0" tIns="0" rIns="0" bIns="0" rtlCol="0"/>
            <a:lstStyle/>
            <a:p>
              <a:endParaRPr/>
            </a:p>
          </p:txBody>
        </p:sp>
        <p:pic>
          <p:nvPicPr>
            <p:cNvPr id="16" name="object 16"/>
            <p:cNvPicPr/>
            <p:nvPr/>
          </p:nvPicPr>
          <p:blipFill>
            <a:blip r:embed="rId2" cstate="print"/>
            <a:stretch>
              <a:fillRect/>
            </a:stretch>
          </p:blipFill>
          <p:spPr>
            <a:xfrm>
              <a:off x="7751729" y="2643376"/>
              <a:ext cx="84975" cy="70167"/>
            </a:xfrm>
            <a:prstGeom prst="rect">
              <a:avLst/>
            </a:prstGeom>
          </p:spPr>
        </p:pic>
        <p:sp>
          <p:nvSpPr>
            <p:cNvPr id="17" name="object 17"/>
            <p:cNvSpPr/>
            <p:nvPr/>
          </p:nvSpPr>
          <p:spPr>
            <a:xfrm>
              <a:off x="7862989" y="2685872"/>
              <a:ext cx="92710" cy="23495"/>
            </a:xfrm>
            <a:custGeom>
              <a:avLst/>
              <a:gdLst/>
              <a:ahLst/>
              <a:cxnLst/>
              <a:rect l="l" t="t" r="r" b="b"/>
              <a:pathLst>
                <a:path w="92709" h="23494">
                  <a:moveTo>
                    <a:pt x="92455" y="0"/>
                  </a:moveTo>
                  <a:lnTo>
                    <a:pt x="0" y="0"/>
                  </a:lnTo>
                  <a:lnTo>
                    <a:pt x="0" y="22923"/>
                  </a:lnTo>
                  <a:lnTo>
                    <a:pt x="92455" y="22923"/>
                  </a:lnTo>
                  <a:lnTo>
                    <a:pt x="92455" y="0"/>
                  </a:lnTo>
                  <a:close/>
                </a:path>
              </a:pathLst>
            </a:custGeom>
            <a:solidFill>
              <a:srgbClr val="D1E3F2"/>
            </a:solidFill>
          </p:spPr>
          <p:txBody>
            <a:bodyPr wrap="square" lIns="0" tIns="0" rIns="0" bIns="0" rtlCol="0"/>
            <a:lstStyle/>
            <a:p>
              <a:endParaRPr/>
            </a:p>
          </p:txBody>
        </p:sp>
        <p:pic>
          <p:nvPicPr>
            <p:cNvPr id="18" name="object 18"/>
            <p:cNvPicPr/>
            <p:nvPr/>
          </p:nvPicPr>
          <p:blipFill>
            <a:blip r:embed="rId3" cstate="print"/>
            <a:stretch>
              <a:fillRect/>
            </a:stretch>
          </p:blipFill>
          <p:spPr>
            <a:xfrm>
              <a:off x="7751729" y="2735836"/>
              <a:ext cx="84975" cy="70167"/>
            </a:xfrm>
            <a:prstGeom prst="rect">
              <a:avLst/>
            </a:prstGeom>
          </p:spPr>
        </p:pic>
        <p:sp>
          <p:nvSpPr>
            <p:cNvPr id="19" name="object 19"/>
            <p:cNvSpPr/>
            <p:nvPr/>
          </p:nvSpPr>
          <p:spPr>
            <a:xfrm>
              <a:off x="7862989" y="2778327"/>
              <a:ext cx="92710" cy="114935"/>
            </a:xfrm>
            <a:custGeom>
              <a:avLst/>
              <a:gdLst/>
              <a:ahLst/>
              <a:cxnLst/>
              <a:rect l="l" t="t" r="r" b="b"/>
              <a:pathLst>
                <a:path w="92709" h="114935">
                  <a:moveTo>
                    <a:pt x="92456" y="91694"/>
                  </a:moveTo>
                  <a:lnTo>
                    <a:pt x="0" y="91694"/>
                  </a:lnTo>
                  <a:lnTo>
                    <a:pt x="0" y="114617"/>
                  </a:lnTo>
                  <a:lnTo>
                    <a:pt x="92456" y="114617"/>
                  </a:lnTo>
                  <a:lnTo>
                    <a:pt x="92456" y="91694"/>
                  </a:lnTo>
                  <a:close/>
                </a:path>
                <a:path w="92709" h="114935">
                  <a:moveTo>
                    <a:pt x="92456" y="0"/>
                  </a:moveTo>
                  <a:lnTo>
                    <a:pt x="0" y="0"/>
                  </a:lnTo>
                  <a:lnTo>
                    <a:pt x="0" y="22923"/>
                  </a:lnTo>
                  <a:lnTo>
                    <a:pt x="92456" y="22923"/>
                  </a:lnTo>
                  <a:lnTo>
                    <a:pt x="92456" y="0"/>
                  </a:lnTo>
                  <a:close/>
                </a:path>
              </a:pathLst>
            </a:custGeom>
            <a:solidFill>
              <a:srgbClr val="D1E3F2"/>
            </a:solidFill>
          </p:spPr>
          <p:txBody>
            <a:bodyPr wrap="square" lIns="0" tIns="0" rIns="0" bIns="0" rtlCol="0"/>
            <a:lstStyle/>
            <a:p>
              <a:endParaRPr/>
            </a:p>
          </p:txBody>
        </p:sp>
        <p:pic>
          <p:nvPicPr>
            <p:cNvPr id="20" name="object 20"/>
            <p:cNvPicPr/>
            <p:nvPr/>
          </p:nvPicPr>
          <p:blipFill>
            <a:blip r:embed="rId4" cstate="print"/>
            <a:stretch>
              <a:fillRect/>
            </a:stretch>
          </p:blipFill>
          <p:spPr>
            <a:xfrm>
              <a:off x="7751725" y="2827531"/>
              <a:ext cx="84975" cy="84975"/>
            </a:xfrm>
            <a:prstGeom prst="rect">
              <a:avLst/>
            </a:prstGeom>
          </p:spPr>
        </p:pic>
        <p:sp>
          <p:nvSpPr>
            <p:cNvPr id="21" name="object 21"/>
            <p:cNvSpPr/>
            <p:nvPr/>
          </p:nvSpPr>
          <p:spPr>
            <a:xfrm>
              <a:off x="7679436" y="1540560"/>
              <a:ext cx="436245" cy="4469765"/>
            </a:xfrm>
            <a:custGeom>
              <a:avLst/>
              <a:gdLst/>
              <a:ahLst/>
              <a:cxnLst/>
              <a:rect l="l" t="t" r="r" b="b"/>
              <a:pathLst>
                <a:path w="436245" h="4469765">
                  <a:moveTo>
                    <a:pt x="194767" y="349707"/>
                  </a:moveTo>
                  <a:lnTo>
                    <a:pt x="69888" y="349707"/>
                  </a:lnTo>
                  <a:lnTo>
                    <a:pt x="69888" y="374688"/>
                  </a:lnTo>
                  <a:lnTo>
                    <a:pt x="194767" y="374688"/>
                  </a:lnTo>
                  <a:lnTo>
                    <a:pt x="194767" y="349707"/>
                  </a:lnTo>
                  <a:close/>
                </a:path>
                <a:path w="436245" h="4469765">
                  <a:moveTo>
                    <a:pt x="256247" y="2299817"/>
                  </a:moveTo>
                  <a:lnTo>
                    <a:pt x="179628" y="2299817"/>
                  </a:lnTo>
                  <a:lnTo>
                    <a:pt x="179628" y="2325357"/>
                  </a:lnTo>
                  <a:lnTo>
                    <a:pt x="256247" y="2325357"/>
                  </a:lnTo>
                  <a:lnTo>
                    <a:pt x="256247" y="2299817"/>
                  </a:lnTo>
                  <a:close/>
                </a:path>
                <a:path w="436245" h="4469765">
                  <a:moveTo>
                    <a:pt x="269722" y="49961"/>
                  </a:moveTo>
                  <a:lnTo>
                    <a:pt x="169811" y="49961"/>
                  </a:lnTo>
                  <a:lnTo>
                    <a:pt x="169811" y="74942"/>
                  </a:lnTo>
                  <a:lnTo>
                    <a:pt x="269722" y="74942"/>
                  </a:lnTo>
                  <a:lnTo>
                    <a:pt x="269722" y="49961"/>
                  </a:lnTo>
                  <a:close/>
                </a:path>
                <a:path w="436245" h="4469765">
                  <a:moveTo>
                    <a:pt x="354126" y="3100362"/>
                  </a:moveTo>
                  <a:lnTo>
                    <a:pt x="348526" y="3069323"/>
                  </a:lnTo>
                  <a:lnTo>
                    <a:pt x="348500" y="3069171"/>
                  </a:lnTo>
                  <a:lnTo>
                    <a:pt x="335153" y="3047377"/>
                  </a:lnTo>
                  <a:lnTo>
                    <a:pt x="332968" y="3043796"/>
                  </a:lnTo>
                  <a:lnTo>
                    <a:pt x="332892" y="3043669"/>
                  </a:lnTo>
                  <a:lnTo>
                    <a:pt x="326898" y="3039326"/>
                  </a:lnTo>
                  <a:lnTo>
                    <a:pt x="326898" y="3100362"/>
                  </a:lnTo>
                  <a:lnTo>
                    <a:pt x="318884" y="3130321"/>
                  </a:lnTo>
                  <a:lnTo>
                    <a:pt x="296443" y="3160090"/>
                  </a:lnTo>
                  <a:lnTo>
                    <a:pt x="261988" y="3192437"/>
                  </a:lnTo>
                  <a:lnTo>
                    <a:pt x="217932" y="3230143"/>
                  </a:lnTo>
                  <a:lnTo>
                    <a:pt x="173888" y="3192437"/>
                  </a:lnTo>
                  <a:lnTo>
                    <a:pt x="139446" y="3160090"/>
                  </a:lnTo>
                  <a:lnTo>
                    <a:pt x="116992" y="3130321"/>
                  </a:lnTo>
                  <a:lnTo>
                    <a:pt x="108966" y="3100362"/>
                  </a:lnTo>
                  <a:lnTo>
                    <a:pt x="112598" y="3079331"/>
                  </a:lnTo>
                  <a:lnTo>
                    <a:pt x="156641" y="3047377"/>
                  </a:lnTo>
                  <a:lnTo>
                    <a:pt x="193205" y="3067685"/>
                  </a:lnTo>
                  <a:lnTo>
                    <a:pt x="218097" y="3137979"/>
                  </a:lnTo>
                  <a:lnTo>
                    <a:pt x="231038" y="3090570"/>
                  </a:lnTo>
                  <a:lnTo>
                    <a:pt x="255130" y="3055455"/>
                  </a:lnTo>
                  <a:lnTo>
                    <a:pt x="279222" y="3047377"/>
                  </a:lnTo>
                  <a:lnTo>
                    <a:pt x="298132" y="3051403"/>
                  </a:lnTo>
                  <a:lnTo>
                    <a:pt x="313258" y="3062541"/>
                  </a:lnTo>
                  <a:lnTo>
                    <a:pt x="323265" y="3079331"/>
                  </a:lnTo>
                  <a:lnTo>
                    <a:pt x="326898" y="3100362"/>
                  </a:lnTo>
                  <a:lnTo>
                    <a:pt x="326898" y="3039326"/>
                  </a:lnTo>
                  <a:lnTo>
                    <a:pt x="309232" y="3026499"/>
                  </a:lnTo>
                  <a:lnTo>
                    <a:pt x="309397" y="3026499"/>
                  </a:lnTo>
                  <a:lnTo>
                    <a:pt x="279222" y="3020136"/>
                  </a:lnTo>
                  <a:lnTo>
                    <a:pt x="260680" y="3022574"/>
                  </a:lnTo>
                  <a:lnTo>
                    <a:pt x="244195" y="3029585"/>
                  </a:lnTo>
                  <a:lnTo>
                    <a:pt x="229882" y="3040697"/>
                  </a:lnTo>
                  <a:lnTo>
                    <a:pt x="217868" y="3055455"/>
                  </a:lnTo>
                  <a:lnTo>
                    <a:pt x="211277" y="3047377"/>
                  </a:lnTo>
                  <a:lnTo>
                    <a:pt x="205816" y="3040697"/>
                  </a:lnTo>
                  <a:lnTo>
                    <a:pt x="191516" y="3029585"/>
                  </a:lnTo>
                  <a:lnTo>
                    <a:pt x="175082" y="3022574"/>
                  </a:lnTo>
                  <a:lnTo>
                    <a:pt x="156641" y="3020136"/>
                  </a:lnTo>
                  <a:lnTo>
                    <a:pt x="126415" y="3026499"/>
                  </a:lnTo>
                  <a:lnTo>
                    <a:pt x="102717" y="3043796"/>
                  </a:lnTo>
                  <a:lnTo>
                    <a:pt x="87337" y="3069171"/>
                  </a:lnTo>
                  <a:lnTo>
                    <a:pt x="87261" y="3069323"/>
                  </a:lnTo>
                  <a:lnTo>
                    <a:pt x="81724" y="3100362"/>
                  </a:lnTo>
                  <a:lnTo>
                    <a:pt x="92341" y="3141992"/>
                  </a:lnTo>
                  <a:lnTo>
                    <a:pt x="120637" y="3180130"/>
                  </a:lnTo>
                  <a:lnTo>
                    <a:pt x="161290" y="3217900"/>
                  </a:lnTo>
                  <a:lnTo>
                    <a:pt x="209003" y="3258426"/>
                  </a:lnTo>
                  <a:lnTo>
                    <a:pt x="217932" y="3266186"/>
                  </a:lnTo>
                  <a:lnTo>
                    <a:pt x="226860" y="3258426"/>
                  </a:lnTo>
                  <a:lnTo>
                    <a:pt x="259956" y="3230143"/>
                  </a:lnTo>
                  <a:lnTo>
                    <a:pt x="276618" y="3215906"/>
                  </a:lnTo>
                  <a:lnTo>
                    <a:pt x="317055" y="3177997"/>
                  </a:lnTo>
                  <a:lnTo>
                    <a:pt x="344195" y="3140786"/>
                  </a:lnTo>
                  <a:lnTo>
                    <a:pt x="354126" y="3100362"/>
                  </a:lnTo>
                  <a:close/>
                </a:path>
                <a:path w="436245" h="4469765">
                  <a:moveTo>
                    <a:pt x="413550" y="1053617"/>
                  </a:moveTo>
                  <a:lnTo>
                    <a:pt x="390626" y="1053617"/>
                  </a:lnTo>
                  <a:lnTo>
                    <a:pt x="390626" y="1076540"/>
                  </a:lnTo>
                  <a:lnTo>
                    <a:pt x="390626" y="1191920"/>
                  </a:lnTo>
                  <a:lnTo>
                    <a:pt x="390626" y="1214843"/>
                  </a:lnTo>
                  <a:lnTo>
                    <a:pt x="390626" y="1331429"/>
                  </a:lnTo>
                  <a:lnTo>
                    <a:pt x="389864" y="1341602"/>
                  </a:lnTo>
                  <a:lnTo>
                    <a:pt x="387654" y="1351457"/>
                  </a:lnTo>
                  <a:lnTo>
                    <a:pt x="384060" y="1360830"/>
                  </a:lnTo>
                  <a:lnTo>
                    <a:pt x="379171" y="1369529"/>
                  </a:lnTo>
                  <a:lnTo>
                    <a:pt x="374256" y="1360830"/>
                  </a:lnTo>
                  <a:lnTo>
                    <a:pt x="370662" y="1351457"/>
                  </a:lnTo>
                  <a:lnTo>
                    <a:pt x="368452" y="1341602"/>
                  </a:lnTo>
                  <a:lnTo>
                    <a:pt x="367703" y="1331429"/>
                  </a:lnTo>
                  <a:lnTo>
                    <a:pt x="367703" y="1214843"/>
                  </a:lnTo>
                  <a:lnTo>
                    <a:pt x="390626" y="1214843"/>
                  </a:lnTo>
                  <a:lnTo>
                    <a:pt x="390626" y="1191920"/>
                  </a:lnTo>
                  <a:lnTo>
                    <a:pt x="367703" y="1191920"/>
                  </a:lnTo>
                  <a:lnTo>
                    <a:pt x="367703" y="1076540"/>
                  </a:lnTo>
                  <a:lnTo>
                    <a:pt x="390626" y="1076540"/>
                  </a:lnTo>
                  <a:lnTo>
                    <a:pt x="390626" y="1053617"/>
                  </a:lnTo>
                  <a:lnTo>
                    <a:pt x="390626" y="1030693"/>
                  </a:lnTo>
                  <a:lnTo>
                    <a:pt x="367703" y="1030693"/>
                  </a:lnTo>
                  <a:lnTo>
                    <a:pt x="367703" y="1053617"/>
                  </a:lnTo>
                  <a:lnTo>
                    <a:pt x="344779" y="1053617"/>
                  </a:lnTo>
                  <a:lnTo>
                    <a:pt x="344779" y="1331429"/>
                  </a:lnTo>
                  <a:lnTo>
                    <a:pt x="346303" y="1348066"/>
                  </a:lnTo>
                  <a:lnTo>
                    <a:pt x="350748" y="1364030"/>
                  </a:lnTo>
                  <a:lnTo>
                    <a:pt x="357949" y="1378851"/>
                  </a:lnTo>
                  <a:lnTo>
                    <a:pt x="367703" y="1392085"/>
                  </a:lnTo>
                  <a:lnTo>
                    <a:pt x="367703" y="1421930"/>
                  </a:lnTo>
                  <a:lnTo>
                    <a:pt x="390626" y="1421930"/>
                  </a:lnTo>
                  <a:lnTo>
                    <a:pt x="390626" y="1392085"/>
                  </a:lnTo>
                  <a:lnTo>
                    <a:pt x="400367" y="1378851"/>
                  </a:lnTo>
                  <a:lnTo>
                    <a:pt x="404888" y="1369529"/>
                  </a:lnTo>
                  <a:lnTo>
                    <a:pt x="407568" y="1364030"/>
                  </a:lnTo>
                  <a:lnTo>
                    <a:pt x="412013" y="1348066"/>
                  </a:lnTo>
                  <a:lnTo>
                    <a:pt x="413550" y="1331429"/>
                  </a:lnTo>
                  <a:lnTo>
                    <a:pt x="413550" y="1214843"/>
                  </a:lnTo>
                  <a:lnTo>
                    <a:pt x="413550" y="1191920"/>
                  </a:lnTo>
                  <a:lnTo>
                    <a:pt x="413550" y="1076540"/>
                  </a:lnTo>
                  <a:lnTo>
                    <a:pt x="413550" y="1053617"/>
                  </a:lnTo>
                  <a:close/>
                </a:path>
                <a:path w="436245" h="4469765">
                  <a:moveTo>
                    <a:pt x="415937" y="378345"/>
                  </a:moveTo>
                  <a:lnTo>
                    <a:pt x="362686" y="325094"/>
                  </a:lnTo>
                  <a:lnTo>
                    <a:pt x="362318" y="324726"/>
                  </a:lnTo>
                  <a:lnTo>
                    <a:pt x="345020" y="307428"/>
                  </a:lnTo>
                  <a:lnTo>
                    <a:pt x="355015" y="292582"/>
                  </a:lnTo>
                  <a:lnTo>
                    <a:pt x="355358" y="292087"/>
                  </a:lnTo>
                  <a:lnTo>
                    <a:pt x="363105" y="275094"/>
                  </a:lnTo>
                  <a:lnTo>
                    <a:pt x="367957" y="256743"/>
                  </a:lnTo>
                  <a:lnTo>
                    <a:pt x="369646" y="237312"/>
                  </a:lnTo>
                  <a:lnTo>
                    <a:pt x="366064" y="209143"/>
                  </a:lnTo>
                  <a:lnTo>
                    <a:pt x="355942" y="183591"/>
                  </a:lnTo>
                  <a:lnTo>
                    <a:pt x="344665" y="167817"/>
                  </a:lnTo>
                  <a:lnTo>
                    <a:pt x="344665" y="237312"/>
                  </a:lnTo>
                  <a:lnTo>
                    <a:pt x="343382" y="251879"/>
                  </a:lnTo>
                  <a:lnTo>
                    <a:pt x="343306" y="252666"/>
                  </a:lnTo>
                  <a:lnTo>
                    <a:pt x="339407" y="267157"/>
                  </a:lnTo>
                  <a:lnTo>
                    <a:pt x="333197" y="280530"/>
                  </a:lnTo>
                  <a:lnTo>
                    <a:pt x="324916" y="292582"/>
                  </a:lnTo>
                  <a:lnTo>
                    <a:pt x="319227" y="282663"/>
                  </a:lnTo>
                  <a:lnTo>
                    <a:pt x="312953" y="274777"/>
                  </a:lnTo>
                  <a:lnTo>
                    <a:pt x="312051" y="273646"/>
                  </a:lnTo>
                  <a:lnTo>
                    <a:pt x="305104" y="267284"/>
                  </a:lnTo>
                  <a:lnTo>
                    <a:pt x="305104" y="310426"/>
                  </a:lnTo>
                  <a:lnTo>
                    <a:pt x="294297" y="316484"/>
                  </a:lnTo>
                  <a:lnTo>
                    <a:pt x="282625" y="320967"/>
                  </a:lnTo>
                  <a:lnTo>
                    <a:pt x="270230" y="323761"/>
                  </a:lnTo>
                  <a:lnTo>
                    <a:pt x="257238" y="324726"/>
                  </a:lnTo>
                  <a:lnTo>
                    <a:pt x="244233" y="323761"/>
                  </a:lnTo>
                  <a:lnTo>
                    <a:pt x="231825" y="320967"/>
                  </a:lnTo>
                  <a:lnTo>
                    <a:pt x="220154" y="316484"/>
                  </a:lnTo>
                  <a:lnTo>
                    <a:pt x="209359" y="310426"/>
                  </a:lnTo>
                  <a:lnTo>
                    <a:pt x="216331" y="296100"/>
                  </a:lnTo>
                  <a:lnTo>
                    <a:pt x="219748" y="292582"/>
                  </a:lnTo>
                  <a:lnTo>
                    <a:pt x="227291" y="284822"/>
                  </a:lnTo>
                  <a:lnTo>
                    <a:pt x="241249" y="277431"/>
                  </a:lnTo>
                  <a:lnTo>
                    <a:pt x="257238" y="274777"/>
                  </a:lnTo>
                  <a:lnTo>
                    <a:pt x="273215" y="277431"/>
                  </a:lnTo>
                  <a:lnTo>
                    <a:pt x="287172" y="284822"/>
                  </a:lnTo>
                  <a:lnTo>
                    <a:pt x="298119" y="296100"/>
                  </a:lnTo>
                  <a:lnTo>
                    <a:pt x="305104" y="310426"/>
                  </a:lnTo>
                  <a:lnTo>
                    <a:pt x="305104" y="267284"/>
                  </a:lnTo>
                  <a:lnTo>
                    <a:pt x="303504" y="265811"/>
                  </a:lnTo>
                  <a:lnTo>
                    <a:pt x="293471" y="259156"/>
                  </a:lnTo>
                  <a:lnTo>
                    <a:pt x="299199" y="251879"/>
                  </a:lnTo>
                  <a:lnTo>
                    <a:pt x="300278" y="249796"/>
                  </a:lnTo>
                  <a:lnTo>
                    <a:pt x="303504" y="243611"/>
                  </a:lnTo>
                  <a:lnTo>
                    <a:pt x="306235" y="234530"/>
                  </a:lnTo>
                  <a:lnTo>
                    <a:pt x="292531" y="189509"/>
                  </a:lnTo>
                  <a:lnTo>
                    <a:pt x="282206" y="182549"/>
                  </a:lnTo>
                  <a:lnTo>
                    <a:pt x="282206" y="224815"/>
                  </a:lnTo>
                  <a:lnTo>
                    <a:pt x="280238" y="234530"/>
                  </a:lnTo>
                  <a:lnTo>
                    <a:pt x="274878" y="242481"/>
                  </a:lnTo>
                  <a:lnTo>
                    <a:pt x="266941" y="247840"/>
                  </a:lnTo>
                  <a:lnTo>
                    <a:pt x="257238" y="249796"/>
                  </a:lnTo>
                  <a:lnTo>
                    <a:pt x="247523" y="247840"/>
                  </a:lnTo>
                  <a:lnTo>
                    <a:pt x="239572" y="242481"/>
                  </a:lnTo>
                  <a:lnTo>
                    <a:pt x="234213" y="234530"/>
                  </a:lnTo>
                  <a:lnTo>
                    <a:pt x="232257" y="224815"/>
                  </a:lnTo>
                  <a:lnTo>
                    <a:pt x="234213" y="215112"/>
                  </a:lnTo>
                  <a:lnTo>
                    <a:pt x="239572" y="207162"/>
                  </a:lnTo>
                  <a:lnTo>
                    <a:pt x="247523" y="201803"/>
                  </a:lnTo>
                  <a:lnTo>
                    <a:pt x="257238" y="199834"/>
                  </a:lnTo>
                  <a:lnTo>
                    <a:pt x="266941" y="201803"/>
                  </a:lnTo>
                  <a:lnTo>
                    <a:pt x="274878" y="207162"/>
                  </a:lnTo>
                  <a:lnTo>
                    <a:pt x="280238" y="215112"/>
                  </a:lnTo>
                  <a:lnTo>
                    <a:pt x="282206" y="224815"/>
                  </a:lnTo>
                  <a:lnTo>
                    <a:pt x="282206" y="182549"/>
                  </a:lnTo>
                  <a:lnTo>
                    <a:pt x="276656" y="178803"/>
                  </a:lnTo>
                  <a:lnTo>
                    <a:pt x="257238" y="174866"/>
                  </a:lnTo>
                  <a:lnTo>
                    <a:pt x="237807" y="178803"/>
                  </a:lnTo>
                  <a:lnTo>
                    <a:pt x="221919" y="189509"/>
                  </a:lnTo>
                  <a:lnTo>
                    <a:pt x="211201" y="205397"/>
                  </a:lnTo>
                  <a:lnTo>
                    <a:pt x="207276" y="224815"/>
                  </a:lnTo>
                  <a:lnTo>
                    <a:pt x="208216" y="234530"/>
                  </a:lnTo>
                  <a:lnTo>
                    <a:pt x="210947" y="243611"/>
                  </a:lnTo>
                  <a:lnTo>
                    <a:pt x="215265" y="251879"/>
                  </a:lnTo>
                  <a:lnTo>
                    <a:pt x="220992" y="259156"/>
                  </a:lnTo>
                  <a:lnTo>
                    <a:pt x="210959" y="265811"/>
                  </a:lnTo>
                  <a:lnTo>
                    <a:pt x="202412" y="273646"/>
                  </a:lnTo>
                  <a:lnTo>
                    <a:pt x="195224" y="282663"/>
                  </a:lnTo>
                  <a:lnTo>
                    <a:pt x="189547" y="292582"/>
                  </a:lnTo>
                  <a:lnTo>
                    <a:pt x="181254" y="280530"/>
                  </a:lnTo>
                  <a:lnTo>
                    <a:pt x="175044" y="267157"/>
                  </a:lnTo>
                  <a:lnTo>
                    <a:pt x="171145" y="252666"/>
                  </a:lnTo>
                  <a:lnTo>
                    <a:pt x="169799" y="237312"/>
                  </a:lnTo>
                  <a:lnTo>
                    <a:pt x="176682" y="203314"/>
                  </a:lnTo>
                  <a:lnTo>
                    <a:pt x="195440" y="175514"/>
                  </a:lnTo>
                  <a:lnTo>
                    <a:pt x="223227" y="156756"/>
                  </a:lnTo>
                  <a:lnTo>
                    <a:pt x="257238" y="149872"/>
                  </a:lnTo>
                  <a:lnTo>
                    <a:pt x="291223" y="156756"/>
                  </a:lnTo>
                  <a:lnTo>
                    <a:pt x="319024" y="175514"/>
                  </a:lnTo>
                  <a:lnTo>
                    <a:pt x="337781" y="203314"/>
                  </a:lnTo>
                  <a:lnTo>
                    <a:pt x="344665" y="237312"/>
                  </a:lnTo>
                  <a:lnTo>
                    <a:pt x="344665" y="167817"/>
                  </a:lnTo>
                  <a:lnTo>
                    <a:pt x="340182" y="161531"/>
                  </a:lnTo>
                  <a:lnTo>
                    <a:pt x="319684" y="143891"/>
                  </a:lnTo>
                  <a:lnTo>
                    <a:pt x="319684" y="131330"/>
                  </a:lnTo>
                  <a:lnTo>
                    <a:pt x="319684" y="24980"/>
                  </a:lnTo>
                  <a:lnTo>
                    <a:pt x="319684" y="0"/>
                  </a:lnTo>
                  <a:lnTo>
                    <a:pt x="294703" y="0"/>
                  </a:lnTo>
                  <a:lnTo>
                    <a:pt x="294703" y="24980"/>
                  </a:lnTo>
                  <a:lnTo>
                    <a:pt x="294703" y="131330"/>
                  </a:lnTo>
                  <a:lnTo>
                    <a:pt x="285750" y="128574"/>
                  </a:lnTo>
                  <a:lnTo>
                    <a:pt x="276491" y="126555"/>
                  </a:lnTo>
                  <a:lnTo>
                    <a:pt x="266979" y="125310"/>
                  </a:lnTo>
                  <a:lnTo>
                    <a:pt x="257238" y="124891"/>
                  </a:lnTo>
                  <a:lnTo>
                    <a:pt x="69888" y="124891"/>
                  </a:lnTo>
                  <a:lnTo>
                    <a:pt x="69888" y="149872"/>
                  </a:lnTo>
                  <a:lnTo>
                    <a:pt x="186575" y="149872"/>
                  </a:lnTo>
                  <a:lnTo>
                    <a:pt x="175361" y="160299"/>
                  </a:lnTo>
                  <a:lnTo>
                    <a:pt x="165582" y="172262"/>
                  </a:lnTo>
                  <a:lnTo>
                    <a:pt x="157492" y="185508"/>
                  </a:lnTo>
                  <a:lnTo>
                    <a:pt x="151257" y="199834"/>
                  </a:lnTo>
                  <a:lnTo>
                    <a:pt x="69888" y="199834"/>
                  </a:lnTo>
                  <a:lnTo>
                    <a:pt x="69888" y="224815"/>
                  </a:lnTo>
                  <a:lnTo>
                    <a:pt x="145516" y="224815"/>
                  </a:lnTo>
                  <a:lnTo>
                    <a:pt x="145059" y="228841"/>
                  </a:lnTo>
                  <a:lnTo>
                    <a:pt x="144830" y="232994"/>
                  </a:lnTo>
                  <a:lnTo>
                    <a:pt x="144830" y="237312"/>
                  </a:lnTo>
                  <a:lnTo>
                    <a:pt x="145249" y="246989"/>
                  </a:lnTo>
                  <a:lnTo>
                    <a:pt x="146481" y="256527"/>
                  </a:lnTo>
                  <a:lnTo>
                    <a:pt x="148501" y="265811"/>
                  </a:lnTo>
                  <a:lnTo>
                    <a:pt x="151257" y="274777"/>
                  </a:lnTo>
                  <a:lnTo>
                    <a:pt x="69888" y="274777"/>
                  </a:lnTo>
                  <a:lnTo>
                    <a:pt x="69888" y="299758"/>
                  </a:lnTo>
                  <a:lnTo>
                    <a:pt x="163817" y="299758"/>
                  </a:lnTo>
                  <a:lnTo>
                    <a:pt x="181457" y="320268"/>
                  </a:lnTo>
                  <a:lnTo>
                    <a:pt x="203517" y="336029"/>
                  </a:lnTo>
                  <a:lnTo>
                    <a:pt x="229069" y="346138"/>
                  </a:lnTo>
                  <a:lnTo>
                    <a:pt x="257238" y="349707"/>
                  </a:lnTo>
                  <a:lnTo>
                    <a:pt x="266979" y="349288"/>
                  </a:lnTo>
                  <a:lnTo>
                    <a:pt x="276491" y="348056"/>
                  </a:lnTo>
                  <a:lnTo>
                    <a:pt x="285292" y="346138"/>
                  </a:lnTo>
                  <a:lnTo>
                    <a:pt x="285432" y="346138"/>
                  </a:lnTo>
                  <a:lnTo>
                    <a:pt x="294703" y="343281"/>
                  </a:lnTo>
                  <a:lnTo>
                    <a:pt x="294703" y="401332"/>
                  </a:lnTo>
                  <a:lnTo>
                    <a:pt x="44907" y="401332"/>
                  </a:lnTo>
                  <a:lnTo>
                    <a:pt x="44907" y="99923"/>
                  </a:lnTo>
                  <a:lnTo>
                    <a:pt x="119849" y="99923"/>
                  </a:lnTo>
                  <a:lnTo>
                    <a:pt x="119849" y="74942"/>
                  </a:lnTo>
                  <a:lnTo>
                    <a:pt x="119849" y="42646"/>
                  </a:lnTo>
                  <a:lnTo>
                    <a:pt x="119849" y="24980"/>
                  </a:lnTo>
                  <a:lnTo>
                    <a:pt x="294703" y="24980"/>
                  </a:lnTo>
                  <a:lnTo>
                    <a:pt x="294703" y="0"/>
                  </a:lnTo>
                  <a:lnTo>
                    <a:pt x="102184" y="0"/>
                  </a:lnTo>
                  <a:lnTo>
                    <a:pt x="94869" y="7315"/>
                  </a:lnTo>
                  <a:lnTo>
                    <a:pt x="94869" y="42646"/>
                  </a:lnTo>
                  <a:lnTo>
                    <a:pt x="94869" y="74942"/>
                  </a:lnTo>
                  <a:lnTo>
                    <a:pt x="62572" y="74942"/>
                  </a:lnTo>
                  <a:lnTo>
                    <a:pt x="94869" y="42646"/>
                  </a:lnTo>
                  <a:lnTo>
                    <a:pt x="94869" y="7315"/>
                  </a:lnTo>
                  <a:lnTo>
                    <a:pt x="19926" y="82257"/>
                  </a:lnTo>
                  <a:lnTo>
                    <a:pt x="19926" y="426313"/>
                  </a:lnTo>
                  <a:lnTo>
                    <a:pt x="319684" y="426313"/>
                  </a:lnTo>
                  <a:lnTo>
                    <a:pt x="319684" y="401332"/>
                  </a:lnTo>
                  <a:lnTo>
                    <a:pt x="319684" y="343281"/>
                  </a:lnTo>
                  <a:lnTo>
                    <a:pt x="319684" y="330720"/>
                  </a:lnTo>
                  <a:lnTo>
                    <a:pt x="322326" y="328955"/>
                  </a:lnTo>
                  <a:lnTo>
                    <a:pt x="324878" y="327063"/>
                  </a:lnTo>
                  <a:lnTo>
                    <a:pt x="327355" y="325094"/>
                  </a:lnTo>
                  <a:lnTo>
                    <a:pt x="398272" y="396011"/>
                  </a:lnTo>
                  <a:lnTo>
                    <a:pt x="415937" y="378345"/>
                  </a:lnTo>
                  <a:close/>
                </a:path>
                <a:path w="436245" h="4469765">
                  <a:moveTo>
                    <a:pt x="421538" y="4146321"/>
                  </a:moveTo>
                  <a:lnTo>
                    <a:pt x="387819" y="4112590"/>
                  </a:lnTo>
                  <a:lnTo>
                    <a:pt x="387819" y="4146321"/>
                  </a:lnTo>
                  <a:lnTo>
                    <a:pt x="369811" y="4164380"/>
                  </a:lnTo>
                  <a:lnTo>
                    <a:pt x="357886" y="4152455"/>
                  </a:lnTo>
                  <a:lnTo>
                    <a:pt x="357886" y="4186199"/>
                  </a:lnTo>
                  <a:lnTo>
                    <a:pt x="357886" y="4210062"/>
                  </a:lnTo>
                  <a:lnTo>
                    <a:pt x="285407" y="4282478"/>
                  </a:lnTo>
                  <a:lnTo>
                    <a:pt x="234797" y="4231868"/>
                  </a:lnTo>
                  <a:lnTo>
                    <a:pt x="285419" y="4181246"/>
                  </a:lnTo>
                  <a:lnTo>
                    <a:pt x="293839" y="4172826"/>
                  </a:lnTo>
                  <a:lnTo>
                    <a:pt x="276974" y="4155948"/>
                  </a:lnTo>
                  <a:lnTo>
                    <a:pt x="251675" y="4181246"/>
                  </a:lnTo>
                  <a:lnTo>
                    <a:pt x="234823" y="4164380"/>
                  </a:lnTo>
                  <a:lnTo>
                    <a:pt x="251650" y="4147502"/>
                  </a:lnTo>
                  <a:lnTo>
                    <a:pt x="273481" y="4125645"/>
                  </a:lnTo>
                  <a:lnTo>
                    <a:pt x="297332" y="4125645"/>
                  </a:lnTo>
                  <a:lnTo>
                    <a:pt x="357886" y="4186199"/>
                  </a:lnTo>
                  <a:lnTo>
                    <a:pt x="357886" y="4152455"/>
                  </a:lnTo>
                  <a:lnTo>
                    <a:pt x="331076" y="4125645"/>
                  </a:lnTo>
                  <a:lnTo>
                    <a:pt x="319151" y="4113720"/>
                  </a:lnTo>
                  <a:lnTo>
                    <a:pt x="337210" y="4095712"/>
                  </a:lnTo>
                  <a:lnTo>
                    <a:pt x="387819" y="4146321"/>
                  </a:lnTo>
                  <a:lnTo>
                    <a:pt x="387819" y="4112590"/>
                  </a:lnTo>
                  <a:lnTo>
                    <a:pt x="370954" y="4095712"/>
                  </a:lnTo>
                  <a:lnTo>
                    <a:pt x="337223" y="4061980"/>
                  </a:lnTo>
                  <a:lnTo>
                    <a:pt x="297345" y="4101795"/>
                  </a:lnTo>
                  <a:lnTo>
                    <a:pt x="263601" y="4101795"/>
                  </a:lnTo>
                  <a:lnTo>
                    <a:pt x="234810" y="4130624"/>
                  </a:lnTo>
                  <a:lnTo>
                    <a:pt x="234810" y="4198124"/>
                  </a:lnTo>
                  <a:lnTo>
                    <a:pt x="234784" y="4265612"/>
                  </a:lnTo>
                  <a:lnTo>
                    <a:pt x="217932" y="4282478"/>
                  </a:lnTo>
                  <a:lnTo>
                    <a:pt x="201079" y="4265612"/>
                  </a:lnTo>
                  <a:lnTo>
                    <a:pt x="217932" y="4248734"/>
                  </a:lnTo>
                  <a:lnTo>
                    <a:pt x="234784" y="4265612"/>
                  </a:lnTo>
                  <a:lnTo>
                    <a:pt x="234784" y="4198150"/>
                  </a:lnTo>
                  <a:lnTo>
                    <a:pt x="201066" y="4231868"/>
                  </a:lnTo>
                  <a:lnTo>
                    <a:pt x="201066" y="4299343"/>
                  </a:lnTo>
                  <a:lnTo>
                    <a:pt x="142024" y="4358386"/>
                  </a:lnTo>
                  <a:lnTo>
                    <a:pt x="158889" y="4375251"/>
                  </a:lnTo>
                  <a:lnTo>
                    <a:pt x="184188" y="4349953"/>
                  </a:lnTo>
                  <a:lnTo>
                    <a:pt x="201028" y="4366857"/>
                  </a:lnTo>
                  <a:lnTo>
                    <a:pt x="162382" y="4405566"/>
                  </a:lnTo>
                  <a:lnTo>
                    <a:pt x="138518" y="4405566"/>
                  </a:lnTo>
                  <a:lnTo>
                    <a:pt x="116687" y="4383735"/>
                  </a:lnTo>
                  <a:lnTo>
                    <a:pt x="116687" y="4417504"/>
                  </a:lnTo>
                  <a:lnTo>
                    <a:pt x="98653" y="4435500"/>
                  </a:lnTo>
                  <a:lnTo>
                    <a:pt x="48044" y="4384891"/>
                  </a:lnTo>
                  <a:lnTo>
                    <a:pt x="49199" y="4383710"/>
                  </a:lnTo>
                  <a:lnTo>
                    <a:pt x="66027" y="4366857"/>
                  </a:lnTo>
                  <a:lnTo>
                    <a:pt x="116687" y="4417504"/>
                  </a:lnTo>
                  <a:lnTo>
                    <a:pt x="116687" y="4383735"/>
                  </a:lnTo>
                  <a:lnTo>
                    <a:pt x="99822" y="4366857"/>
                  </a:lnTo>
                  <a:lnTo>
                    <a:pt x="78003" y="4345038"/>
                  </a:lnTo>
                  <a:lnTo>
                    <a:pt x="77978" y="4321162"/>
                  </a:lnTo>
                  <a:lnTo>
                    <a:pt x="150444" y="4248734"/>
                  </a:lnTo>
                  <a:lnTo>
                    <a:pt x="201066" y="4299343"/>
                  </a:lnTo>
                  <a:lnTo>
                    <a:pt x="201066" y="4231868"/>
                  </a:lnTo>
                  <a:lnTo>
                    <a:pt x="184188" y="4248734"/>
                  </a:lnTo>
                  <a:lnTo>
                    <a:pt x="125145" y="4189692"/>
                  </a:lnTo>
                  <a:lnTo>
                    <a:pt x="108280" y="4206570"/>
                  </a:lnTo>
                  <a:lnTo>
                    <a:pt x="133565" y="4231868"/>
                  </a:lnTo>
                  <a:lnTo>
                    <a:pt x="116700" y="4248734"/>
                  </a:lnTo>
                  <a:lnTo>
                    <a:pt x="77978" y="4210062"/>
                  </a:lnTo>
                  <a:lnTo>
                    <a:pt x="77965" y="4186199"/>
                  </a:lnTo>
                  <a:lnTo>
                    <a:pt x="99783" y="4164380"/>
                  </a:lnTo>
                  <a:lnTo>
                    <a:pt x="138518" y="4125645"/>
                  </a:lnTo>
                  <a:lnTo>
                    <a:pt x="162382" y="4125645"/>
                  </a:lnTo>
                  <a:lnTo>
                    <a:pt x="234810" y="4198124"/>
                  </a:lnTo>
                  <a:lnTo>
                    <a:pt x="234810" y="4130624"/>
                  </a:lnTo>
                  <a:lnTo>
                    <a:pt x="217944" y="4147502"/>
                  </a:lnTo>
                  <a:lnTo>
                    <a:pt x="196100" y="4125645"/>
                  </a:lnTo>
                  <a:lnTo>
                    <a:pt x="172262" y="4101795"/>
                  </a:lnTo>
                  <a:lnTo>
                    <a:pt x="138518" y="4101795"/>
                  </a:lnTo>
                  <a:lnTo>
                    <a:pt x="132422" y="4095712"/>
                  </a:lnTo>
                  <a:lnTo>
                    <a:pt x="116713" y="4080027"/>
                  </a:lnTo>
                  <a:lnTo>
                    <a:pt x="116713" y="4113720"/>
                  </a:lnTo>
                  <a:lnTo>
                    <a:pt x="66052" y="4164380"/>
                  </a:lnTo>
                  <a:lnTo>
                    <a:pt x="48031" y="4146321"/>
                  </a:lnTo>
                  <a:lnTo>
                    <a:pt x="98653" y="4095712"/>
                  </a:lnTo>
                  <a:lnTo>
                    <a:pt x="116713" y="4113720"/>
                  </a:lnTo>
                  <a:lnTo>
                    <a:pt x="116713" y="4080027"/>
                  </a:lnTo>
                  <a:lnTo>
                    <a:pt x="98640" y="4061980"/>
                  </a:lnTo>
                  <a:lnTo>
                    <a:pt x="14325" y="4146321"/>
                  </a:lnTo>
                  <a:lnTo>
                    <a:pt x="54114" y="4186199"/>
                  </a:lnTo>
                  <a:lnTo>
                    <a:pt x="54114" y="4219943"/>
                  </a:lnTo>
                  <a:lnTo>
                    <a:pt x="99809" y="4265612"/>
                  </a:lnTo>
                  <a:lnTo>
                    <a:pt x="54114" y="4311269"/>
                  </a:lnTo>
                  <a:lnTo>
                    <a:pt x="54089" y="4345038"/>
                  </a:lnTo>
                  <a:lnTo>
                    <a:pt x="14312" y="4384891"/>
                  </a:lnTo>
                  <a:lnTo>
                    <a:pt x="98640" y="4469219"/>
                  </a:lnTo>
                  <a:lnTo>
                    <a:pt x="132422" y="4435500"/>
                  </a:lnTo>
                  <a:lnTo>
                    <a:pt x="138518" y="4429417"/>
                  </a:lnTo>
                  <a:lnTo>
                    <a:pt x="172262" y="4429417"/>
                  </a:lnTo>
                  <a:lnTo>
                    <a:pt x="196088" y="4405566"/>
                  </a:lnTo>
                  <a:lnTo>
                    <a:pt x="217919" y="4383710"/>
                  </a:lnTo>
                  <a:lnTo>
                    <a:pt x="263601" y="4429417"/>
                  </a:lnTo>
                  <a:lnTo>
                    <a:pt x="297319" y="4429417"/>
                  </a:lnTo>
                  <a:lnTo>
                    <a:pt x="337197" y="4469485"/>
                  </a:lnTo>
                  <a:lnTo>
                    <a:pt x="370967" y="4435716"/>
                  </a:lnTo>
                  <a:lnTo>
                    <a:pt x="421525" y="4385157"/>
                  </a:lnTo>
                  <a:lnTo>
                    <a:pt x="403377" y="4366857"/>
                  </a:lnTo>
                  <a:lnTo>
                    <a:pt x="387934" y="4351286"/>
                  </a:lnTo>
                  <a:lnTo>
                    <a:pt x="387934" y="4385157"/>
                  </a:lnTo>
                  <a:lnTo>
                    <a:pt x="387781" y="4385157"/>
                  </a:lnTo>
                  <a:lnTo>
                    <a:pt x="337235" y="4435716"/>
                  </a:lnTo>
                  <a:lnTo>
                    <a:pt x="319125" y="4417504"/>
                  </a:lnTo>
                  <a:lnTo>
                    <a:pt x="331063" y="4405566"/>
                  </a:lnTo>
                  <a:lnTo>
                    <a:pt x="369785" y="4366857"/>
                  </a:lnTo>
                  <a:lnTo>
                    <a:pt x="387934" y="4385157"/>
                  </a:lnTo>
                  <a:lnTo>
                    <a:pt x="387934" y="4351286"/>
                  </a:lnTo>
                  <a:lnTo>
                    <a:pt x="381749" y="4345038"/>
                  </a:lnTo>
                  <a:lnTo>
                    <a:pt x="381749" y="4311269"/>
                  </a:lnTo>
                  <a:lnTo>
                    <a:pt x="357886" y="4287444"/>
                  </a:lnTo>
                  <a:lnTo>
                    <a:pt x="357886" y="4321162"/>
                  </a:lnTo>
                  <a:lnTo>
                    <a:pt x="357860" y="4345038"/>
                  </a:lnTo>
                  <a:lnTo>
                    <a:pt x="297332" y="4405566"/>
                  </a:lnTo>
                  <a:lnTo>
                    <a:pt x="273481" y="4405566"/>
                  </a:lnTo>
                  <a:lnTo>
                    <a:pt x="251637" y="4383710"/>
                  </a:lnTo>
                  <a:lnTo>
                    <a:pt x="217906" y="4349953"/>
                  </a:lnTo>
                  <a:lnTo>
                    <a:pt x="201053" y="4333087"/>
                  </a:lnTo>
                  <a:lnTo>
                    <a:pt x="251675" y="4282478"/>
                  </a:lnTo>
                  <a:lnTo>
                    <a:pt x="310718" y="4341520"/>
                  </a:lnTo>
                  <a:lnTo>
                    <a:pt x="327583" y="4324642"/>
                  </a:lnTo>
                  <a:lnTo>
                    <a:pt x="302285" y="4299343"/>
                  </a:lnTo>
                  <a:lnTo>
                    <a:pt x="319163" y="4282478"/>
                  </a:lnTo>
                  <a:lnTo>
                    <a:pt x="357886" y="4321162"/>
                  </a:lnTo>
                  <a:lnTo>
                    <a:pt x="357886" y="4287444"/>
                  </a:lnTo>
                  <a:lnTo>
                    <a:pt x="336042" y="4265612"/>
                  </a:lnTo>
                  <a:lnTo>
                    <a:pt x="381749" y="4219943"/>
                  </a:lnTo>
                  <a:lnTo>
                    <a:pt x="381749" y="4186199"/>
                  </a:lnTo>
                  <a:lnTo>
                    <a:pt x="403517" y="4164380"/>
                  </a:lnTo>
                  <a:lnTo>
                    <a:pt x="421538" y="4146321"/>
                  </a:lnTo>
                  <a:close/>
                </a:path>
                <a:path w="436245" h="4469765">
                  <a:moveTo>
                    <a:pt x="435864" y="3457803"/>
                  </a:moveTo>
                  <a:lnTo>
                    <a:pt x="424180" y="3415754"/>
                  </a:lnTo>
                  <a:lnTo>
                    <a:pt x="408622" y="3397389"/>
                  </a:lnTo>
                  <a:lnTo>
                    <a:pt x="408622" y="3457803"/>
                  </a:lnTo>
                  <a:lnTo>
                    <a:pt x="299656" y="3457803"/>
                  </a:lnTo>
                  <a:lnTo>
                    <a:pt x="315633" y="3419297"/>
                  </a:lnTo>
                  <a:lnTo>
                    <a:pt x="354139" y="3403320"/>
                  </a:lnTo>
                  <a:lnTo>
                    <a:pt x="375323" y="3407613"/>
                  </a:lnTo>
                  <a:lnTo>
                    <a:pt x="392645" y="3419297"/>
                  </a:lnTo>
                  <a:lnTo>
                    <a:pt x="404329" y="3436620"/>
                  </a:lnTo>
                  <a:lnTo>
                    <a:pt x="408622" y="3457803"/>
                  </a:lnTo>
                  <a:lnTo>
                    <a:pt x="408622" y="3397389"/>
                  </a:lnTo>
                  <a:lnTo>
                    <a:pt x="393649" y="3386290"/>
                  </a:lnTo>
                  <a:lnTo>
                    <a:pt x="399897" y="3378352"/>
                  </a:lnTo>
                  <a:lnTo>
                    <a:pt x="401078" y="3376079"/>
                  </a:lnTo>
                  <a:lnTo>
                    <a:pt x="404609" y="3369335"/>
                  </a:lnTo>
                  <a:lnTo>
                    <a:pt x="407581" y="3359442"/>
                  </a:lnTo>
                  <a:lnTo>
                    <a:pt x="408622" y="3348837"/>
                  </a:lnTo>
                  <a:lnTo>
                    <a:pt x="404329" y="3327654"/>
                  </a:lnTo>
                  <a:lnTo>
                    <a:pt x="400240" y="3321596"/>
                  </a:lnTo>
                  <a:lnTo>
                    <a:pt x="392645" y="3310344"/>
                  </a:lnTo>
                  <a:lnTo>
                    <a:pt x="381381" y="3302749"/>
                  </a:lnTo>
                  <a:lnTo>
                    <a:pt x="381381" y="3348837"/>
                  </a:lnTo>
                  <a:lnTo>
                    <a:pt x="379234" y="3359442"/>
                  </a:lnTo>
                  <a:lnTo>
                    <a:pt x="373392" y="3368103"/>
                  </a:lnTo>
                  <a:lnTo>
                    <a:pt x="364731" y="3373945"/>
                  </a:lnTo>
                  <a:lnTo>
                    <a:pt x="354139" y="3376079"/>
                  </a:lnTo>
                  <a:lnTo>
                    <a:pt x="343547" y="3373945"/>
                  </a:lnTo>
                  <a:lnTo>
                    <a:pt x="334886" y="3368103"/>
                  </a:lnTo>
                  <a:lnTo>
                    <a:pt x="329044" y="3359442"/>
                  </a:lnTo>
                  <a:lnTo>
                    <a:pt x="326898" y="3348837"/>
                  </a:lnTo>
                  <a:lnTo>
                    <a:pt x="329044" y="3338245"/>
                  </a:lnTo>
                  <a:lnTo>
                    <a:pt x="334886" y="3329584"/>
                  </a:lnTo>
                  <a:lnTo>
                    <a:pt x="343547" y="3323742"/>
                  </a:lnTo>
                  <a:lnTo>
                    <a:pt x="354139" y="3321596"/>
                  </a:lnTo>
                  <a:lnTo>
                    <a:pt x="364731" y="3323742"/>
                  </a:lnTo>
                  <a:lnTo>
                    <a:pt x="373392" y="3329584"/>
                  </a:lnTo>
                  <a:lnTo>
                    <a:pt x="379234" y="3338245"/>
                  </a:lnTo>
                  <a:lnTo>
                    <a:pt x="381381" y="3348837"/>
                  </a:lnTo>
                  <a:lnTo>
                    <a:pt x="381381" y="3302749"/>
                  </a:lnTo>
                  <a:lnTo>
                    <a:pt x="375323" y="3298647"/>
                  </a:lnTo>
                  <a:lnTo>
                    <a:pt x="354139" y="3294354"/>
                  </a:lnTo>
                  <a:lnTo>
                    <a:pt x="332943" y="3298647"/>
                  </a:lnTo>
                  <a:lnTo>
                    <a:pt x="315633" y="3310344"/>
                  </a:lnTo>
                  <a:lnTo>
                    <a:pt x="303936" y="3327654"/>
                  </a:lnTo>
                  <a:lnTo>
                    <a:pt x="299656" y="3348837"/>
                  </a:lnTo>
                  <a:lnTo>
                    <a:pt x="300685" y="3359442"/>
                  </a:lnTo>
                  <a:lnTo>
                    <a:pt x="303657" y="3369335"/>
                  </a:lnTo>
                  <a:lnTo>
                    <a:pt x="308368" y="3378352"/>
                  </a:lnTo>
                  <a:lnTo>
                    <a:pt x="314617" y="3386290"/>
                  </a:lnTo>
                  <a:lnTo>
                    <a:pt x="306311" y="3391573"/>
                  </a:lnTo>
                  <a:lnTo>
                    <a:pt x="298729" y="3397796"/>
                  </a:lnTo>
                  <a:lnTo>
                    <a:pt x="291934" y="3404857"/>
                  </a:lnTo>
                  <a:lnTo>
                    <a:pt x="286029" y="3412680"/>
                  </a:lnTo>
                  <a:lnTo>
                    <a:pt x="280123" y="3404857"/>
                  </a:lnTo>
                  <a:lnTo>
                    <a:pt x="278650" y="3403320"/>
                  </a:lnTo>
                  <a:lnTo>
                    <a:pt x="273329" y="3397796"/>
                  </a:lnTo>
                  <a:lnTo>
                    <a:pt x="272415" y="3397046"/>
                  </a:lnTo>
                  <a:lnTo>
                    <a:pt x="272415" y="3457803"/>
                  </a:lnTo>
                  <a:lnTo>
                    <a:pt x="163449" y="3457803"/>
                  </a:lnTo>
                  <a:lnTo>
                    <a:pt x="179425" y="3419297"/>
                  </a:lnTo>
                  <a:lnTo>
                    <a:pt x="217932" y="3403320"/>
                  </a:lnTo>
                  <a:lnTo>
                    <a:pt x="239115" y="3407613"/>
                  </a:lnTo>
                  <a:lnTo>
                    <a:pt x="256438" y="3419297"/>
                  </a:lnTo>
                  <a:lnTo>
                    <a:pt x="268122" y="3436620"/>
                  </a:lnTo>
                  <a:lnTo>
                    <a:pt x="272415" y="3457803"/>
                  </a:lnTo>
                  <a:lnTo>
                    <a:pt x="272415" y="3397046"/>
                  </a:lnTo>
                  <a:lnTo>
                    <a:pt x="265747" y="3391573"/>
                  </a:lnTo>
                  <a:lnTo>
                    <a:pt x="257441" y="3386290"/>
                  </a:lnTo>
                  <a:lnTo>
                    <a:pt x="263690" y="3378352"/>
                  </a:lnTo>
                  <a:lnTo>
                    <a:pt x="264871" y="3376079"/>
                  </a:lnTo>
                  <a:lnTo>
                    <a:pt x="268401" y="3369335"/>
                  </a:lnTo>
                  <a:lnTo>
                    <a:pt x="271373" y="3359442"/>
                  </a:lnTo>
                  <a:lnTo>
                    <a:pt x="272415" y="3348837"/>
                  </a:lnTo>
                  <a:lnTo>
                    <a:pt x="268122" y="3327654"/>
                  </a:lnTo>
                  <a:lnTo>
                    <a:pt x="264033" y="3321596"/>
                  </a:lnTo>
                  <a:lnTo>
                    <a:pt x="256438" y="3310344"/>
                  </a:lnTo>
                  <a:lnTo>
                    <a:pt x="245173" y="3302749"/>
                  </a:lnTo>
                  <a:lnTo>
                    <a:pt x="245173" y="3348837"/>
                  </a:lnTo>
                  <a:lnTo>
                    <a:pt x="243027" y="3359442"/>
                  </a:lnTo>
                  <a:lnTo>
                    <a:pt x="237185" y="3368103"/>
                  </a:lnTo>
                  <a:lnTo>
                    <a:pt x="228523" y="3373945"/>
                  </a:lnTo>
                  <a:lnTo>
                    <a:pt x="217932" y="3376079"/>
                  </a:lnTo>
                  <a:lnTo>
                    <a:pt x="207340" y="3373945"/>
                  </a:lnTo>
                  <a:lnTo>
                    <a:pt x="198678" y="3368103"/>
                  </a:lnTo>
                  <a:lnTo>
                    <a:pt x="192836" y="3359442"/>
                  </a:lnTo>
                  <a:lnTo>
                    <a:pt x="190690" y="3348837"/>
                  </a:lnTo>
                  <a:lnTo>
                    <a:pt x="192836" y="3338245"/>
                  </a:lnTo>
                  <a:lnTo>
                    <a:pt x="198678" y="3329584"/>
                  </a:lnTo>
                  <a:lnTo>
                    <a:pt x="207340" y="3323742"/>
                  </a:lnTo>
                  <a:lnTo>
                    <a:pt x="217932" y="3321596"/>
                  </a:lnTo>
                  <a:lnTo>
                    <a:pt x="228523" y="3323742"/>
                  </a:lnTo>
                  <a:lnTo>
                    <a:pt x="237185" y="3329584"/>
                  </a:lnTo>
                  <a:lnTo>
                    <a:pt x="243027" y="3338245"/>
                  </a:lnTo>
                  <a:lnTo>
                    <a:pt x="245173" y="3348837"/>
                  </a:lnTo>
                  <a:lnTo>
                    <a:pt x="245173" y="3302749"/>
                  </a:lnTo>
                  <a:lnTo>
                    <a:pt x="239115" y="3298647"/>
                  </a:lnTo>
                  <a:lnTo>
                    <a:pt x="217932" y="3294354"/>
                  </a:lnTo>
                  <a:lnTo>
                    <a:pt x="196735" y="3298647"/>
                  </a:lnTo>
                  <a:lnTo>
                    <a:pt x="179425" y="3310344"/>
                  </a:lnTo>
                  <a:lnTo>
                    <a:pt x="167728" y="3327654"/>
                  </a:lnTo>
                  <a:lnTo>
                    <a:pt x="163449" y="3348837"/>
                  </a:lnTo>
                  <a:lnTo>
                    <a:pt x="164477" y="3359442"/>
                  </a:lnTo>
                  <a:lnTo>
                    <a:pt x="167462" y="3369335"/>
                  </a:lnTo>
                  <a:lnTo>
                    <a:pt x="172173" y="3378352"/>
                  </a:lnTo>
                  <a:lnTo>
                    <a:pt x="178422" y="3386290"/>
                  </a:lnTo>
                  <a:lnTo>
                    <a:pt x="170116" y="3391573"/>
                  </a:lnTo>
                  <a:lnTo>
                    <a:pt x="162534" y="3397796"/>
                  </a:lnTo>
                  <a:lnTo>
                    <a:pt x="155740" y="3404857"/>
                  </a:lnTo>
                  <a:lnTo>
                    <a:pt x="149834" y="3412680"/>
                  </a:lnTo>
                  <a:lnTo>
                    <a:pt x="143916" y="3404857"/>
                  </a:lnTo>
                  <a:lnTo>
                    <a:pt x="142455" y="3403320"/>
                  </a:lnTo>
                  <a:lnTo>
                    <a:pt x="137134" y="3397796"/>
                  </a:lnTo>
                  <a:lnTo>
                    <a:pt x="136207" y="3397046"/>
                  </a:lnTo>
                  <a:lnTo>
                    <a:pt x="136207" y="3457803"/>
                  </a:lnTo>
                  <a:lnTo>
                    <a:pt x="27241" y="3457803"/>
                  </a:lnTo>
                  <a:lnTo>
                    <a:pt x="31534" y="3436620"/>
                  </a:lnTo>
                  <a:lnTo>
                    <a:pt x="43218" y="3419297"/>
                  </a:lnTo>
                  <a:lnTo>
                    <a:pt x="60540" y="3407613"/>
                  </a:lnTo>
                  <a:lnTo>
                    <a:pt x="81724" y="3403320"/>
                  </a:lnTo>
                  <a:lnTo>
                    <a:pt x="102908" y="3407613"/>
                  </a:lnTo>
                  <a:lnTo>
                    <a:pt x="120230" y="3419297"/>
                  </a:lnTo>
                  <a:lnTo>
                    <a:pt x="131914" y="3436620"/>
                  </a:lnTo>
                  <a:lnTo>
                    <a:pt x="136207" y="3457803"/>
                  </a:lnTo>
                  <a:lnTo>
                    <a:pt x="136207" y="3397046"/>
                  </a:lnTo>
                  <a:lnTo>
                    <a:pt x="129540" y="3391573"/>
                  </a:lnTo>
                  <a:lnTo>
                    <a:pt x="121246" y="3386290"/>
                  </a:lnTo>
                  <a:lnTo>
                    <a:pt x="127482" y="3378352"/>
                  </a:lnTo>
                  <a:lnTo>
                    <a:pt x="128676" y="3376079"/>
                  </a:lnTo>
                  <a:lnTo>
                    <a:pt x="132194" y="3369335"/>
                  </a:lnTo>
                  <a:lnTo>
                    <a:pt x="135166" y="3359442"/>
                  </a:lnTo>
                  <a:lnTo>
                    <a:pt x="136207" y="3348837"/>
                  </a:lnTo>
                  <a:lnTo>
                    <a:pt x="131914" y="3327654"/>
                  </a:lnTo>
                  <a:lnTo>
                    <a:pt x="127825" y="3321596"/>
                  </a:lnTo>
                  <a:lnTo>
                    <a:pt x="120230" y="3310344"/>
                  </a:lnTo>
                  <a:lnTo>
                    <a:pt x="108966" y="3302749"/>
                  </a:lnTo>
                  <a:lnTo>
                    <a:pt x="108966" y="3348837"/>
                  </a:lnTo>
                  <a:lnTo>
                    <a:pt x="106819" y="3359442"/>
                  </a:lnTo>
                  <a:lnTo>
                    <a:pt x="100977" y="3368103"/>
                  </a:lnTo>
                  <a:lnTo>
                    <a:pt x="92316" y="3373945"/>
                  </a:lnTo>
                  <a:lnTo>
                    <a:pt x="81724" y="3376079"/>
                  </a:lnTo>
                  <a:lnTo>
                    <a:pt x="71132" y="3373945"/>
                  </a:lnTo>
                  <a:lnTo>
                    <a:pt x="62471" y="3368103"/>
                  </a:lnTo>
                  <a:lnTo>
                    <a:pt x="56629" y="3359442"/>
                  </a:lnTo>
                  <a:lnTo>
                    <a:pt x="54483" y="3348837"/>
                  </a:lnTo>
                  <a:lnTo>
                    <a:pt x="56629" y="3338245"/>
                  </a:lnTo>
                  <a:lnTo>
                    <a:pt x="62471" y="3329584"/>
                  </a:lnTo>
                  <a:lnTo>
                    <a:pt x="71132" y="3323742"/>
                  </a:lnTo>
                  <a:lnTo>
                    <a:pt x="81724" y="3321596"/>
                  </a:lnTo>
                  <a:lnTo>
                    <a:pt x="92316" y="3323742"/>
                  </a:lnTo>
                  <a:lnTo>
                    <a:pt x="100977" y="3329584"/>
                  </a:lnTo>
                  <a:lnTo>
                    <a:pt x="106819" y="3338245"/>
                  </a:lnTo>
                  <a:lnTo>
                    <a:pt x="108966" y="3348837"/>
                  </a:lnTo>
                  <a:lnTo>
                    <a:pt x="108966" y="3302749"/>
                  </a:lnTo>
                  <a:lnTo>
                    <a:pt x="102908" y="3298647"/>
                  </a:lnTo>
                  <a:lnTo>
                    <a:pt x="81724" y="3294354"/>
                  </a:lnTo>
                  <a:lnTo>
                    <a:pt x="60540" y="3298647"/>
                  </a:lnTo>
                  <a:lnTo>
                    <a:pt x="43218" y="3310344"/>
                  </a:lnTo>
                  <a:lnTo>
                    <a:pt x="31534" y="3327654"/>
                  </a:lnTo>
                  <a:lnTo>
                    <a:pt x="27241" y="3348837"/>
                  </a:lnTo>
                  <a:lnTo>
                    <a:pt x="28282" y="3359442"/>
                  </a:lnTo>
                  <a:lnTo>
                    <a:pt x="31254" y="3369335"/>
                  </a:lnTo>
                  <a:lnTo>
                    <a:pt x="35966" y="3378352"/>
                  </a:lnTo>
                  <a:lnTo>
                    <a:pt x="42214" y="3386290"/>
                  </a:lnTo>
                  <a:lnTo>
                    <a:pt x="25006" y="3399028"/>
                  </a:lnTo>
                  <a:lnTo>
                    <a:pt x="11671" y="3415754"/>
                  </a:lnTo>
                  <a:lnTo>
                    <a:pt x="3060" y="3435629"/>
                  </a:lnTo>
                  <a:lnTo>
                    <a:pt x="0" y="3457803"/>
                  </a:lnTo>
                  <a:lnTo>
                    <a:pt x="0" y="3485045"/>
                  </a:lnTo>
                  <a:lnTo>
                    <a:pt x="435864" y="3485045"/>
                  </a:lnTo>
                  <a:lnTo>
                    <a:pt x="435864" y="3457803"/>
                  </a:lnTo>
                  <a:close/>
                </a:path>
                <a:path w="436245" h="4469765">
                  <a:moveTo>
                    <a:pt x="435864" y="2095512"/>
                  </a:moveTo>
                  <a:lnTo>
                    <a:pt x="431838" y="2075649"/>
                  </a:lnTo>
                  <a:lnTo>
                    <a:pt x="428002" y="2069973"/>
                  </a:lnTo>
                  <a:lnTo>
                    <a:pt x="420878" y="2059419"/>
                  </a:lnTo>
                  <a:lnTo>
                    <a:pt x="410324" y="2052294"/>
                  </a:lnTo>
                  <a:lnTo>
                    <a:pt x="410324" y="2095512"/>
                  </a:lnTo>
                  <a:lnTo>
                    <a:pt x="410324" y="2172131"/>
                  </a:lnTo>
                  <a:lnTo>
                    <a:pt x="410324" y="2299817"/>
                  </a:lnTo>
                  <a:lnTo>
                    <a:pt x="410324" y="2325357"/>
                  </a:lnTo>
                  <a:lnTo>
                    <a:pt x="410324" y="2401976"/>
                  </a:lnTo>
                  <a:lnTo>
                    <a:pt x="359244" y="2401976"/>
                  </a:lnTo>
                  <a:lnTo>
                    <a:pt x="359244" y="2325357"/>
                  </a:lnTo>
                  <a:lnTo>
                    <a:pt x="410324" y="2325357"/>
                  </a:lnTo>
                  <a:lnTo>
                    <a:pt x="410324" y="2299817"/>
                  </a:lnTo>
                  <a:lnTo>
                    <a:pt x="333717" y="2299817"/>
                  </a:lnTo>
                  <a:lnTo>
                    <a:pt x="333717" y="2401976"/>
                  </a:lnTo>
                  <a:lnTo>
                    <a:pt x="307314" y="2401976"/>
                  </a:lnTo>
                  <a:lnTo>
                    <a:pt x="307314" y="2274290"/>
                  </a:lnTo>
                  <a:lnTo>
                    <a:pt x="359244" y="2274290"/>
                  </a:lnTo>
                  <a:lnTo>
                    <a:pt x="359244" y="2248738"/>
                  </a:lnTo>
                  <a:lnTo>
                    <a:pt x="359244" y="2223198"/>
                  </a:lnTo>
                  <a:lnTo>
                    <a:pt x="359244" y="2197658"/>
                  </a:lnTo>
                  <a:lnTo>
                    <a:pt x="359244" y="2172131"/>
                  </a:lnTo>
                  <a:lnTo>
                    <a:pt x="361251" y="2162200"/>
                  </a:lnTo>
                  <a:lnTo>
                    <a:pt x="366725" y="2154085"/>
                  </a:lnTo>
                  <a:lnTo>
                    <a:pt x="374840" y="2148611"/>
                  </a:lnTo>
                  <a:lnTo>
                    <a:pt x="384784" y="2146592"/>
                  </a:lnTo>
                  <a:lnTo>
                    <a:pt x="394716" y="2148611"/>
                  </a:lnTo>
                  <a:lnTo>
                    <a:pt x="402831" y="2154085"/>
                  </a:lnTo>
                  <a:lnTo>
                    <a:pt x="408305" y="2162200"/>
                  </a:lnTo>
                  <a:lnTo>
                    <a:pt x="410324" y="2172131"/>
                  </a:lnTo>
                  <a:lnTo>
                    <a:pt x="410324" y="2095512"/>
                  </a:lnTo>
                  <a:lnTo>
                    <a:pt x="408305" y="2105444"/>
                  </a:lnTo>
                  <a:lnTo>
                    <a:pt x="402831" y="2113572"/>
                  </a:lnTo>
                  <a:lnTo>
                    <a:pt x="394716" y="2119045"/>
                  </a:lnTo>
                  <a:lnTo>
                    <a:pt x="384784" y="2121052"/>
                  </a:lnTo>
                  <a:lnTo>
                    <a:pt x="374840" y="2119045"/>
                  </a:lnTo>
                  <a:lnTo>
                    <a:pt x="366725" y="2113572"/>
                  </a:lnTo>
                  <a:lnTo>
                    <a:pt x="361251" y="2105444"/>
                  </a:lnTo>
                  <a:lnTo>
                    <a:pt x="359244" y="2095512"/>
                  </a:lnTo>
                  <a:lnTo>
                    <a:pt x="361251" y="2085581"/>
                  </a:lnTo>
                  <a:lnTo>
                    <a:pt x="366725" y="2077466"/>
                  </a:lnTo>
                  <a:lnTo>
                    <a:pt x="374840" y="2071992"/>
                  </a:lnTo>
                  <a:lnTo>
                    <a:pt x="384784" y="2069973"/>
                  </a:lnTo>
                  <a:lnTo>
                    <a:pt x="394716" y="2071992"/>
                  </a:lnTo>
                  <a:lnTo>
                    <a:pt x="402831" y="2077466"/>
                  </a:lnTo>
                  <a:lnTo>
                    <a:pt x="408305" y="2085581"/>
                  </a:lnTo>
                  <a:lnTo>
                    <a:pt x="410324" y="2095512"/>
                  </a:lnTo>
                  <a:lnTo>
                    <a:pt x="410324" y="2052294"/>
                  </a:lnTo>
                  <a:lnTo>
                    <a:pt x="404647" y="2048459"/>
                  </a:lnTo>
                  <a:lnTo>
                    <a:pt x="384784" y="2044433"/>
                  </a:lnTo>
                  <a:lnTo>
                    <a:pt x="364921" y="2048459"/>
                  </a:lnTo>
                  <a:lnTo>
                    <a:pt x="348678" y="2059419"/>
                  </a:lnTo>
                  <a:lnTo>
                    <a:pt x="337731" y="2075649"/>
                  </a:lnTo>
                  <a:lnTo>
                    <a:pt x="333717" y="2095512"/>
                  </a:lnTo>
                  <a:lnTo>
                    <a:pt x="334924" y="2106612"/>
                  </a:lnTo>
                  <a:lnTo>
                    <a:pt x="338404" y="2116874"/>
                  </a:lnTo>
                  <a:lnTo>
                    <a:pt x="343865" y="2126030"/>
                  </a:lnTo>
                  <a:lnTo>
                    <a:pt x="351053" y="2133828"/>
                  </a:lnTo>
                  <a:lnTo>
                    <a:pt x="343865" y="2141626"/>
                  </a:lnTo>
                  <a:lnTo>
                    <a:pt x="338493" y="2150618"/>
                  </a:lnTo>
                  <a:lnTo>
                    <a:pt x="338404" y="2150770"/>
                  </a:lnTo>
                  <a:lnTo>
                    <a:pt x="334924" y="2161032"/>
                  </a:lnTo>
                  <a:lnTo>
                    <a:pt x="333717" y="2172131"/>
                  </a:lnTo>
                  <a:lnTo>
                    <a:pt x="333717" y="2197658"/>
                  </a:lnTo>
                  <a:lnTo>
                    <a:pt x="333717" y="2223198"/>
                  </a:lnTo>
                  <a:lnTo>
                    <a:pt x="333717" y="2248738"/>
                  </a:lnTo>
                  <a:lnTo>
                    <a:pt x="281787" y="2248738"/>
                  </a:lnTo>
                  <a:lnTo>
                    <a:pt x="281787" y="2274290"/>
                  </a:lnTo>
                  <a:lnTo>
                    <a:pt x="281787" y="2401976"/>
                  </a:lnTo>
                  <a:lnTo>
                    <a:pt x="154089" y="2401976"/>
                  </a:lnTo>
                  <a:lnTo>
                    <a:pt x="154089" y="2274290"/>
                  </a:lnTo>
                  <a:lnTo>
                    <a:pt x="281787" y="2274290"/>
                  </a:lnTo>
                  <a:lnTo>
                    <a:pt x="281787" y="2248738"/>
                  </a:lnTo>
                  <a:lnTo>
                    <a:pt x="128549" y="2248738"/>
                  </a:lnTo>
                  <a:lnTo>
                    <a:pt x="128549" y="2274290"/>
                  </a:lnTo>
                  <a:lnTo>
                    <a:pt x="128549" y="2401976"/>
                  </a:lnTo>
                  <a:lnTo>
                    <a:pt x="102158" y="2401976"/>
                  </a:lnTo>
                  <a:lnTo>
                    <a:pt x="102158" y="2325357"/>
                  </a:lnTo>
                  <a:lnTo>
                    <a:pt x="102158" y="2299817"/>
                  </a:lnTo>
                  <a:lnTo>
                    <a:pt x="76619" y="2299817"/>
                  </a:lnTo>
                  <a:lnTo>
                    <a:pt x="76619" y="2325357"/>
                  </a:lnTo>
                  <a:lnTo>
                    <a:pt x="76619" y="2401976"/>
                  </a:lnTo>
                  <a:lnTo>
                    <a:pt x="25539" y="2401976"/>
                  </a:lnTo>
                  <a:lnTo>
                    <a:pt x="25539" y="2325357"/>
                  </a:lnTo>
                  <a:lnTo>
                    <a:pt x="76619" y="2325357"/>
                  </a:lnTo>
                  <a:lnTo>
                    <a:pt x="76619" y="2299817"/>
                  </a:lnTo>
                  <a:lnTo>
                    <a:pt x="25539" y="2299817"/>
                  </a:lnTo>
                  <a:lnTo>
                    <a:pt x="25539" y="2172131"/>
                  </a:lnTo>
                  <a:lnTo>
                    <a:pt x="27546" y="2162200"/>
                  </a:lnTo>
                  <a:lnTo>
                    <a:pt x="33032" y="2154085"/>
                  </a:lnTo>
                  <a:lnTo>
                    <a:pt x="41148" y="2148611"/>
                  </a:lnTo>
                  <a:lnTo>
                    <a:pt x="51092" y="2146592"/>
                  </a:lnTo>
                  <a:lnTo>
                    <a:pt x="61010" y="2148611"/>
                  </a:lnTo>
                  <a:lnTo>
                    <a:pt x="69126" y="2154085"/>
                  </a:lnTo>
                  <a:lnTo>
                    <a:pt x="74599" y="2162200"/>
                  </a:lnTo>
                  <a:lnTo>
                    <a:pt x="76619" y="2172131"/>
                  </a:lnTo>
                  <a:lnTo>
                    <a:pt x="76619" y="2274290"/>
                  </a:lnTo>
                  <a:lnTo>
                    <a:pt x="128549" y="2274290"/>
                  </a:lnTo>
                  <a:lnTo>
                    <a:pt x="128549" y="2248738"/>
                  </a:lnTo>
                  <a:lnTo>
                    <a:pt x="102171" y="2248738"/>
                  </a:lnTo>
                  <a:lnTo>
                    <a:pt x="102171" y="2223198"/>
                  </a:lnTo>
                  <a:lnTo>
                    <a:pt x="333717" y="2223198"/>
                  </a:lnTo>
                  <a:lnTo>
                    <a:pt x="333717" y="2197658"/>
                  </a:lnTo>
                  <a:lnTo>
                    <a:pt x="294551" y="2197658"/>
                  </a:lnTo>
                  <a:lnTo>
                    <a:pt x="291680" y="2176869"/>
                  </a:lnTo>
                  <a:lnTo>
                    <a:pt x="283603" y="2158238"/>
                  </a:lnTo>
                  <a:lnTo>
                    <a:pt x="274320" y="2146592"/>
                  </a:lnTo>
                  <a:lnTo>
                    <a:pt x="271106" y="2142566"/>
                  </a:lnTo>
                  <a:lnTo>
                    <a:pt x="269011" y="2141016"/>
                  </a:lnTo>
                  <a:lnTo>
                    <a:pt x="269011" y="2197658"/>
                  </a:lnTo>
                  <a:lnTo>
                    <a:pt x="166852" y="2197658"/>
                  </a:lnTo>
                  <a:lnTo>
                    <a:pt x="170865" y="2177808"/>
                  </a:lnTo>
                  <a:lnTo>
                    <a:pt x="181825" y="2161578"/>
                  </a:lnTo>
                  <a:lnTo>
                    <a:pt x="198069" y="2150618"/>
                  </a:lnTo>
                  <a:lnTo>
                    <a:pt x="217932" y="2146592"/>
                  </a:lnTo>
                  <a:lnTo>
                    <a:pt x="237794" y="2150618"/>
                  </a:lnTo>
                  <a:lnTo>
                    <a:pt x="254025" y="2161578"/>
                  </a:lnTo>
                  <a:lnTo>
                    <a:pt x="264985" y="2177808"/>
                  </a:lnTo>
                  <a:lnTo>
                    <a:pt x="269011" y="2197658"/>
                  </a:lnTo>
                  <a:lnTo>
                    <a:pt x="269011" y="2141016"/>
                  </a:lnTo>
                  <a:lnTo>
                    <a:pt x="254977" y="2130628"/>
                  </a:lnTo>
                  <a:lnTo>
                    <a:pt x="260832" y="2123186"/>
                  </a:lnTo>
                  <a:lnTo>
                    <a:pt x="261937" y="2121052"/>
                  </a:lnTo>
                  <a:lnTo>
                    <a:pt x="265252" y="2114727"/>
                  </a:lnTo>
                  <a:lnTo>
                    <a:pt x="268033" y="2105444"/>
                  </a:lnTo>
                  <a:lnTo>
                    <a:pt x="269011" y="2095512"/>
                  </a:lnTo>
                  <a:lnTo>
                    <a:pt x="264985" y="2075649"/>
                  </a:lnTo>
                  <a:lnTo>
                    <a:pt x="261150" y="2069973"/>
                  </a:lnTo>
                  <a:lnTo>
                    <a:pt x="254025" y="2059419"/>
                  </a:lnTo>
                  <a:lnTo>
                    <a:pt x="243471" y="2052294"/>
                  </a:lnTo>
                  <a:lnTo>
                    <a:pt x="243471" y="2095512"/>
                  </a:lnTo>
                  <a:lnTo>
                    <a:pt x="241452" y="2105444"/>
                  </a:lnTo>
                  <a:lnTo>
                    <a:pt x="235978" y="2113572"/>
                  </a:lnTo>
                  <a:lnTo>
                    <a:pt x="227863" y="2119045"/>
                  </a:lnTo>
                  <a:lnTo>
                    <a:pt x="217932" y="2121052"/>
                  </a:lnTo>
                  <a:lnTo>
                    <a:pt x="208000" y="2119045"/>
                  </a:lnTo>
                  <a:lnTo>
                    <a:pt x="199885" y="2113572"/>
                  </a:lnTo>
                  <a:lnTo>
                    <a:pt x="194411" y="2105444"/>
                  </a:lnTo>
                  <a:lnTo>
                    <a:pt x="192405" y="2095512"/>
                  </a:lnTo>
                  <a:lnTo>
                    <a:pt x="194411" y="2085581"/>
                  </a:lnTo>
                  <a:lnTo>
                    <a:pt x="199885" y="2077466"/>
                  </a:lnTo>
                  <a:lnTo>
                    <a:pt x="208000" y="2071992"/>
                  </a:lnTo>
                  <a:lnTo>
                    <a:pt x="217932" y="2069973"/>
                  </a:lnTo>
                  <a:lnTo>
                    <a:pt x="227863" y="2071992"/>
                  </a:lnTo>
                  <a:lnTo>
                    <a:pt x="235978" y="2077466"/>
                  </a:lnTo>
                  <a:lnTo>
                    <a:pt x="241452" y="2085581"/>
                  </a:lnTo>
                  <a:lnTo>
                    <a:pt x="243471" y="2095512"/>
                  </a:lnTo>
                  <a:lnTo>
                    <a:pt x="243471" y="2052294"/>
                  </a:lnTo>
                  <a:lnTo>
                    <a:pt x="237794" y="2048459"/>
                  </a:lnTo>
                  <a:lnTo>
                    <a:pt x="217932" y="2044433"/>
                  </a:lnTo>
                  <a:lnTo>
                    <a:pt x="198069" y="2048459"/>
                  </a:lnTo>
                  <a:lnTo>
                    <a:pt x="181825" y="2059419"/>
                  </a:lnTo>
                  <a:lnTo>
                    <a:pt x="170865" y="2075649"/>
                  </a:lnTo>
                  <a:lnTo>
                    <a:pt x="166852" y="2095512"/>
                  </a:lnTo>
                  <a:lnTo>
                    <a:pt x="167817" y="2105444"/>
                  </a:lnTo>
                  <a:lnTo>
                    <a:pt x="170611" y="2114727"/>
                  </a:lnTo>
                  <a:lnTo>
                    <a:pt x="175031" y="2123186"/>
                  </a:lnTo>
                  <a:lnTo>
                    <a:pt x="180886" y="2130628"/>
                  </a:lnTo>
                  <a:lnTo>
                    <a:pt x="164757" y="2142566"/>
                  </a:lnTo>
                  <a:lnTo>
                    <a:pt x="152260" y="2158238"/>
                  </a:lnTo>
                  <a:lnTo>
                    <a:pt x="144183" y="2176869"/>
                  </a:lnTo>
                  <a:lnTo>
                    <a:pt x="141325" y="2197658"/>
                  </a:lnTo>
                  <a:lnTo>
                    <a:pt x="102158" y="2197658"/>
                  </a:lnTo>
                  <a:lnTo>
                    <a:pt x="102158" y="2172131"/>
                  </a:lnTo>
                  <a:lnTo>
                    <a:pt x="101066" y="2162200"/>
                  </a:lnTo>
                  <a:lnTo>
                    <a:pt x="100990" y="2161578"/>
                  </a:lnTo>
                  <a:lnTo>
                    <a:pt x="100939" y="2161032"/>
                  </a:lnTo>
                  <a:lnTo>
                    <a:pt x="97459" y="2150770"/>
                  </a:lnTo>
                  <a:lnTo>
                    <a:pt x="94970" y="2146592"/>
                  </a:lnTo>
                  <a:lnTo>
                    <a:pt x="91998" y="2141626"/>
                  </a:lnTo>
                  <a:lnTo>
                    <a:pt x="84810" y="2133828"/>
                  </a:lnTo>
                  <a:lnTo>
                    <a:pt x="91998" y="2126030"/>
                  </a:lnTo>
                  <a:lnTo>
                    <a:pt x="94970" y="2121052"/>
                  </a:lnTo>
                  <a:lnTo>
                    <a:pt x="97459" y="2116874"/>
                  </a:lnTo>
                  <a:lnTo>
                    <a:pt x="100939" y="2106612"/>
                  </a:lnTo>
                  <a:lnTo>
                    <a:pt x="102158" y="2095512"/>
                  </a:lnTo>
                  <a:lnTo>
                    <a:pt x="98132" y="2075649"/>
                  </a:lnTo>
                  <a:lnTo>
                    <a:pt x="94310" y="2069973"/>
                  </a:lnTo>
                  <a:lnTo>
                    <a:pt x="87172" y="2059419"/>
                  </a:lnTo>
                  <a:lnTo>
                    <a:pt x="76619" y="2052294"/>
                  </a:lnTo>
                  <a:lnTo>
                    <a:pt x="76619" y="2095512"/>
                  </a:lnTo>
                  <a:lnTo>
                    <a:pt x="74599" y="2105444"/>
                  </a:lnTo>
                  <a:lnTo>
                    <a:pt x="69126" y="2113572"/>
                  </a:lnTo>
                  <a:lnTo>
                    <a:pt x="61010" y="2119045"/>
                  </a:lnTo>
                  <a:lnTo>
                    <a:pt x="51092" y="2121052"/>
                  </a:lnTo>
                  <a:lnTo>
                    <a:pt x="41148" y="2119045"/>
                  </a:lnTo>
                  <a:lnTo>
                    <a:pt x="33032" y="2113572"/>
                  </a:lnTo>
                  <a:lnTo>
                    <a:pt x="27546" y="2105444"/>
                  </a:lnTo>
                  <a:lnTo>
                    <a:pt x="25539" y="2095512"/>
                  </a:lnTo>
                  <a:lnTo>
                    <a:pt x="27546" y="2085581"/>
                  </a:lnTo>
                  <a:lnTo>
                    <a:pt x="33032" y="2077466"/>
                  </a:lnTo>
                  <a:lnTo>
                    <a:pt x="41148" y="2071992"/>
                  </a:lnTo>
                  <a:lnTo>
                    <a:pt x="51092" y="2069973"/>
                  </a:lnTo>
                  <a:lnTo>
                    <a:pt x="61010" y="2071992"/>
                  </a:lnTo>
                  <a:lnTo>
                    <a:pt x="69126" y="2077466"/>
                  </a:lnTo>
                  <a:lnTo>
                    <a:pt x="74599" y="2085581"/>
                  </a:lnTo>
                  <a:lnTo>
                    <a:pt x="76619" y="2095512"/>
                  </a:lnTo>
                  <a:lnTo>
                    <a:pt x="76619" y="2052294"/>
                  </a:lnTo>
                  <a:lnTo>
                    <a:pt x="70942" y="2048459"/>
                  </a:lnTo>
                  <a:lnTo>
                    <a:pt x="51092" y="2044433"/>
                  </a:lnTo>
                  <a:lnTo>
                    <a:pt x="31216" y="2048459"/>
                  </a:lnTo>
                  <a:lnTo>
                    <a:pt x="14986" y="2059419"/>
                  </a:lnTo>
                  <a:lnTo>
                    <a:pt x="4025" y="2075649"/>
                  </a:lnTo>
                  <a:lnTo>
                    <a:pt x="12" y="2095512"/>
                  </a:lnTo>
                  <a:lnTo>
                    <a:pt x="1219" y="2106612"/>
                  </a:lnTo>
                  <a:lnTo>
                    <a:pt x="4699" y="2116874"/>
                  </a:lnTo>
                  <a:lnTo>
                    <a:pt x="10160" y="2126030"/>
                  </a:lnTo>
                  <a:lnTo>
                    <a:pt x="17348" y="2133828"/>
                  </a:lnTo>
                  <a:lnTo>
                    <a:pt x="10160" y="2141626"/>
                  </a:lnTo>
                  <a:lnTo>
                    <a:pt x="4787" y="2150618"/>
                  </a:lnTo>
                  <a:lnTo>
                    <a:pt x="4699" y="2150770"/>
                  </a:lnTo>
                  <a:lnTo>
                    <a:pt x="1219" y="2161032"/>
                  </a:lnTo>
                  <a:lnTo>
                    <a:pt x="12" y="2172131"/>
                  </a:lnTo>
                  <a:lnTo>
                    <a:pt x="12" y="2427516"/>
                  </a:lnTo>
                  <a:lnTo>
                    <a:pt x="435864" y="2427516"/>
                  </a:lnTo>
                  <a:lnTo>
                    <a:pt x="435864" y="2401976"/>
                  </a:lnTo>
                  <a:lnTo>
                    <a:pt x="435864" y="2325357"/>
                  </a:lnTo>
                  <a:lnTo>
                    <a:pt x="435864" y="2172131"/>
                  </a:lnTo>
                  <a:lnTo>
                    <a:pt x="434771" y="2162200"/>
                  </a:lnTo>
                  <a:lnTo>
                    <a:pt x="434695" y="2161578"/>
                  </a:lnTo>
                  <a:lnTo>
                    <a:pt x="434644" y="2161032"/>
                  </a:lnTo>
                  <a:lnTo>
                    <a:pt x="431165" y="2150770"/>
                  </a:lnTo>
                  <a:lnTo>
                    <a:pt x="428675" y="2146592"/>
                  </a:lnTo>
                  <a:lnTo>
                    <a:pt x="425704" y="2141626"/>
                  </a:lnTo>
                  <a:lnTo>
                    <a:pt x="418515" y="2133828"/>
                  </a:lnTo>
                  <a:lnTo>
                    <a:pt x="425704" y="2126030"/>
                  </a:lnTo>
                  <a:lnTo>
                    <a:pt x="428675" y="2121052"/>
                  </a:lnTo>
                  <a:lnTo>
                    <a:pt x="431165" y="2116874"/>
                  </a:lnTo>
                  <a:lnTo>
                    <a:pt x="434644" y="2106612"/>
                  </a:lnTo>
                  <a:lnTo>
                    <a:pt x="435864" y="2095512"/>
                  </a:lnTo>
                  <a:close/>
                </a:path>
              </a:pathLst>
            </a:custGeom>
            <a:solidFill>
              <a:srgbClr val="D1E3F2"/>
            </a:solidFill>
          </p:spPr>
          <p:txBody>
            <a:bodyPr wrap="square" lIns="0" tIns="0" rIns="0" bIns="0" rtlCol="0"/>
            <a:lstStyle/>
            <a:p>
              <a:endParaRPr/>
            </a:p>
          </p:txBody>
        </p:sp>
      </p:grpSp>
      <p:sp>
        <p:nvSpPr>
          <p:cNvPr id="31" name="object 31"/>
          <p:cNvSpPr txBox="1">
            <a:spLocks noGrp="1"/>
          </p:cNvSpPr>
          <p:nvPr>
            <p:ph type="sldNum" sz="quarter" idx="7"/>
          </p:nvPr>
        </p:nvSpPr>
        <p:spPr>
          <a:prstGeom prst="rect">
            <a:avLst/>
          </a:prstGeom>
        </p:spPr>
        <p:txBody>
          <a:bodyPr vert="horz" wrap="square" lIns="0" tIns="8255" rIns="0" bIns="0" rtlCol="0">
            <a:spAutoFit/>
          </a:bodyPr>
          <a:lstStyle/>
          <a:p>
            <a:pPr marL="12700">
              <a:lnSpc>
                <a:spcPct val="100000"/>
              </a:lnSpc>
              <a:spcBef>
                <a:spcPts val="65"/>
              </a:spcBef>
            </a:pPr>
            <a:fld id="{81D60167-4931-47E6-BA6A-407CBD079E47}" type="slidenum">
              <a:rPr spc="-25" dirty="0">
                <a:solidFill>
                  <a:srgbClr val="FFFFFF"/>
                </a:solidFill>
              </a:rPr>
              <a:t>10</a:t>
            </a:fld>
            <a:endParaRPr spc="-25" dirty="0">
              <a:solidFill>
                <a:srgbClr val="FFFFFF"/>
              </a:solidFill>
            </a:endParaRPr>
          </a:p>
        </p:txBody>
      </p:sp>
      <p:sp>
        <p:nvSpPr>
          <p:cNvPr id="32" name="object 14">
            <a:extLst>
              <a:ext uri="{FF2B5EF4-FFF2-40B4-BE49-F238E27FC236}">
                <a16:creationId xmlns:a16="http://schemas.microsoft.com/office/drawing/2014/main" id="{6AD63EFD-A907-4FA4-6635-9A414D7AA2AE}"/>
              </a:ext>
            </a:extLst>
          </p:cNvPr>
          <p:cNvSpPr txBox="1"/>
          <p:nvPr/>
        </p:nvSpPr>
        <p:spPr>
          <a:xfrm>
            <a:off x="4508500" y="1440270"/>
            <a:ext cx="2508962" cy="182101"/>
          </a:xfrm>
          <a:prstGeom prst="rect">
            <a:avLst/>
          </a:prstGeom>
        </p:spPr>
        <p:txBody>
          <a:bodyPr vert="horz" wrap="square" lIns="0" tIns="12700" rIns="0" bIns="0" rtlCol="0">
            <a:spAutoFit/>
          </a:bodyPr>
          <a:lstStyle/>
          <a:p>
            <a:pPr lvl="0" rtl="1"/>
            <a:r>
              <a:rPr lang="ar-SA" sz="1100" b="1" dirty="0">
                <a:latin typeface="Zanjabeel" pitchFamily="50" charset="-78"/>
                <a:cs typeface="Zanjabeel" pitchFamily="50" charset="-78"/>
              </a:rPr>
              <a:t>تصميم وتطوير النموذج التشغيلي</a:t>
            </a:r>
            <a:endParaRPr lang="en-US" sz="1000" b="1" dirty="0">
              <a:latin typeface="Zanjabeel" pitchFamily="50" charset="-78"/>
              <a:cs typeface="Zanjabeel" pitchFamily="50" charset="-78"/>
            </a:endParaRPr>
          </a:p>
        </p:txBody>
      </p:sp>
      <p:sp>
        <p:nvSpPr>
          <p:cNvPr id="33" name="object 15">
            <a:extLst>
              <a:ext uri="{FF2B5EF4-FFF2-40B4-BE49-F238E27FC236}">
                <a16:creationId xmlns:a16="http://schemas.microsoft.com/office/drawing/2014/main" id="{8846D538-56D8-F8D8-D361-EA5674DFD933}"/>
              </a:ext>
            </a:extLst>
          </p:cNvPr>
          <p:cNvSpPr txBox="1"/>
          <p:nvPr/>
        </p:nvSpPr>
        <p:spPr>
          <a:xfrm>
            <a:off x="2850515" y="1694270"/>
            <a:ext cx="4166806"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بناء وتطوير النموذج التشغيلي بما يحقق التكامل بين الاستراتيجية والعمليات والموارد، ويرفع كفاءة التنفيذ المؤسسي</a:t>
            </a:r>
            <a:r>
              <a:rPr lang="en-US" sz="1100" dirty="0">
                <a:latin typeface="Zanjabeel Light" pitchFamily="50" charset="-78"/>
                <a:cs typeface="Zanjabeel Light" pitchFamily="50" charset="-78"/>
              </a:rPr>
              <a:t>.</a:t>
            </a:r>
            <a:endParaRPr lang="en-US" sz="900" dirty="0">
              <a:latin typeface="Zanjabeel Light" pitchFamily="50" charset="-78"/>
              <a:cs typeface="Zanjabeel Light" pitchFamily="50" charset="-78"/>
            </a:endParaRPr>
          </a:p>
        </p:txBody>
      </p:sp>
      <p:sp>
        <p:nvSpPr>
          <p:cNvPr id="34" name="object 14">
            <a:extLst>
              <a:ext uri="{FF2B5EF4-FFF2-40B4-BE49-F238E27FC236}">
                <a16:creationId xmlns:a16="http://schemas.microsoft.com/office/drawing/2014/main" id="{C9116CDB-D546-FDBF-2925-E80BE941907D}"/>
              </a:ext>
            </a:extLst>
          </p:cNvPr>
          <p:cNvSpPr txBox="1"/>
          <p:nvPr/>
        </p:nvSpPr>
        <p:spPr>
          <a:xfrm>
            <a:off x="4847032" y="2431872"/>
            <a:ext cx="2170430" cy="182101"/>
          </a:xfrm>
          <a:prstGeom prst="rect">
            <a:avLst/>
          </a:prstGeom>
        </p:spPr>
        <p:txBody>
          <a:bodyPr vert="horz" wrap="square" lIns="0" tIns="12700" rIns="0" bIns="0" rtlCol="0">
            <a:spAutoFit/>
          </a:bodyPr>
          <a:lstStyle/>
          <a:p>
            <a:pPr lvl="0" rtl="1"/>
            <a:r>
              <a:rPr lang="ar-SA" sz="1100" b="1" dirty="0">
                <a:latin typeface="Zanjabeel" pitchFamily="50" charset="-78"/>
                <a:cs typeface="Zanjabeel" pitchFamily="50" charset="-78"/>
              </a:rPr>
              <a:t>إعادة هندسة العمليات</a:t>
            </a:r>
            <a:endParaRPr lang="en-US" sz="1000" b="1" dirty="0">
              <a:latin typeface="Zanjabeel" pitchFamily="50" charset="-78"/>
              <a:cs typeface="Zanjabeel" pitchFamily="50" charset="-78"/>
            </a:endParaRPr>
          </a:p>
        </p:txBody>
      </p:sp>
      <p:sp>
        <p:nvSpPr>
          <p:cNvPr id="35" name="object 15">
            <a:extLst>
              <a:ext uri="{FF2B5EF4-FFF2-40B4-BE49-F238E27FC236}">
                <a16:creationId xmlns:a16="http://schemas.microsoft.com/office/drawing/2014/main" id="{F85FA40E-14B8-4611-B7D5-91543F627AFA}"/>
              </a:ext>
            </a:extLst>
          </p:cNvPr>
          <p:cNvSpPr txBox="1"/>
          <p:nvPr/>
        </p:nvSpPr>
        <p:spPr>
          <a:xfrm>
            <a:off x="2577719" y="2685872"/>
            <a:ext cx="4439602"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تحليل وإعادة تصميم العمليات الأساسية بهدف رفع الإنتاجية، وتقليل الهدر، وتحسين جودة المخرجات</a:t>
            </a:r>
            <a:r>
              <a:rPr lang="en-US" sz="1100" dirty="0">
                <a:latin typeface="Zanjabeel Light" pitchFamily="50" charset="-78"/>
                <a:cs typeface="Zanjabeel Light" pitchFamily="50" charset="-78"/>
              </a:rPr>
              <a:t>.</a:t>
            </a:r>
            <a:endParaRPr lang="en-US" sz="900" dirty="0">
              <a:latin typeface="Zanjabeel Light" pitchFamily="50" charset="-78"/>
              <a:cs typeface="Zanjabeel Light" pitchFamily="50" charset="-78"/>
            </a:endParaRPr>
          </a:p>
        </p:txBody>
      </p:sp>
      <p:sp>
        <p:nvSpPr>
          <p:cNvPr id="36" name="object 14">
            <a:extLst>
              <a:ext uri="{FF2B5EF4-FFF2-40B4-BE49-F238E27FC236}">
                <a16:creationId xmlns:a16="http://schemas.microsoft.com/office/drawing/2014/main" id="{B06B9E71-EF22-32C8-694A-3AFAA1732D3E}"/>
              </a:ext>
            </a:extLst>
          </p:cNvPr>
          <p:cNvSpPr txBox="1"/>
          <p:nvPr/>
        </p:nvSpPr>
        <p:spPr>
          <a:xfrm>
            <a:off x="4847032" y="3447122"/>
            <a:ext cx="2170430" cy="182101"/>
          </a:xfrm>
          <a:prstGeom prst="rect">
            <a:avLst/>
          </a:prstGeom>
        </p:spPr>
        <p:txBody>
          <a:bodyPr vert="horz" wrap="square" lIns="0" tIns="12700" rIns="0" bIns="0" rtlCol="0">
            <a:spAutoFit/>
          </a:bodyPr>
          <a:lstStyle/>
          <a:p>
            <a:pPr lvl="0" rtl="1"/>
            <a:r>
              <a:rPr lang="ar-SA" sz="1100" b="1" dirty="0">
                <a:latin typeface="Zanjabeel" pitchFamily="50" charset="-78"/>
                <a:cs typeface="Zanjabeel" pitchFamily="50" charset="-78"/>
              </a:rPr>
              <a:t>إدارة التغيير المؤسسي</a:t>
            </a:r>
            <a:endParaRPr lang="en-US" sz="1000" b="1" dirty="0">
              <a:latin typeface="Zanjabeel" pitchFamily="50" charset="-78"/>
              <a:cs typeface="Zanjabeel" pitchFamily="50" charset="-78"/>
            </a:endParaRPr>
          </a:p>
        </p:txBody>
      </p:sp>
      <p:sp>
        <p:nvSpPr>
          <p:cNvPr id="37" name="object 15">
            <a:extLst>
              <a:ext uri="{FF2B5EF4-FFF2-40B4-BE49-F238E27FC236}">
                <a16:creationId xmlns:a16="http://schemas.microsoft.com/office/drawing/2014/main" id="{2216BC63-93A2-1F60-CC9D-ED43686B9E5D}"/>
              </a:ext>
            </a:extLst>
          </p:cNvPr>
          <p:cNvSpPr txBox="1"/>
          <p:nvPr/>
        </p:nvSpPr>
        <p:spPr>
          <a:xfrm>
            <a:off x="2850515" y="3701122"/>
            <a:ext cx="4166806"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تطبيق منهجيات إدارة التغيير لضمان جاهزية المنظمة وتبني الفرق للتحولات الجديدة واستدامتها</a:t>
            </a:r>
            <a:r>
              <a:rPr lang="en-US" sz="1100" dirty="0">
                <a:latin typeface="Zanjabeel Light" pitchFamily="50" charset="-78"/>
                <a:cs typeface="Zanjabeel Light" pitchFamily="50" charset="-78"/>
              </a:rPr>
              <a:t>.</a:t>
            </a:r>
            <a:endParaRPr lang="en-US" sz="900" dirty="0">
              <a:latin typeface="Zanjabeel Light" pitchFamily="50" charset="-78"/>
              <a:cs typeface="Zanjabeel Light" pitchFamily="50" charset="-78"/>
            </a:endParaRPr>
          </a:p>
        </p:txBody>
      </p:sp>
      <p:sp>
        <p:nvSpPr>
          <p:cNvPr id="38" name="object 14">
            <a:extLst>
              <a:ext uri="{FF2B5EF4-FFF2-40B4-BE49-F238E27FC236}">
                <a16:creationId xmlns:a16="http://schemas.microsoft.com/office/drawing/2014/main" id="{DDC64020-6EC3-12C9-B022-46A8A7D290C8}"/>
              </a:ext>
            </a:extLst>
          </p:cNvPr>
          <p:cNvSpPr txBox="1"/>
          <p:nvPr/>
        </p:nvSpPr>
        <p:spPr>
          <a:xfrm>
            <a:off x="4847032" y="4462372"/>
            <a:ext cx="2170430" cy="182101"/>
          </a:xfrm>
          <a:prstGeom prst="rect">
            <a:avLst/>
          </a:prstGeom>
        </p:spPr>
        <p:txBody>
          <a:bodyPr vert="horz" wrap="square" lIns="0" tIns="12700" rIns="0" bIns="0" rtlCol="0">
            <a:spAutoFit/>
          </a:bodyPr>
          <a:lstStyle/>
          <a:p>
            <a:pPr lvl="0" rtl="1"/>
            <a:r>
              <a:rPr lang="ar-SA" sz="1100" b="1" dirty="0">
                <a:latin typeface="Zanjabeel" pitchFamily="50" charset="-78"/>
                <a:cs typeface="Zanjabeel" pitchFamily="50" charset="-78"/>
              </a:rPr>
              <a:t>التميز التشغيلي ورفع الكفاءة</a:t>
            </a:r>
            <a:endParaRPr lang="en-US" sz="1000" b="1" dirty="0">
              <a:latin typeface="Zanjabeel" pitchFamily="50" charset="-78"/>
              <a:cs typeface="Zanjabeel" pitchFamily="50" charset="-78"/>
            </a:endParaRPr>
          </a:p>
        </p:txBody>
      </p:sp>
      <p:sp>
        <p:nvSpPr>
          <p:cNvPr id="39" name="object 15">
            <a:extLst>
              <a:ext uri="{FF2B5EF4-FFF2-40B4-BE49-F238E27FC236}">
                <a16:creationId xmlns:a16="http://schemas.microsoft.com/office/drawing/2014/main" id="{9FF467F0-EB0B-78E2-8681-EE247AAE6397}"/>
              </a:ext>
            </a:extLst>
          </p:cNvPr>
          <p:cNvSpPr txBox="1"/>
          <p:nvPr/>
        </p:nvSpPr>
        <p:spPr>
          <a:xfrm>
            <a:off x="3192717" y="4716372"/>
            <a:ext cx="3824604"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تطبيق ممارسات التميز التشغيلي لتحسين الأداء العام وتعزيز الاستدامة في النتائج التشغيلية</a:t>
            </a:r>
            <a:r>
              <a:rPr lang="en-US" sz="1100" dirty="0">
                <a:latin typeface="Zanjabeel Light" pitchFamily="50" charset="-78"/>
                <a:cs typeface="Zanjabeel Light" pitchFamily="50" charset="-78"/>
              </a:rPr>
              <a:t>.</a:t>
            </a:r>
            <a:endParaRPr lang="en-US" sz="900" dirty="0">
              <a:latin typeface="Zanjabeel Light" pitchFamily="50" charset="-78"/>
              <a:cs typeface="Zanjabeel Light" pitchFamily="50" charset="-78"/>
            </a:endParaRPr>
          </a:p>
        </p:txBody>
      </p:sp>
      <p:sp>
        <p:nvSpPr>
          <p:cNvPr id="40" name="object 14">
            <a:extLst>
              <a:ext uri="{FF2B5EF4-FFF2-40B4-BE49-F238E27FC236}">
                <a16:creationId xmlns:a16="http://schemas.microsoft.com/office/drawing/2014/main" id="{EB897F86-4EB5-8B34-7223-ED24ADE0DDBB}"/>
              </a:ext>
            </a:extLst>
          </p:cNvPr>
          <p:cNvSpPr txBox="1"/>
          <p:nvPr/>
        </p:nvSpPr>
        <p:spPr>
          <a:xfrm>
            <a:off x="4508500" y="5456394"/>
            <a:ext cx="2508962" cy="182101"/>
          </a:xfrm>
          <a:prstGeom prst="rect">
            <a:avLst/>
          </a:prstGeom>
        </p:spPr>
        <p:txBody>
          <a:bodyPr vert="horz" wrap="square" lIns="0" tIns="12700" rIns="0" bIns="0" rtlCol="0">
            <a:spAutoFit/>
          </a:bodyPr>
          <a:lstStyle/>
          <a:p>
            <a:pPr lvl="0" rtl="1"/>
            <a:r>
              <a:rPr lang="ar-SA" sz="1100" b="1" dirty="0">
                <a:latin typeface="Zanjabeel" pitchFamily="50" charset="-78"/>
                <a:cs typeface="Zanjabeel" pitchFamily="50" charset="-78"/>
              </a:rPr>
              <a:t>تحسين الربحية والاستدامة المالية</a:t>
            </a:r>
            <a:endParaRPr lang="en-US" sz="1100" b="1" dirty="0">
              <a:latin typeface="Zanjabeel" pitchFamily="50" charset="-78"/>
              <a:cs typeface="Zanjabeel" pitchFamily="50" charset="-78"/>
            </a:endParaRPr>
          </a:p>
        </p:txBody>
      </p:sp>
      <p:sp>
        <p:nvSpPr>
          <p:cNvPr id="41" name="object 15">
            <a:extLst>
              <a:ext uri="{FF2B5EF4-FFF2-40B4-BE49-F238E27FC236}">
                <a16:creationId xmlns:a16="http://schemas.microsoft.com/office/drawing/2014/main" id="{087A191D-B9A6-0A28-DE2C-35E92CB49E24}"/>
              </a:ext>
            </a:extLst>
          </p:cNvPr>
          <p:cNvSpPr txBox="1"/>
          <p:nvPr/>
        </p:nvSpPr>
        <p:spPr>
          <a:xfrm>
            <a:off x="2679700" y="5710394"/>
            <a:ext cx="4337621"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مواءمة التكاليف مع الأنشطة التشغيلية، وتحسين هيكل الإيرادات، ورفع كفاءة استخدام الموارد لتحقيق استدامة مالية</a:t>
            </a:r>
            <a:r>
              <a:rPr lang="en-US" sz="1100" dirty="0">
                <a:latin typeface="Zanjabeel Light" pitchFamily="50" charset="-78"/>
                <a:cs typeface="Zanjabeel Light" pitchFamily="50" charset="-78"/>
              </a:rPr>
              <a:t>.</a:t>
            </a:r>
          </a:p>
        </p:txBody>
      </p:sp>
      <p:sp>
        <p:nvSpPr>
          <p:cNvPr id="22" name="TextBox 21">
            <a:extLst>
              <a:ext uri="{FF2B5EF4-FFF2-40B4-BE49-F238E27FC236}">
                <a16:creationId xmlns:a16="http://schemas.microsoft.com/office/drawing/2014/main" id="{1F0EC721-6200-1DE7-5E1A-49D82ACA033E}"/>
              </a:ext>
            </a:extLst>
          </p:cNvPr>
          <p:cNvSpPr txBox="1"/>
          <p:nvPr/>
        </p:nvSpPr>
        <p:spPr>
          <a:xfrm>
            <a:off x="7890747" y="238471"/>
            <a:ext cx="2392585"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ملف تعريفي               2026       </a:t>
            </a:r>
            <a:endParaRPr lang="en-US" sz="700" dirty="0">
              <a:solidFill>
                <a:schemeClr val="bg1"/>
              </a:solidFill>
              <a:latin typeface="Zanjabeel" pitchFamily="50" charset="-78"/>
              <a:cs typeface="Zanjabeel" pitchFamily="50" charset="-78"/>
            </a:endParaRPr>
          </a:p>
        </p:txBody>
      </p:sp>
      <p:sp>
        <p:nvSpPr>
          <p:cNvPr id="23" name="TextBox 22">
            <a:extLst>
              <a:ext uri="{FF2B5EF4-FFF2-40B4-BE49-F238E27FC236}">
                <a16:creationId xmlns:a16="http://schemas.microsoft.com/office/drawing/2014/main" id="{D8197028-76D6-35B2-88AA-D7DF2B6AF847}"/>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التمكين المؤسسي</a:t>
            </a:r>
            <a:endParaRPr lang="en-US" sz="700" dirty="0">
              <a:solidFill>
                <a:schemeClr val="bg1"/>
              </a:solidFill>
              <a:latin typeface="Zanjabeel" pitchFamily="50" charset="-78"/>
              <a:cs typeface="Zanjabeel" pitchFamily="50" charset="-7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2"/>
            <a:ext cx="10692003" cy="5353710"/>
          </a:xfrm>
          <a:prstGeom prst="rect">
            <a:avLst/>
          </a:prstGeom>
        </p:spPr>
      </p:pic>
      <p:grpSp>
        <p:nvGrpSpPr>
          <p:cNvPr id="5" name="object 5"/>
          <p:cNvGrpSpPr/>
          <p:nvPr/>
        </p:nvGrpSpPr>
        <p:grpSpPr>
          <a:xfrm>
            <a:off x="-5" y="2631588"/>
            <a:ext cx="10692130" cy="4928870"/>
            <a:chOff x="-5" y="2631588"/>
            <a:chExt cx="10692130" cy="4928870"/>
          </a:xfrm>
        </p:grpSpPr>
        <p:sp>
          <p:nvSpPr>
            <p:cNvPr id="6" name="object 6"/>
            <p:cNvSpPr/>
            <p:nvPr/>
          </p:nvSpPr>
          <p:spPr>
            <a:xfrm>
              <a:off x="0" y="5353723"/>
              <a:ext cx="10692130" cy="2206625"/>
            </a:xfrm>
            <a:custGeom>
              <a:avLst/>
              <a:gdLst/>
              <a:ahLst/>
              <a:cxnLst/>
              <a:rect l="l" t="t" r="r" b="b"/>
              <a:pathLst>
                <a:path w="10692130" h="2206625">
                  <a:moveTo>
                    <a:pt x="10692003" y="0"/>
                  </a:moveTo>
                  <a:lnTo>
                    <a:pt x="0" y="0"/>
                  </a:lnTo>
                  <a:lnTo>
                    <a:pt x="0" y="2206282"/>
                  </a:lnTo>
                  <a:lnTo>
                    <a:pt x="10692003" y="2206282"/>
                  </a:lnTo>
                  <a:lnTo>
                    <a:pt x="10692003" y="0"/>
                  </a:lnTo>
                  <a:close/>
                </a:path>
              </a:pathLst>
            </a:custGeom>
            <a:solidFill>
              <a:srgbClr val="D6E5F5"/>
            </a:solidFill>
          </p:spPr>
          <p:txBody>
            <a:bodyPr wrap="square" lIns="0" tIns="0" rIns="0" bIns="0" rtlCol="0"/>
            <a:lstStyle/>
            <a:p>
              <a:endParaRPr/>
            </a:p>
          </p:txBody>
        </p:sp>
        <p:sp>
          <p:nvSpPr>
            <p:cNvPr id="7" name="object 7"/>
            <p:cNvSpPr/>
            <p:nvPr/>
          </p:nvSpPr>
          <p:spPr>
            <a:xfrm>
              <a:off x="0" y="5353723"/>
              <a:ext cx="10660380" cy="2206625"/>
            </a:xfrm>
            <a:custGeom>
              <a:avLst/>
              <a:gdLst/>
              <a:ahLst/>
              <a:cxnLst/>
              <a:rect l="l" t="t" r="r" b="b"/>
              <a:pathLst>
                <a:path w="10660380" h="2206625">
                  <a:moveTo>
                    <a:pt x="245846" y="0"/>
                  </a:moveTo>
                  <a:lnTo>
                    <a:pt x="43103" y="0"/>
                  </a:lnTo>
                  <a:lnTo>
                    <a:pt x="0" y="43103"/>
                  </a:lnTo>
                  <a:lnTo>
                    <a:pt x="0" y="245795"/>
                  </a:lnTo>
                  <a:lnTo>
                    <a:pt x="245846" y="0"/>
                  </a:lnTo>
                  <a:close/>
                </a:path>
                <a:path w="10660380" h="2206625">
                  <a:moveTo>
                    <a:pt x="294754" y="2134527"/>
                  </a:moveTo>
                  <a:lnTo>
                    <a:pt x="244335" y="2084108"/>
                  </a:lnTo>
                  <a:lnTo>
                    <a:pt x="92049" y="2134514"/>
                  </a:lnTo>
                  <a:lnTo>
                    <a:pt x="20243" y="2206282"/>
                  </a:lnTo>
                  <a:lnTo>
                    <a:pt x="222986" y="2206282"/>
                  </a:lnTo>
                  <a:lnTo>
                    <a:pt x="294754" y="2134527"/>
                  </a:lnTo>
                  <a:close/>
                </a:path>
                <a:path w="10660380" h="2206625">
                  <a:moveTo>
                    <a:pt x="294754" y="1588668"/>
                  </a:moveTo>
                  <a:lnTo>
                    <a:pt x="244335" y="1538249"/>
                  </a:lnTo>
                  <a:lnTo>
                    <a:pt x="92049" y="1588655"/>
                  </a:lnTo>
                  <a:lnTo>
                    <a:pt x="0" y="1680679"/>
                  </a:lnTo>
                  <a:lnTo>
                    <a:pt x="0" y="1883359"/>
                  </a:lnTo>
                  <a:lnTo>
                    <a:pt x="294754" y="1588668"/>
                  </a:lnTo>
                  <a:close/>
                </a:path>
                <a:path w="10660380" h="2206625">
                  <a:moveTo>
                    <a:pt x="294754" y="1042822"/>
                  </a:moveTo>
                  <a:lnTo>
                    <a:pt x="244335" y="992403"/>
                  </a:lnTo>
                  <a:lnTo>
                    <a:pt x="92049" y="1042809"/>
                  </a:lnTo>
                  <a:lnTo>
                    <a:pt x="0" y="1134821"/>
                  </a:lnTo>
                  <a:lnTo>
                    <a:pt x="0" y="1337513"/>
                  </a:lnTo>
                  <a:lnTo>
                    <a:pt x="294754" y="1042822"/>
                  </a:lnTo>
                  <a:close/>
                </a:path>
                <a:path w="10660380" h="2206625">
                  <a:moveTo>
                    <a:pt x="294754" y="496951"/>
                  </a:moveTo>
                  <a:lnTo>
                    <a:pt x="244335" y="446532"/>
                  </a:lnTo>
                  <a:lnTo>
                    <a:pt x="92049" y="496938"/>
                  </a:lnTo>
                  <a:lnTo>
                    <a:pt x="0" y="588962"/>
                  </a:lnTo>
                  <a:lnTo>
                    <a:pt x="0" y="791641"/>
                  </a:lnTo>
                  <a:lnTo>
                    <a:pt x="294754" y="496951"/>
                  </a:lnTo>
                  <a:close/>
                </a:path>
                <a:path w="10660380" h="2206625">
                  <a:moveTo>
                    <a:pt x="893660" y="0"/>
                  </a:moveTo>
                  <a:lnTo>
                    <a:pt x="690943" y="0"/>
                  </a:lnTo>
                  <a:lnTo>
                    <a:pt x="358292" y="332574"/>
                  </a:lnTo>
                  <a:lnTo>
                    <a:pt x="408711" y="382993"/>
                  </a:lnTo>
                  <a:lnTo>
                    <a:pt x="560997" y="332587"/>
                  </a:lnTo>
                  <a:lnTo>
                    <a:pt x="893660" y="0"/>
                  </a:lnTo>
                  <a:close/>
                </a:path>
                <a:path w="10660380" h="2206625">
                  <a:moveTo>
                    <a:pt x="942568" y="2134527"/>
                  </a:moveTo>
                  <a:lnTo>
                    <a:pt x="892149" y="2084108"/>
                  </a:lnTo>
                  <a:lnTo>
                    <a:pt x="739863" y="2134514"/>
                  </a:lnTo>
                  <a:lnTo>
                    <a:pt x="668083" y="2206282"/>
                  </a:lnTo>
                  <a:lnTo>
                    <a:pt x="870800" y="2206282"/>
                  </a:lnTo>
                  <a:lnTo>
                    <a:pt x="942568" y="2134527"/>
                  </a:lnTo>
                  <a:close/>
                </a:path>
                <a:path w="10660380" h="2206625">
                  <a:moveTo>
                    <a:pt x="942568" y="1588668"/>
                  </a:moveTo>
                  <a:lnTo>
                    <a:pt x="892149" y="1538249"/>
                  </a:lnTo>
                  <a:lnTo>
                    <a:pt x="739851" y="1588668"/>
                  </a:lnTo>
                  <a:lnTo>
                    <a:pt x="358305" y="1970151"/>
                  </a:lnTo>
                  <a:lnTo>
                    <a:pt x="408711" y="2020557"/>
                  </a:lnTo>
                  <a:lnTo>
                    <a:pt x="560997" y="1970151"/>
                  </a:lnTo>
                  <a:lnTo>
                    <a:pt x="942568" y="1588668"/>
                  </a:lnTo>
                  <a:close/>
                </a:path>
                <a:path w="10660380" h="2206625">
                  <a:moveTo>
                    <a:pt x="942568" y="1042809"/>
                  </a:moveTo>
                  <a:lnTo>
                    <a:pt x="892149" y="992390"/>
                  </a:lnTo>
                  <a:lnTo>
                    <a:pt x="739863" y="1042784"/>
                  </a:lnTo>
                  <a:lnTo>
                    <a:pt x="358292" y="1424279"/>
                  </a:lnTo>
                  <a:lnTo>
                    <a:pt x="408711" y="1474698"/>
                  </a:lnTo>
                  <a:lnTo>
                    <a:pt x="561009" y="1424292"/>
                  </a:lnTo>
                  <a:lnTo>
                    <a:pt x="942568" y="1042809"/>
                  </a:lnTo>
                  <a:close/>
                </a:path>
                <a:path w="10660380" h="2206625">
                  <a:moveTo>
                    <a:pt x="942568" y="496963"/>
                  </a:moveTo>
                  <a:lnTo>
                    <a:pt x="892149" y="446544"/>
                  </a:lnTo>
                  <a:lnTo>
                    <a:pt x="739863" y="496938"/>
                  </a:lnTo>
                  <a:lnTo>
                    <a:pt x="358292" y="878433"/>
                  </a:lnTo>
                  <a:lnTo>
                    <a:pt x="408711" y="928852"/>
                  </a:lnTo>
                  <a:lnTo>
                    <a:pt x="561009" y="878446"/>
                  </a:lnTo>
                  <a:lnTo>
                    <a:pt x="942568" y="496963"/>
                  </a:lnTo>
                  <a:close/>
                </a:path>
                <a:path w="10660380" h="2206625">
                  <a:moveTo>
                    <a:pt x="1541475" y="0"/>
                  </a:moveTo>
                  <a:lnTo>
                    <a:pt x="1338757" y="0"/>
                  </a:lnTo>
                  <a:lnTo>
                    <a:pt x="1006119" y="332574"/>
                  </a:lnTo>
                  <a:lnTo>
                    <a:pt x="1056538" y="382993"/>
                  </a:lnTo>
                  <a:lnTo>
                    <a:pt x="1208824" y="332587"/>
                  </a:lnTo>
                  <a:lnTo>
                    <a:pt x="1541475" y="0"/>
                  </a:lnTo>
                  <a:close/>
                </a:path>
                <a:path w="10660380" h="2206625">
                  <a:moveTo>
                    <a:pt x="1590395" y="2134527"/>
                  </a:moveTo>
                  <a:lnTo>
                    <a:pt x="1539976" y="2084108"/>
                  </a:lnTo>
                  <a:lnTo>
                    <a:pt x="1387690" y="2134514"/>
                  </a:lnTo>
                  <a:lnTo>
                    <a:pt x="1315897" y="2206282"/>
                  </a:lnTo>
                  <a:lnTo>
                    <a:pt x="1518615" y="2206282"/>
                  </a:lnTo>
                  <a:lnTo>
                    <a:pt x="1590395" y="2134527"/>
                  </a:lnTo>
                  <a:close/>
                </a:path>
                <a:path w="10660380" h="2206625">
                  <a:moveTo>
                    <a:pt x="1590395" y="1588668"/>
                  </a:moveTo>
                  <a:lnTo>
                    <a:pt x="1539976" y="1538249"/>
                  </a:lnTo>
                  <a:lnTo>
                    <a:pt x="1387678" y="1588668"/>
                  </a:lnTo>
                  <a:lnTo>
                    <a:pt x="1006132" y="1970151"/>
                  </a:lnTo>
                  <a:lnTo>
                    <a:pt x="1056538" y="2020557"/>
                  </a:lnTo>
                  <a:lnTo>
                    <a:pt x="1208824" y="1970151"/>
                  </a:lnTo>
                  <a:lnTo>
                    <a:pt x="1590395" y="1588668"/>
                  </a:lnTo>
                  <a:close/>
                </a:path>
                <a:path w="10660380" h="2206625">
                  <a:moveTo>
                    <a:pt x="1590395" y="1042809"/>
                  </a:moveTo>
                  <a:lnTo>
                    <a:pt x="1539976" y="992390"/>
                  </a:lnTo>
                  <a:lnTo>
                    <a:pt x="1387690" y="1042784"/>
                  </a:lnTo>
                  <a:lnTo>
                    <a:pt x="1006119" y="1424279"/>
                  </a:lnTo>
                  <a:lnTo>
                    <a:pt x="1056538" y="1474698"/>
                  </a:lnTo>
                  <a:lnTo>
                    <a:pt x="1208824" y="1424292"/>
                  </a:lnTo>
                  <a:lnTo>
                    <a:pt x="1590395" y="1042809"/>
                  </a:lnTo>
                  <a:close/>
                </a:path>
                <a:path w="10660380" h="2206625">
                  <a:moveTo>
                    <a:pt x="1590395" y="496963"/>
                  </a:moveTo>
                  <a:lnTo>
                    <a:pt x="1539976" y="446544"/>
                  </a:lnTo>
                  <a:lnTo>
                    <a:pt x="1387690" y="496938"/>
                  </a:lnTo>
                  <a:lnTo>
                    <a:pt x="1006119" y="878433"/>
                  </a:lnTo>
                  <a:lnTo>
                    <a:pt x="1056538" y="928852"/>
                  </a:lnTo>
                  <a:lnTo>
                    <a:pt x="1208824" y="878446"/>
                  </a:lnTo>
                  <a:lnTo>
                    <a:pt x="1590395" y="496963"/>
                  </a:lnTo>
                  <a:close/>
                </a:path>
                <a:path w="10660380" h="2206625">
                  <a:moveTo>
                    <a:pt x="2189302" y="0"/>
                  </a:moveTo>
                  <a:lnTo>
                    <a:pt x="1986584" y="0"/>
                  </a:lnTo>
                  <a:lnTo>
                    <a:pt x="1653933" y="332574"/>
                  </a:lnTo>
                  <a:lnTo>
                    <a:pt x="1704352" y="382993"/>
                  </a:lnTo>
                  <a:lnTo>
                    <a:pt x="1856638" y="332587"/>
                  </a:lnTo>
                  <a:lnTo>
                    <a:pt x="2189302" y="0"/>
                  </a:lnTo>
                  <a:close/>
                </a:path>
                <a:path w="10660380" h="2206625">
                  <a:moveTo>
                    <a:pt x="2238210" y="1588668"/>
                  </a:moveTo>
                  <a:lnTo>
                    <a:pt x="2187791" y="1538249"/>
                  </a:lnTo>
                  <a:lnTo>
                    <a:pt x="2035492" y="1588668"/>
                  </a:lnTo>
                  <a:lnTo>
                    <a:pt x="1653946" y="1970151"/>
                  </a:lnTo>
                  <a:lnTo>
                    <a:pt x="1704352" y="2020557"/>
                  </a:lnTo>
                  <a:lnTo>
                    <a:pt x="1856638" y="1970151"/>
                  </a:lnTo>
                  <a:lnTo>
                    <a:pt x="2238210" y="1588668"/>
                  </a:lnTo>
                  <a:close/>
                </a:path>
                <a:path w="10660380" h="2206625">
                  <a:moveTo>
                    <a:pt x="2238210" y="1042809"/>
                  </a:moveTo>
                  <a:lnTo>
                    <a:pt x="2187791" y="992390"/>
                  </a:lnTo>
                  <a:lnTo>
                    <a:pt x="2035505" y="1042784"/>
                  </a:lnTo>
                  <a:lnTo>
                    <a:pt x="1653933" y="1424279"/>
                  </a:lnTo>
                  <a:lnTo>
                    <a:pt x="1704352" y="1474698"/>
                  </a:lnTo>
                  <a:lnTo>
                    <a:pt x="1856638" y="1424292"/>
                  </a:lnTo>
                  <a:lnTo>
                    <a:pt x="2238210" y="1042809"/>
                  </a:lnTo>
                  <a:close/>
                </a:path>
                <a:path w="10660380" h="2206625">
                  <a:moveTo>
                    <a:pt x="2238210" y="496963"/>
                  </a:moveTo>
                  <a:lnTo>
                    <a:pt x="2187791" y="446544"/>
                  </a:lnTo>
                  <a:lnTo>
                    <a:pt x="2035505" y="496938"/>
                  </a:lnTo>
                  <a:lnTo>
                    <a:pt x="1653933" y="878433"/>
                  </a:lnTo>
                  <a:lnTo>
                    <a:pt x="1704352" y="928852"/>
                  </a:lnTo>
                  <a:lnTo>
                    <a:pt x="1856638" y="878446"/>
                  </a:lnTo>
                  <a:lnTo>
                    <a:pt x="2238210" y="496963"/>
                  </a:lnTo>
                  <a:close/>
                </a:path>
                <a:path w="10660380" h="2206625">
                  <a:moveTo>
                    <a:pt x="2837116" y="0"/>
                  </a:moveTo>
                  <a:lnTo>
                    <a:pt x="2634399" y="0"/>
                  </a:lnTo>
                  <a:lnTo>
                    <a:pt x="2301760" y="332574"/>
                  </a:lnTo>
                  <a:lnTo>
                    <a:pt x="2352179" y="382993"/>
                  </a:lnTo>
                  <a:lnTo>
                    <a:pt x="2504465" y="332587"/>
                  </a:lnTo>
                  <a:lnTo>
                    <a:pt x="2837116" y="0"/>
                  </a:lnTo>
                  <a:close/>
                </a:path>
                <a:path w="10660380" h="2206625">
                  <a:moveTo>
                    <a:pt x="2886037" y="1588668"/>
                  </a:moveTo>
                  <a:lnTo>
                    <a:pt x="2835618" y="1538249"/>
                  </a:lnTo>
                  <a:lnTo>
                    <a:pt x="2683319" y="1588668"/>
                  </a:lnTo>
                  <a:lnTo>
                    <a:pt x="2301773" y="1970151"/>
                  </a:lnTo>
                  <a:lnTo>
                    <a:pt x="2352179" y="2020557"/>
                  </a:lnTo>
                  <a:lnTo>
                    <a:pt x="2504465" y="1970151"/>
                  </a:lnTo>
                  <a:lnTo>
                    <a:pt x="2886037" y="1588668"/>
                  </a:lnTo>
                  <a:close/>
                </a:path>
                <a:path w="10660380" h="2206625">
                  <a:moveTo>
                    <a:pt x="2886037" y="1042809"/>
                  </a:moveTo>
                  <a:lnTo>
                    <a:pt x="2835618" y="992390"/>
                  </a:lnTo>
                  <a:lnTo>
                    <a:pt x="2683332" y="1042784"/>
                  </a:lnTo>
                  <a:lnTo>
                    <a:pt x="2301760" y="1424279"/>
                  </a:lnTo>
                  <a:lnTo>
                    <a:pt x="2352179" y="1474698"/>
                  </a:lnTo>
                  <a:lnTo>
                    <a:pt x="2504465" y="1424292"/>
                  </a:lnTo>
                  <a:lnTo>
                    <a:pt x="2886037" y="1042809"/>
                  </a:lnTo>
                  <a:close/>
                </a:path>
                <a:path w="10660380" h="2206625">
                  <a:moveTo>
                    <a:pt x="2886037" y="496963"/>
                  </a:moveTo>
                  <a:lnTo>
                    <a:pt x="2835618" y="446544"/>
                  </a:lnTo>
                  <a:lnTo>
                    <a:pt x="2683332" y="496938"/>
                  </a:lnTo>
                  <a:lnTo>
                    <a:pt x="2301760" y="878433"/>
                  </a:lnTo>
                  <a:lnTo>
                    <a:pt x="2352179" y="928852"/>
                  </a:lnTo>
                  <a:lnTo>
                    <a:pt x="2504465" y="878446"/>
                  </a:lnTo>
                  <a:lnTo>
                    <a:pt x="2886037" y="496963"/>
                  </a:lnTo>
                  <a:close/>
                </a:path>
                <a:path w="10660380" h="2206625">
                  <a:moveTo>
                    <a:pt x="3484943" y="0"/>
                  </a:moveTo>
                  <a:lnTo>
                    <a:pt x="3282226" y="0"/>
                  </a:lnTo>
                  <a:lnTo>
                    <a:pt x="2949587" y="332574"/>
                  </a:lnTo>
                  <a:lnTo>
                    <a:pt x="3000006" y="382993"/>
                  </a:lnTo>
                  <a:lnTo>
                    <a:pt x="3152292" y="332587"/>
                  </a:lnTo>
                  <a:lnTo>
                    <a:pt x="3484943" y="0"/>
                  </a:lnTo>
                  <a:close/>
                </a:path>
                <a:path w="10660380" h="2206625">
                  <a:moveTo>
                    <a:pt x="3533864" y="1588668"/>
                  </a:moveTo>
                  <a:lnTo>
                    <a:pt x="3483445" y="1538249"/>
                  </a:lnTo>
                  <a:lnTo>
                    <a:pt x="3331133" y="1588668"/>
                  </a:lnTo>
                  <a:lnTo>
                    <a:pt x="2949600" y="1970151"/>
                  </a:lnTo>
                  <a:lnTo>
                    <a:pt x="3000006" y="2020557"/>
                  </a:lnTo>
                  <a:lnTo>
                    <a:pt x="3152292" y="1970151"/>
                  </a:lnTo>
                  <a:lnTo>
                    <a:pt x="3533864" y="1588668"/>
                  </a:lnTo>
                  <a:close/>
                </a:path>
                <a:path w="10660380" h="2206625">
                  <a:moveTo>
                    <a:pt x="3533864" y="1042809"/>
                  </a:moveTo>
                  <a:lnTo>
                    <a:pt x="3483445" y="992390"/>
                  </a:lnTo>
                  <a:lnTo>
                    <a:pt x="3331159" y="1042784"/>
                  </a:lnTo>
                  <a:lnTo>
                    <a:pt x="2949587" y="1424279"/>
                  </a:lnTo>
                  <a:lnTo>
                    <a:pt x="3000006" y="1474698"/>
                  </a:lnTo>
                  <a:lnTo>
                    <a:pt x="3152305" y="1424292"/>
                  </a:lnTo>
                  <a:lnTo>
                    <a:pt x="3533864" y="1042809"/>
                  </a:lnTo>
                  <a:close/>
                </a:path>
                <a:path w="10660380" h="2206625">
                  <a:moveTo>
                    <a:pt x="3533864" y="496963"/>
                  </a:moveTo>
                  <a:lnTo>
                    <a:pt x="3483445" y="446544"/>
                  </a:lnTo>
                  <a:lnTo>
                    <a:pt x="3331159" y="496938"/>
                  </a:lnTo>
                  <a:lnTo>
                    <a:pt x="2949587" y="878433"/>
                  </a:lnTo>
                  <a:lnTo>
                    <a:pt x="3000006" y="928852"/>
                  </a:lnTo>
                  <a:lnTo>
                    <a:pt x="3152305" y="878446"/>
                  </a:lnTo>
                  <a:lnTo>
                    <a:pt x="3533864" y="496963"/>
                  </a:lnTo>
                  <a:close/>
                </a:path>
                <a:path w="10660380" h="2206625">
                  <a:moveTo>
                    <a:pt x="4132770" y="0"/>
                  </a:moveTo>
                  <a:lnTo>
                    <a:pt x="3930053" y="0"/>
                  </a:lnTo>
                  <a:lnTo>
                    <a:pt x="3597402" y="332574"/>
                  </a:lnTo>
                  <a:lnTo>
                    <a:pt x="3647821" y="382993"/>
                  </a:lnTo>
                  <a:lnTo>
                    <a:pt x="3800106" y="332587"/>
                  </a:lnTo>
                  <a:lnTo>
                    <a:pt x="4132770" y="0"/>
                  </a:lnTo>
                  <a:close/>
                </a:path>
                <a:path w="10660380" h="2206625">
                  <a:moveTo>
                    <a:pt x="4181678" y="1588668"/>
                  </a:moveTo>
                  <a:lnTo>
                    <a:pt x="4131259" y="1538249"/>
                  </a:lnTo>
                  <a:lnTo>
                    <a:pt x="3978960" y="1588668"/>
                  </a:lnTo>
                  <a:lnTo>
                    <a:pt x="3597414" y="1970151"/>
                  </a:lnTo>
                  <a:lnTo>
                    <a:pt x="3647821" y="2020557"/>
                  </a:lnTo>
                  <a:lnTo>
                    <a:pt x="3800106" y="1970151"/>
                  </a:lnTo>
                  <a:lnTo>
                    <a:pt x="4181678" y="1588668"/>
                  </a:lnTo>
                  <a:close/>
                </a:path>
                <a:path w="10660380" h="2206625">
                  <a:moveTo>
                    <a:pt x="4181678" y="1042809"/>
                  </a:moveTo>
                  <a:lnTo>
                    <a:pt x="4131259" y="992390"/>
                  </a:lnTo>
                  <a:lnTo>
                    <a:pt x="3978973" y="1042784"/>
                  </a:lnTo>
                  <a:lnTo>
                    <a:pt x="3597402" y="1424279"/>
                  </a:lnTo>
                  <a:lnTo>
                    <a:pt x="3647821" y="1474698"/>
                  </a:lnTo>
                  <a:lnTo>
                    <a:pt x="3800106" y="1424292"/>
                  </a:lnTo>
                  <a:lnTo>
                    <a:pt x="4181678" y="1042809"/>
                  </a:lnTo>
                  <a:close/>
                </a:path>
                <a:path w="10660380" h="2206625">
                  <a:moveTo>
                    <a:pt x="4181678" y="496963"/>
                  </a:moveTo>
                  <a:lnTo>
                    <a:pt x="4131259" y="446544"/>
                  </a:lnTo>
                  <a:lnTo>
                    <a:pt x="3978973" y="496938"/>
                  </a:lnTo>
                  <a:lnTo>
                    <a:pt x="3597402" y="878433"/>
                  </a:lnTo>
                  <a:lnTo>
                    <a:pt x="3647821" y="928852"/>
                  </a:lnTo>
                  <a:lnTo>
                    <a:pt x="3800106" y="878446"/>
                  </a:lnTo>
                  <a:lnTo>
                    <a:pt x="4181678" y="496963"/>
                  </a:lnTo>
                  <a:close/>
                </a:path>
                <a:path w="10660380" h="2206625">
                  <a:moveTo>
                    <a:pt x="4780585" y="0"/>
                  </a:moveTo>
                  <a:lnTo>
                    <a:pt x="4577867" y="0"/>
                  </a:lnTo>
                  <a:lnTo>
                    <a:pt x="4245229" y="332574"/>
                  </a:lnTo>
                  <a:lnTo>
                    <a:pt x="4295648" y="382993"/>
                  </a:lnTo>
                  <a:lnTo>
                    <a:pt x="4447933" y="332587"/>
                  </a:lnTo>
                  <a:lnTo>
                    <a:pt x="4780585" y="0"/>
                  </a:lnTo>
                  <a:close/>
                </a:path>
                <a:path w="10660380" h="2206625">
                  <a:moveTo>
                    <a:pt x="4829505" y="1588668"/>
                  </a:moveTo>
                  <a:lnTo>
                    <a:pt x="4779086" y="1538249"/>
                  </a:lnTo>
                  <a:lnTo>
                    <a:pt x="4626788" y="1588668"/>
                  </a:lnTo>
                  <a:lnTo>
                    <a:pt x="4245241" y="1970151"/>
                  </a:lnTo>
                  <a:lnTo>
                    <a:pt x="4295648" y="2020557"/>
                  </a:lnTo>
                  <a:lnTo>
                    <a:pt x="4447933" y="1970151"/>
                  </a:lnTo>
                  <a:lnTo>
                    <a:pt x="4829505" y="1588668"/>
                  </a:lnTo>
                  <a:close/>
                </a:path>
                <a:path w="10660380" h="2206625">
                  <a:moveTo>
                    <a:pt x="4829505" y="1042809"/>
                  </a:moveTo>
                  <a:lnTo>
                    <a:pt x="4779086" y="992390"/>
                  </a:lnTo>
                  <a:lnTo>
                    <a:pt x="4626800" y="1042784"/>
                  </a:lnTo>
                  <a:lnTo>
                    <a:pt x="4245229" y="1424279"/>
                  </a:lnTo>
                  <a:lnTo>
                    <a:pt x="4295648" y="1474698"/>
                  </a:lnTo>
                  <a:lnTo>
                    <a:pt x="4447946" y="1424292"/>
                  </a:lnTo>
                  <a:lnTo>
                    <a:pt x="4829505" y="1042809"/>
                  </a:lnTo>
                  <a:close/>
                </a:path>
                <a:path w="10660380" h="2206625">
                  <a:moveTo>
                    <a:pt x="4829505" y="496963"/>
                  </a:moveTo>
                  <a:lnTo>
                    <a:pt x="4779086" y="446544"/>
                  </a:lnTo>
                  <a:lnTo>
                    <a:pt x="4626800" y="496938"/>
                  </a:lnTo>
                  <a:lnTo>
                    <a:pt x="4245229" y="878433"/>
                  </a:lnTo>
                  <a:lnTo>
                    <a:pt x="4295648" y="928852"/>
                  </a:lnTo>
                  <a:lnTo>
                    <a:pt x="4447946" y="878446"/>
                  </a:lnTo>
                  <a:lnTo>
                    <a:pt x="4829505" y="496963"/>
                  </a:lnTo>
                  <a:close/>
                </a:path>
                <a:path w="10660380" h="2206625">
                  <a:moveTo>
                    <a:pt x="5428412" y="0"/>
                  </a:moveTo>
                  <a:lnTo>
                    <a:pt x="5225694" y="0"/>
                  </a:lnTo>
                  <a:lnTo>
                    <a:pt x="4893043" y="332574"/>
                  </a:lnTo>
                  <a:lnTo>
                    <a:pt x="4943462" y="382993"/>
                  </a:lnTo>
                  <a:lnTo>
                    <a:pt x="5095748" y="332587"/>
                  </a:lnTo>
                  <a:lnTo>
                    <a:pt x="5428412" y="0"/>
                  </a:lnTo>
                  <a:close/>
                </a:path>
                <a:path w="10660380" h="2206625">
                  <a:moveTo>
                    <a:pt x="5477319" y="1588668"/>
                  </a:moveTo>
                  <a:lnTo>
                    <a:pt x="5426900" y="1538249"/>
                  </a:lnTo>
                  <a:lnTo>
                    <a:pt x="5274602" y="1588668"/>
                  </a:lnTo>
                  <a:lnTo>
                    <a:pt x="4893056" y="1970151"/>
                  </a:lnTo>
                  <a:lnTo>
                    <a:pt x="4943462" y="2020557"/>
                  </a:lnTo>
                  <a:lnTo>
                    <a:pt x="5095748" y="1970151"/>
                  </a:lnTo>
                  <a:lnTo>
                    <a:pt x="5477319" y="1588668"/>
                  </a:lnTo>
                  <a:close/>
                </a:path>
                <a:path w="10660380" h="2206625">
                  <a:moveTo>
                    <a:pt x="5477319" y="1042809"/>
                  </a:moveTo>
                  <a:lnTo>
                    <a:pt x="5426900" y="992390"/>
                  </a:lnTo>
                  <a:lnTo>
                    <a:pt x="5274615" y="1042784"/>
                  </a:lnTo>
                  <a:lnTo>
                    <a:pt x="4893043" y="1424279"/>
                  </a:lnTo>
                  <a:lnTo>
                    <a:pt x="4943462" y="1474698"/>
                  </a:lnTo>
                  <a:lnTo>
                    <a:pt x="5095760" y="1424292"/>
                  </a:lnTo>
                  <a:lnTo>
                    <a:pt x="5477319" y="1042809"/>
                  </a:lnTo>
                  <a:close/>
                </a:path>
                <a:path w="10660380" h="2206625">
                  <a:moveTo>
                    <a:pt x="5477319" y="496963"/>
                  </a:moveTo>
                  <a:lnTo>
                    <a:pt x="5426900" y="446544"/>
                  </a:lnTo>
                  <a:lnTo>
                    <a:pt x="5274615" y="496938"/>
                  </a:lnTo>
                  <a:lnTo>
                    <a:pt x="4893043" y="878433"/>
                  </a:lnTo>
                  <a:lnTo>
                    <a:pt x="4943462" y="928852"/>
                  </a:lnTo>
                  <a:lnTo>
                    <a:pt x="5095760" y="878446"/>
                  </a:lnTo>
                  <a:lnTo>
                    <a:pt x="5477319" y="496963"/>
                  </a:lnTo>
                  <a:close/>
                </a:path>
                <a:path w="10660380" h="2206625">
                  <a:moveTo>
                    <a:pt x="6076239" y="0"/>
                  </a:moveTo>
                  <a:lnTo>
                    <a:pt x="5873521" y="0"/>
                  </a:lnTo>
                  <a:lnTo>
                    <a:pt x="5540870" y="332574"/>
                  </a:lnTo>
                  <a:lnTo>
                    <a:pt x="5591289" y="382993"/>
                  </a:lnTo>
                  <a:lnTo>
                    <a:pt x="5743575" y="332587"/>
                  </a:lnTo>
                  <a:lnTo>
                    <a:pt x="6076239" y="0"/>
                  </a:lnTo>
                  <a:close/>
                </a:path>
                <a:path w="10660380" h="2206625">
                  <a:moveTo>
                    <a:pt x="6125146" y="1588668"/>
                  </a:moveTo>
                  <a:lnTo>
                    <a:pt x="6074727" y="1538249"/>
                  </a:lnTo>
                  <a:lnTo>
                    <a:pt x="5922429" y="1588668"/>
                  </a:lnTo>
                  <a:lnTo>
                    <a:pt x="5540883" y="1970151"/>
                  </a:lnTo>
                  <a:lnTo>
                    <a:pt x="5591289" y="2020557"/>
                  </a:lnTo>
                  <a:lnTo>
                    <a:pt x="5743575" y="1970151"/>
                  </a:lnTo>
                  <a:lnTo>
                    <a:pt x="6125146" y="1588668"/>
                  </a:lnTo>
                  <a:close/>
                </a:path>
                <a:path w="10660380" h="2206625">
                  <a:moveTo>
                    <a:pt x="6125146" y="1042809"/>
                  </a:moveTo>
                  <a:lnTo>
                    <a:pt x="6074727" y="992390"/>
                  </a:lnTo>
                  <a:lnTo>
                    <a:pt x="5922442" y="1042784"/>
                  </a:lnTo>
                  <a:lnTo>
                    <a:pt x="5540870" y="1424279"/>
                  </a:lnTo>
                  <a:lnTo>
                    <a:pt x="5591289" y="1474698"/>
                  </a:lnTo>
                  <a:lnTo>
                    <a:pt x="5743575" y="1424292"/>
                  </a:lnTo>
                  <a:lnTo>
                    <a:pt x="6125146" y="1042809"/>
                  </a:lnTo>
                  <a:close/>
                </a:path>
                <a:path w="10660380" h="2206625">
                  <a:moveTo>
                    <a:pt x="6125146" y="496963"/>
                  </a:moveTo>
                  <a:lnTo>
                    <a:pt x="6074727" y="446544"/>
                  </a:lnTo>
                  <a:lnTo>
                    <a:pt x="5922442" y="496938"/>
                  </a:lnTo>
                  <a:lnTo>
                    <a:pt x="5540870" y="878433"/>
                  </a:lnTo>
                  <a:lnTo>
                    <a:pt x="5591289" y="928852"/>
                  </a:lnTo>
                  <a:lnTo>
                    <a:pt x="5743575" y="878446"/>
                  </a:lnTo>
                  <a:lnTo>
                    <a:pt x="6125146" y="496963"/>
                  </a:lnTo>
                  <a:close/>
                </a:path>
                <a:path w="10660380" h="2206625">
                  <a:moveTo>
                    <a:pt x="6724053" y="0"/>
                  </a:moveTo>
                  <a:lnTo>
                    <a:pt x="6521336" y="0"/>
                  </a:lnTo>
                  <a:lnTo>
                    <a:pt x="6188697" y="332574"/>
                  </a:lnTo>
                  <a:lnTo>
                    <a:pt x="6239116" y="382993"/>
                  </a:lnTo>
                  <a:lnTo>
                    <a:pt x="6391402" y="332587"/>
                  </a:lnTo>
                  <a:lnTo>
                    <a:pt x="6724053" y="0"/>
                  </a:lnTo>
                  <a:close/>
                </a:path>
                <a:path w="10660380" h="2206625">
                  <a:moveTo>
                    <a:pt x="6772973" y="1588668"/>
                  </a:moveTo>
                  <a:lnTo>
                    <a:pt x="6722554" y="1538249"/>
                  </a:lnTo>
                  <a:lnTo>
                    <a:pt x="6570243" y="1588668"/>
                  </a:lnTo>
                  <a:lnTo>
                    <a:pt x="6188710" y="1970151"/>
                  </a:lnTo>
                  <a:lnTo>
                    <a:pt x="6239116" y="2020557"/>
                  </a:lnTo>
                  <a:lnTo>
                    <a:pt x="6391402" y="1970151"/>
                  </a:lnTo>
                  <a:lnTo>
                    <a:pt x="6772973" y="1588668"/>
                  </a:lnTo>
                  <a:close/>
                </a:path>
                <a:path w="10660380" h="2206625">
                  <a:moveTo>
                    <a:pt x="6772973" y="1042809"/>
                  </a:moveTo>
                  <a:lnTo>
                    <a:pt x="6722554" y="992390"/>
                  </a:lnTo>
                  <a:lnTo>
                    <a:pt x="6570269" y="1042784"/>
                  </a:lnTo>
                  <a:lnTo>
                    <a:pt x="6188697" y="1424279"/>
                  </a:lnTo>
                  <a:lnTo>
                    <a:pt x="6239116" y="1474698"/>
                  </a:lnTo>
                  <a:lnTo>
                    <a:pt x="6391415" y="1424292"/>
                  </a:lnTo>
                  <a:lnTo>
                    <a:pt x="6772973" y="1042809"/>
                  </a:lnTo>
                  <a:close/>
                </a:path>
                <a:path w="10660380" h="2206625">
                  <a:moveTo>
                    <a:pt x="6772973" y="496963"/>
                  </a:moveTo>
                  <a:lnTo>
                    <a:pt x="6722554" y="446544"/>
                  </a:lnTo>
                  <a:lnTo>
                    <a:pt x="6570269" y="496938"/>
                  </a:lnTo>
                  <a:lnTo>
                    <a:pt x="6188697" y="878433"/>
                  </a:lnTo>
                  <a:lnTo>
                    <a:pt x="6239116" y="928852"/>
                  </a:lnTo>
                  <a:lnTo>
                    <a:pt x="6391415" y="878446"/>
                  </a:lnTo>
                  <a:lnTo>
                    <a:pt x="6772973" y="496963"/>
                  </a:lnTo>
                  <a:close/>
                </a:path>
                <a:path w="10660380" h="2206625">
                  <a:moveTo>
                    <a:pt x="7371867" y="0"/>
                  </a:moveTo>
                  <a:lnTo>
                    <a:pt x="7169150" y="0"/>
                  </a:lnTo>
                  <a:lnTo>
                    <a:pt x="6836511" y="332574"/>
                  </a:lnTo>
                  <a:lnTo>
                    <a:pt x="6886930" y="382993"/>
                  </a:lnTo>
                  <a:lnTo>
                    <a:pt x="7039216" y="332587"/>
                  </a:lnTo>
                  <a:lnTo>
                    <a:pt x="7371867" y="0"/>
                  </a:lnTo>
                  <a:close/>
                </a:path>
                <a:path w="10660380" h="2206625">
                  <a:moveTo>
                    <a:pt x="7420788" y="1588668"/>
                  </a:moveTo>
                  <a:lnTo>
                    <a:pt x="7370369" y="1538249"/>
                  </a:lnTo>
                  <a:lnTo>
                    <a:pt x="7218070" y="1588668"/>
                  </a:lnTo>
                  <a:lnTo>
                    <a:pt x="6836524" y="1970151"/>
                  </a:lnTo>
                  <a:lnTo>
                    <a:pt x="6886930" y="2020557"/>
                  </a:lnTo>
                  <a:lnTo>
                    <a:pt x="7039216" y="1970151"/>
                  </a:lnTo>
                  <a:lnTo>
                    <a:pt x="7420788" y="1588668"/>
                  </a:lnTo>
                  <a:close/>
                </a:path>
                <a:path w="10660380" h="2206625">
                  <a:moveTo>
                    <a:pt x="7420788" y="1042809"/>
                  </a:moveTo>
                  <a:lnTo>
                    <a:pt x="7370369" y="992390"/>
                  </a:lnTo>
                  <a:lnTo>
                    <a:pt x="7218083" y="1042784"/>
                  </a:lnTo>
                  <a:lnTo>
                    <a:pt x="6836511" y="1424279"/>
                  </a:lnTo>
                  <a:lnTo>
                    <a:pt x="6886930" y="1474698"/>
                  </a:lnTo>
                  <a:lnTo>
                    <a:pt x="7039229" y="1424292"/>
                  </a:lnTo>
                  <a:lnTo>
                    <a:pt x="7420788" y="1042809"/>
                  </a:lnTo>
                  <a:close/>
                </a:path>
                <a:path w="10660380" h="2206625">
                  <a:moveTo>
                    <a:pt x="7420788" y="496963"/>
                  </a:moveTo>
                  <a:lnTo>
                    <a:pt x="7370369" y="446544"/>
                  </a:lnTo>
                  <a:lnTo>
                    <a:pt x="7218083" y="496938"/>
                  </a:lnTo>
                  <a:lnTo>
                    <a:pt x="6836511" y="878433"/>
                  </a:lnTo>
                  <a:lnTo>
                    <a:pt x="6886930" y="928852"/>
                  </a:lnTo>
                  <a:lnTo>
                    <a:pt x="7039229" y="878446"/>
                  </a:lnTo>
                  <a:lnTo>
                    <a:pt x="7420788" y="496963"/>
                  </a:lnTo>
                  <a:close/>
                </a:path>
                <a:path w="10660380" h="2206625">
                  <a:moveTo>
                    <a:pt x="8019694" y="0"/>
                  </a:moveTo>
                  <a:lnTo>
                    <a:pt x="7816977" y="0"/>
                  </a:lnTo>
                  <a:lnTo>
                    <a:pt x="7484338" y="332574"/>
                  </a:lnTo>
                  <a:lnTo>
                    <a:pt x="7534757" y="382993"/>
                  </a:lnTo>
                  <a:lnTo>
                    <a:pt x="7687043" y="332587"/>
                  </a:lnTo>
                  <a:lnTo>
                    <a:pt x="8019694" y="0"/>
                  </a:lnTo>
                  <a:close/>
                </a:path>
                <a:path w="10660380" h="2206625">
                  <a:moveTo>
                    <a:pt x="8068615" y="1588668"/>
                  </a:moveTo>
                  <a:lnTo>
                    <a:pt x="8018196" y="1538249"/>
                  </a:lnTo>
                  <a:lnTo>
                    <a:pt x="7865897" y="1588668"/>
                  </a:lnTo>
                  <a:lnTo>
                    <a:pt x="7484351" y="1970151"/>
                  </a:lnTo>
                  <a:lnTo>
                    <a:pt x="7534757" y="2020557"/>
                  </a:lnTo>
                  <a:lnTo>
                    <a:pt x="7687043" y="1970151"/>
                  </a:lnTo>
                  <a:lnTo>
                    <a:pt x="8068615" y="1588668"/>
                  </a:lnTo>
                  <a:close/>
                </a:path>
                <a:path w="10660380" h="2206625">
                  <a:moveTo>
                    <a:pt x="8068615" y="1042809"/>
                  </a:moveTo>
                  <a:lnTo>
                    <a:pt x="8018196" y="992390"/>
                  </a:lnTo>
                  <a:lnTo>
                    <a:pt x="7865910" y="1042784"/>
                  </a:lnTo>
                  <a:lnTo>
                    <a:pt x="7484338" y="1424279"/>
                  </a:lnTo>
                  <a:lnTo>
                    <a:pt x="7534757" y="1474698"/>
                  </a:lnTo>
                  <a:lnTo>
                    <a:pt x="7687056" y="1424292"/>
                  </a:lnTo>
                  <a:lnTo>
                    <a:pt x="8068615" y="1042809"/>
                  </a:lnTo>
                  <a:close/>
                </a:path>
                <a:path w="10660380" h="2206625">
                  <a:moveTo>
                    <a:pt x="8068615" y="496963"/>
                  </a:moveTo>
                  <a:lnTo>
                    <a:pt x="8018196" y="446544"/>
                  </a:lnTo>
                  <a:lnTo>
                    <a:pt x="7865910" y="496938"/>
                  </a:lnTo>
                  <a:lnTo>
                    <a:pt x="7484338" y="878433"/>
                  </a:lnTo>
                  <a:lnTo>
                    <a:pt x="7534757" y="928852"/>
                  </a:lnTo>
                  <a:lnTo>
                    <a:pt x="7687056" y="878446"/>
                  </a:lnTo>
                  <a:lnTo>
                    <a:pt x="8068615" y="496963"/>
                  </a:lnTo>
                  <a:close/>
                </a:path>
                <a:path w="10660380" h="2206625">
                  <a:moveTo>
                    <a:pt x="8667521" y="0"/>
                  </a:moveTo>
                  <a:lnTo>
                    <a:pt x="8464804" y="0"/>
                  </a:lnTo>
                  <a:lnTo>
                    <a:pt x="8132153" y="332574"/>
                  </a:lnTo>
                  <a:lnTo>
                    <a:pt x="8182572" y="382993"/>
                  </a:lnTo>
                  <a:lnTo>
                    <a:pt x="8334857" y="332587"/>
                  </a:lnTo>
                  <a:lnTo>
                    <a:pt x="8667521" y="0"/>
                  </a:lnTo>
                  <a:close/>
                </a:path>
                <a:path w="10660380" h="2206625">
                  <a:moveTo>
                    <a:pt x="8716429" y="1588668"/>
                  </a:moveTo>
                  <a:lnTo>
                    <a:pt x="8666010" y="1538249"/>
                  </a:lnTo>
                  <a:lnTo>
                    <a:pt x="8513712" y="1588668"/>
                  </a:lnTo>
                  <a:lnTo>
                    <a:pt x="8132165" y="1970151"/>
                  </a:lnTo>
                  <a:lnTo>
                    <a:pt x="8182572" y="2020557"/>
                  </a:lnTo>
                  <a:lnTo>
                    <a:pt x="8334857" y="1970151"/>
                  </a:lnTo>
                  <a:lnTo>
                    <a:pt x="8716429" y="1588668"/>
                  </a:lnTo>
                  <a:close/>
                </a:path>
                <a:path w="10660380" h="2206625">
                  <a:moveTo>
                    <a:pt x="8716429" y="1042809"/>
                  </a:moveTo>
                  <a:lnTo>
                    <a:pt x="8666010" y="992390"/>
                  </a:lnTo>
                  <a:lnTo>
                    <a:pt x="8513724" y="1042784"/>
                  </a:lnTo>
                  <a:lnTo>
                    <a:pt x="8132153" y="1424279"/>
                  </a:lnTo>
                  <a:lnTo>
                    <a:pt x="8182572" y="1474698"/>
                  </a:lnTo>
                  <a:lnTo>
                    <a:pt x="8334857" y="1424292"/>
                  </a:lnTo>
                  <a:lnTo>
                    <a:pt x="8716429" y="1042809"/>
                  </a:lnTo>
                  <a:close/>
                </a:path>
                <a:path w="10660380" h="2206625">
                  <a:moveTo>
                    <a:pt x="8716429" y="496963"/>
                  </a:moveTo>
                  <a:lnTo>
                    <a:pt x="8666010" y="446544"/>
                  </a:lnTo>
                  <a:lnTo>
                    <a:pt x="8513724" y="496938"/>
                  </a:lnTo>
                  <a:lnTo>
                    <a:pt x="8132153" y="878433"/>
                  </a:lnTo>
                  <a:lnTo>
                    <a:pt x="8182572" y="928852"/>
                  </a:lnTo>
                  <a:lnTo>
                    <a:pt x="8334857" y="878446"/>
                  </a:lnTo>
                  <a:lnTo>
                    <a:pt x="8716429" y="496963"/>
                  </a:lnTo>
                  <a:close/>
                </a:path>
                <a:path w="10660380" h="2206625">
                  <a:moveTo>
                    <a:pt x="9315336" y="0"/>
                  </a:moveTo>
                  <a:lnTo>
                    <a:pt x="9112618" y="0"/>
                  </a:lnTo>
                  <a:lnTo>
                    <a:pt x="8779980" y="332574"/>
                  </a:lnTo>
                  <a:lnTo>
                    <a:pt x="8830399" y="382993"/>
                  </a:lnTo>
                  <a:lnTo>
                    <a:pt x="8982685" y="332587"/>
                  </a:lnTo>
                  <a:lnTo>
                    <a:pt x="9315336" y="0"/>
                  </a:lnTo>
                  <a:close/>
                </a:path>
                <a:path w="10660380" h="2206625">
                  <a:moveTo>
                    <a:pt x="9364256" y="1588668"/>
                  </a:moveTo>
                  <a:lnTo>
                    <a:pt x="9313837" y="1538249"/>
                  </a:lnTo>
                  <a:lnTo>
                    <a:pt x="9161539" y="1588668"/>
                  </a:lnTo>
                  <a:lnTo>
                    <a:pt x="8779993" y="1970151"/>
                  </a:lnTo>
                  <a:lnTo>
                    <a:pt x="8830399" y="2020557"/>
                  </a:lnTo>
                  <a:lnTo>
                    <a:pt x="8982685" y="1970151"/>
                  </a:lnTo>
                  <a:lnTo>
                    <a:pt x="9364256" y="1588668"/>
                  </a:lnTo>
                  <a:close/>
                </a:path>
                <a:path w="10660380" h="2206625">
                  <a:moveTo>
                    <a:pt x="9364256" y="1042809"/>
                  </a:moveTo>
                  <a:lnTo>
                    <a:pt x="9313837" y="992390"/>
                  </a:lnTo>
                  <a:lnTo>
                    <a:pt x="9161551" y="1042784"/>
                  </a:lnTo>
                  <a:lnTo>
                    <a:pt x="8779980" y="1424279"/>
                  </a:lnTo>
                  <a:lnTo>
                    <a:pt x="8830399" y="1474698"/>
                  </a:lnTo>
                  <a:lnTo>
                    <a:pt x="8982697" y="1424292"/>
                  </a:lnTo>
                  <a:lnTo>
                    <a:pt x="9364256" y="1042809"/>
                  </a:lnTo>
                  <a:close/>
                </a:path>
                <a:path w="10660380" h="2206625">
                  <a:moveTo>
                    <a:pt x="9364256" y="496963"/>
                  </a:moveTo>
                  <a:lnTo>
                    <a:pt x="9313837" y="446544"/>
                  </a:lnTo>
                  <a:lnTo>
                    <a:pt x="9161551" y="496938"/>
                  </a:lnTo>
                  <a:lnTo>
                    <a:pt x="8779980" y="878433"/>
                  </a:lnTo>
                  <a:lnTo>
                    <a:pt x="8830399" y="928852"/>
                  </a:lnTo>
                  <a:lnTo>
                    <a:pt x="8982697" y="878446"/>
                  </a:lnTo>
                  <a:lnTo>
                    <a:pt x="9364256" y="496963"/>
                  </a:lnTo>
                  <a:close/>
                </a:path>
                <a:path w="10660380" h="2206625">
                  <a:moveTo>
                    <a:pt x="9963163" y="0"/>
                  </a:moveTo>
                  <a:lnTo>
                    <a:pt x="9760445" y="0"/>
                  </a:lnTo>
                  <a:lnTo>
                    <a:pt x="9427794" y="332574"/>
                  </a:lnTo>
                  <a:lnTo>
                    <a:pt x="9478213" y="382993"/>
                  </a:lnTo>
                  <a:lnTo>
                    <a:pt x="9630499" y="332587"/>
                  </a:lnTo>
                  <a:lnTo>
                    <a:pt x="9963163" y="0"/>
                  </a:lnTo>
                  <a:close/>
                </a:path>
                <a:path w="10660380" h="2206625">
                  <a:moveTo>
                    <a:pt x="10012083" y="1588668"/>
                  </a:moveTo>
                  <a:lnTo>
                    <a:pt x="9961664" y="1538249"/>
                  </a:lnTo>
                  <a:lnTo>
                    <a:pt x="9809353" y="1588668"/>
                  </a:lnTo>
                  <a:lnTo>
                    <a:pt x="9427820" y="1970151"/>
                  </a:lnTo>
                  <a:lnTo>
                    <a:pt x="9478226" y="2020557"/>
                  </a:lnTo>
                  <a:lnTo>
                    <a:pt x="9630512" y="1970151"/>
                  </a:lnTo>
                  <a:lnTo>
                    <a:pt x="10012083" y="1588668"/>
                  </a:lnTo>
                  <a:close/>
                </a:path>
                <a:path w="10660380" h="2206625">
                  <a:moveTo>
                    <a:pt x="10012083" y="1042809"/>
                  </a:moveTo>
                  <a:lnTo>
                    <a:pt x="9961664" y="992390"/>
                  </a:lnTo>
                  <a:lnTo>
                    <a:pt x="9809378" y="1042784"/>
                  </a:lnTo>
                  <a:lnTo>
                    <a:pt x="9427807" y="1424279"/>
                  </a:lnTo>
                  <a:lnTo>
                    <a:pt x="9478226" y="1474698"/>
                  </a:lnTo>
                  <a:lnTo>
                    <a:pt x="9630524" y="1424292"/>
                  </a:lnTo>
                  <a:lnTo>
                    <a:pt x="10012083" y="1042809"/>
                  </a:lnTo>
                  <a:close/>
                </a:path>
                <a:path w="10660380" h="2206625">
                  <a:moveTo>
                    <a:pt x="10012083" y="496963"/>
                  </a:moveTo>
                  <a:lnTo>
                    <a:pt x="9961664" y="446544"/>
                  </a:lnTo>
                  <a:lnTo>
                    <a:pt x="9809378" y="496938"/>
                  </a:lnTo>
                  <a:lnTo>
                    <a:pt x="9427807" y="878433"/>
                  </a:lnTo>
                  <a:lnTo>
                    <a:pt x="9478226" y="928852"/>
                  </a:lnTo>
                  <a:lnTo>
                    <a:pt x="9630524" y="878446"/>
                  </a:lnTo>
                  <a:lnTo>
                    <a:pt x="10012083" y="496963"/>
                  </a:lnTo>
                  <a:close/>
                </a:path>
                <a:path w="10660380" h="2206625">
                  <a:moveTo>
                    <a:pt x="10610990" y="0"/>
                  </a:moveTo>
                  <a:lnTo>
                    <a:pt x="10408272" y="0"/>
                  </a:lnTo>
                  <a:lnTo>
                    <a:pt x="10075621" y="332574"/>
                  </a:lnTo>
                  <a:lnTo>
                    <a:pt x="10126040" y="382993"/>
                  </a:lnTo>
                  <a:lnTo>
                    <a:pt x="10278326" y="332587"/>
                  </a:lnTo>
                  <a:lnTo>
                    <a:pt x="10610990" y="0"/>
                  </a:lnTo>
                  <a:close/>
                </a:path>
                <a:path w="10660380" h="2206625">
                  <a:moveTo>
                    <a:pt x="10659897" y="1588668"/>
                  </a:moveTo>
                  <a:lnTo>
                    <a:pt x="10609478" y="1538249"/>
                  </a:lnTo>
                  <a:lnTo>
                    <a:pt x="10457180" y="1588668"/>
                  </a:lnTo>
                  <a:lnTo>
                    <a:pt x="10075634" y="1970151"/>
                  </a:lnTo>
                  <a:lnTo>
                    <a:pt x="10126040" y="2020557"/>
                  </a:lnTo>
                  <a:lnTo>
                    <a:pt x="10278326" y="1970151"/>
                  </a:lnTo>
                  <a:lnTo>
                    <a:pt x="10659897" y="1588668"/>
                  </a:lnTo>
                  <a:close/>
                </a:path>
                <a:path w="10660380" h="2206625">
                  <a:moveTo>
                    <a:pt x="10659897" y="1042809"/>
                  </a:moveTo>
                  <a:lnTo>
                    <a:pt x="10609478" y="992390"/>
                  </a:lnTo>
                  <a:lnTo>
                    <a:pt x="10457193" y="1042784"/>
                  </a:lnTo>
                  <a:lnTo>
                    <a:pt x="10075621" y="1424279"/>
                  </a:lnTo>
                  <a:lnTo>
                    <a:pt x="10126040" y="1474698"/>
                  </a:lnTo>
                  <a:lnTo>
                    <a:pt x="10278326" y="1424292"/>
                  </a:lnTo>
                  <a:lnTo>
                    <a:pt x="10659897" y="1042809"/>
                  </a:lnTo>
                  <a:close/>
                </a:path>
                <a:path w="10660380" h="2206625">
                  <a:moveTo>
                    <a:pt x="10659897" y="496963"/>
                  </a:moveTo>
                  <a:lnTo>
                    <a:pt x="10609478" y="446544"/>
                  </a:lnTo>
                  <a:lnTo>
                    <a:pt x="10457193" y="496938"/>
                  </a:lnTo>
                  <a:lnTo>
                    <a:pt x="10075621" y="878433"/>
                  </a:lnTo>
                  <a:lnTo>
                    <a:pt x="10126040" y="928852"/>
                  </a:lnTo>
                  <a:lnTo>
                    <a:pt x="10278326" y="878446"/>
                  </a:lnTo>
                  <a:lnTo>
                    <a:pt x="10659897" y="496963"/>
                  </a:lnTo>
                  <a:close/>
                </a:path>
              </a:pathLst>
            </a:custGeom>
            <a:solidFill>
              <a:srgbClr val="0D0F38">
                <a:alpha val="13998"/>
              </a:srgbClr>
            </a:solidFill>
          </p:spPr>
          <p:txBody>
            <a:bodyPr wrap="square" lIns="0" tIns="0" rIns="0" bIns="0" rtlCol="0"/>
            <a:lstStyle/>
            <a:p>
              <a:endParaRPr/>
            </a:p>
          </p:txBody>
        </p:sp>
        <p:sp>
          <p:nvSpPr>
            <p:cNvPr id="8" name="object 8"/>
            <p:cNvSpPr/>
            <p:nvPr/>
          </p:nvSpPr>
          <p:spPr>
            <a:xfrm>
              <a:off x="1315897" y="7437831"/>
              <a:ext cx="9344025" cy="122555"/>
            </a:xfrm>
            <a:custGeom>
              <a:avLst/>
              <a:gdLst/>
              <a:ahLst/>
              <a:cxnLst/>
              <a:rect l="l" t="t" r="r" b="b"/>
              <a:pathLst>
                <a:path w="9344025" h="122554">
                  <a:moveTo>
                    <a:pt x="274497" y="50419"/>
                  </a:moveTo>
                  <a:lnTo>
                    <a:pt x="224078" y="0"/>
                  </a:lnTo>
                  <a:lnTo>
                    <a:pt x="71793" y="50406"/>
                  </a:lnTo>
                  <a:lnTo>
                    <a:pt x="0" y="122174"/>
                  </a:lnTo>
                  <a:lnTo>
                    <a:pt x="202717" y="122174"/>
                  </a:lnTo>
                  <a:lnTo>
                    <a:pt x="274497" y="50419"/>
                  </a:lnTo>
                  <a:close/>
                </a:path>
                <a:path w="9344025" h="122554">
                  <a:moveTo>
                    <a:pt x="922312" y="50419"/>
                  </a:moveTo>
                  <a:lnTo>
                    <a:pt x="871893" y="0"/>
                  </a:lnTo>
                  <a:lnTo>
                    <a:pt x="719607" y="50406"/>
                  </a:lnTo>
                  <a:lnTo>
                    <a:pt x="647827" y="122174"/>
                  </a:lnTo>
                  <a:lnTo>
                    <a:pt x="850544" y="122174"/>
                  </a:lnTo>
                  <a:lnTo>
                    <a:pt x="922312" y="50419"/>
                  </a:lnTo>
                  <a:close/>
                </a:path>
                <a:path w="9344025" h="122554">
                  <a:moveTo>
                    <a:pt x="1570139" y="50419"/>
                  </a:moveTo>
                  <a:lnTo>
                    <a:pt x="1519720" y="0"/>
                  </a:lnTo>
                  <a:lnTo>
                    <a:pt x="1367434" y="50406"/>
                  </a:lnTo>
                  <a:lnTo>
                    <a:pt x="1295641" y="122174"/>
                  </a:lnTo>
                  <a:lnTo>
                    <a:pt x="1498358" y="122174"/>
                  </a:lnTo>
                  <a:lnTo>
                    <a:pt x="1570139" y="50419"/>
                  </a:lnTo>
                  <a:close/>
                </a:path>
                <a:path w="9344025" h="122554">
                  <a:moveTo>
                    <a:pt x="2217966" y="50419"/>
                  </a:moveTo>
                  <a:lnTo>
                    <a:pt x="2167547" y="0"/>
                  </a:lnTo>
                  <a:lnTo>
                    <a:pt x="2015261" y="50406"/>
                  </a:lnTo>
                  <a:lnTo>
                    <a:pt x="1943468" y="122174"/>
                  </a:lnTo>
                  <a:lnTo>
                    <a:pt x="2146185" y="122174"/>
                  </a:lnTo>
                  <a:lnTo>
                    <a:pt x="2217966" y="50419"/>
                  </a:lnTo>
                  <a:close/>
                </a:path>
                <a:path w="9344025" h="122554">
                  <a:moveTo>
                    <a:pt x="2865780" y="50419"/>
                  </a:moveTo>
                  <a:lnTo>
                    <a:pt x="2815361" y="0"/>
                  </a:lnTo>
                  <a:lnTo>
                    <a:pt x="2663075" y="50406"/>
                  </a:lnTo>
                  <a:lnTo>
                    <a:pt x="2591295" y="122174"/>
                  </a:lnTo>
                  <a:lnTo>
                    <a:pt x="2794012" y="122174"/>
                  </a:lnTo>
                  <a:lnTo>
                    <a:pt x="2865780" y="50419"/>
                  </a:lnTo>
                  <a:close/>
                </a:path>
                <a:path w="9344025" h="122554">
                  <a:moveTo>
                    <a:pt x="3513607" y="50419"/>
                  </a:moveTo>
                  <a:lnTo>
                    <a:pt x="3463188" y="0"/>
                  </a:lnTo>
                  <a:lnTo>
                    <a:pt x="3310902" y="50406"/>
                  </a:lnTo>
                  <a:lnTo>
                    <a:pt x="3239109" y="122174"/>
                  </a:lnTo>
                  <a:lnTo>
                    <a:pt x="3441827" y="122174"/>
                  </a:lnTo>
                  <a:lnTo>
                    <a:pt x="3513607" y="50419"/>
                  </a:lnTo>
                  <a:close/>
                </a:path>
                <a:path w="9344025" h="122554">
                  <a:moveTo>
                    <a:pt x="4161421" y="50419"/>
                  </a:moveTo>
                  <a:lnTo>
                    <a:pt x="4111002" y="0"/>
                  </a:lnTo>
                  <a:lnTo>
                    <a:pt x="3958717" y="50406"/>
                  </a:lnTo>
                  <a:lnTo>
                    <a:pt x="3886936" y="122174"/>
                  </a:lnTo>
                  <a:lnTo>
                    <a:pt x="4089654" y="122174"/>
                  </a:lnTo>
                  <a:lnTo>
                    <a:pt x="4161421" y="50419"/>
                  </a:lnTo>
                  <a:close/>
                </a:path>
                <a:path w="9344025" h="122554">
                  <a:moveTo>
                    <a:pt x="4809248" y="50419"/>
                  </a:moveTo>
                  <a:lnTo>
                    <a:pt x="4758829" y="0"/>
                  </a:lnTo>
                  <a:lnTo>
                    <a:pt x="4606544" y="50406"/>
                  </a:lnTo>
                  <a:lnTo>
                    <a:pt x="4534751" y="122174"/>
                  </a:lnTo>
                  <a:lnTo>
                    <a:pt x="4737468" y="122174"/>
                  </a:lnTo>
                  <a:lnTo>
                    <a:pt x="4809248" y="50419"/>
                  </a:lnTo>
                  <a:close/>
                </a:path>
                <a:path w="9344025" h="122554">
                  <a:moveTo>
                    <a:pt x="5457075" y="50419"/>
                  </a:moveTo>
                  <a:lnTo>
                    <a:pt x="5406656" y="0"/>
                  </a:lnTo>
                  <a:lnTo>
                    <a:pt x="5254371" y="50406"/>
                  </a:lnTo>
                  <a:lnTo>
                    <a:pt x="5182578" y="122174"/>
                  </a:lnTo>
                  <a:lnTo>
                    <a:pt x="5385295" y="122174"/>
                  </a:lnTo>
                  <a:lnTo>
                    <a:pt x="5457075" y="50419"/>
                  </a:lnTo>
                  <a:close/>
                </a:path>
                <a:path w="9344025" h="122554">
                  <a:moveTo>
                    <a:pt x="6104890" y="50419"/>
                  </a:moveTo>
                  <a:lnTo>
                    <a:pt x="6054471" y="0"/>
                  </a:lnTo>
                  <a:lnTo>
                    <a:pt x="5902185" y="50406"/>
                  </a:lnTo>
                  <a:lnTo>
                    <a:pt x="5830392" y="122174"/>
                  </a:lnTo>
                  <a:lnTo>
                    <a:pt x="6033109" y="122174"/>
                  </a:lnTo>
                  <a:lnTo>
                    <a:pt x="6104890" y="50419"/>
                  </a:lnTo>
                  <a:close/>
                </a:path>
                <a:path w="9344025" h="122554">
                  <a:moveTo>
                    <a:pt x="6752717" y="50419"/>
                  </a:moveTo>
                  <a:lnTo>
                    <a:pt x="6702298" y="0"/>
                  </a:lnTo>
                  <a:lnTo>
                    <a:pt x="6550012" y="50406"/>
                  </a:lnTo>
                  <a:lnTo>
                    <a:pt x="6478219" y="122174"/>
                  </a:lnTo>
                  <a:lnTo>
                    <a:pt x="6680936" y="122174"/>
                  </a:lnTo>
                  <a:lnTo>
                    <a:pt x="6752717" y="50419"/>
                  </a:lnTo>
                  <a:close/>
                </a:path>
                <a:path w="9344025" h="122554">
                  <a:moveTo>
                    <a:pt x="7400531" y="50419"/>
                  </a:moveTo>
                  <a:lnTo>
                    <a:pt x="7350112" y="0"/>
                  </a:lnTo>
                  <a:lnTo>
                    <a:pt x="7197826" y="50406"/>
                  </a:lnTo>
                  <a:lnTo>
                    <a:pt x="7126046" y="122174"/>
                  </a:lnTo>
                  <a:lnTo>
                    <a:pt x="7328763" y="122174"/>
                  </a:lnTo>
                  <a:lnTo>
                    <a:pt x="7400531" y="50419"/>
                  </a:lnTo>
                  <a:close/>
                </a:path>
                <a:path w="9344025" h="122554">
                  <a:moveTo>
                    <a:pt x="8048358" y="50419"/>
                  </a:moveTo>
                  <a:lnTo>
                    <a:pt x="7997939" y="0"/>
                  </a:lnTo>
                  <a:lnTo>
                    <a:pt x="7845653" y="50406"/>
                  </a:lnTo>
                  <a:lnTo>
                    <a:pt x="7773860" y="122174"/>
                  </a:lnTo>
                  <a:lnTo>
                    <a:pt x="7976578" y="122174"/>
                  </a:lnTo>
                  <a:lnTo>
                    <a:pt x="8048358" y="50419"/>
                  </a:lnTo>
                  <a:close/>
                </a:path>
                <a:path w="9344025" h="122554">
                  <a:moveTo>
                    <a:pt x="8696173" y="50419"/>
                  </a:moveTo>
                  <a:lnTo>
                    <a:pt x="8645754" y="0"/>
                  </a:lnTo>
                  <a:lnTo>
                    <a:pt x="8493468" y="50406"/>
                  </a:lnTo>
                  <a:lnTo>
                    <a:pt x="8421687" y="122174"/>
                  </a:lnTo>
                  <a:lnTo>
                    <a:pt x="8624405" y="122174"/>
                  </a:lnTo>
                  <a:lnTo>
                    <a:pt x="8696173" y="50419"/>
                  </a:lnTo>
                  <a:close/>
                </a:path>
                <a:path w="9344025" h="122554">
                  <a:moveTo>
                    <a:pt x="9344000" y="50419"/>
                  </a:moveTo>
                  <a:lnTo>
                    <a:pt x="9293581" y="0"/>
                  </a:lnTo>
                  <a:lnTo>
                    <a:pt x="9141295" y="50406"/>
                  </a:lnTo>
                  <a:lnTo>
                    <a:pt x="9069502" y="122174"/>
                  </a:lnTo>
                  <a:lnTo>
                    <a:pt x="9272219" y="122174"/>
                  </a:lnTo>
                  <a:lnTo>
                    <a:pt x="9344000" y="50419"/>
                  </a:lnTo>
                  <a:close/>
                </a:path>
              </a:pathLst>
            </a:custGeom>
            <a:solidFill>
              <a:srgbClr val="0D0F38">
                <a:alpha val="13998"/>
              </a:srgbClr>
            </a:solidFill>
          </p:spPr>
          <p:txBody>
            <a:bodyPr wrap="square" lIns="0" tIns="0" rIns="0" bIns="0" rtlCol="0"/>
            <a:lstStyle/>
            <a:p>
              <a:endParaRPr/>
            </a:p>
          </p:txBody>
        </p:sp>
        <p:sp>
          <p:nvSpPr>
            <p:cNvPr id="9" name="object 9"/>
            <p:cNvSpPr/>
            <p:nvPr/>
          </p:nvSpPr>
          <p:spPr>
            <a:xfrm>
              <a:off x="8410022" y="2631588"/>
              <a:ext cx="1318260" cy="523875"/>
            </a:xfrm>
            <a:custGeom>
              <a:avLst/>
              <a:gdLst/>
              <a:ahLst/>
              <a:cxnLst/>
              <a:rect l="l" t="t" r="r" b="b"/>
              <a:pathLst>
                <a:path w="1318259" h="523875">
                  <a:moveTo>
                    <a:pt x="1054455" y="25"/>
                  </a:moveTo>
                  <a:lnTo>
                    <a:pt x="0" y="0"/>
                  </a:lnTo>
                  <a:lnTo>
                    <a:pt x="0" y="131114"/>
                  </a:lnTo>
                  <a:lnTo>
                    <a:pt x="263436" y="263525"/>
                  </a:lnTo>
                  <a:lnTo>
                    <a:pt x="263436" y="523494"/>
                  </a:lnTo>
                  <a:lnTo>
                    <a:pt x="1317891" y="523506"/>
                  </a:lnTo>
                  <a:lnTo>
                    <a:pt x="1317891" y="392391"/>
                  </a:lnTo>
                  <a:lnTo>
                    <a:pt x="1054455" y="259981"/>
                  </a:lnTo>
                  <a:lnTo>
                    <a:pt x="1054455" y="25"/>
                  </a:lnTo>
                  <a:close/>
                </a:path>
              </a:pathLst>
            </a:custGeom>
            <a:solidFill>
              <a:srgbClr val="0059C2"/>
            </a:solidFill>
          </p:spPr>
          <p:txBody>
            <a:bodyPr wrap="square" lIns="0" tIns="0" rIns="0" bIns="0" rtlCol="0"/>
            <a:lstStyle/>
            <a:p>
              <a:endParaRPr/>
            </a:p>
          </p:txBody>
        </p:sp>
        <p:sp>
          <p:nvSpPr>
            <p:cNvPr id="10" name="object 10"/>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grpSp>
      <p:sp>
        <p:nvSpPr>
          <p:cNvPr id="11" name="object 11" descr="$PPTXTitle"/>
          <p:cNvSpPr txBox="1">
            <a:spLocks noGrp="1"/>
          </p:cNvSpPr>
          <p:nvPr>
            <p:ph type="title"/>
          </p:nvPr>
        </p:nvSpPr>
        <p:spPr>
          <a:xfrm>
            <a:off x="7951604" y="2414523"/>
            <a:ext cx="1461770" cy="671338"/>
          </a:xfrm>
          <a:prstGeom prst="rect">
            <a:avLst/>
          </a:prstGeom>
        </p:spPr>
        <p:txBody>
          <a:bodyPr vert="horz" wrap="square" lIns="0" tIns="11430" rIns="0" bIns="0" rtlCol="0">
            <a:spAutoFit/>
          </a:bodyPr>
          <a:lstStyle/>
          <a:p>
            <a:pPr marL="38100" marR="30480" algn="r">
              <a:lnSpc>
                <a:spcPct val="108700"/>
              </a:lnSpc>
              <a:spcBef>
                <a:spcPts val="90"/>
              </a:spcBef>
            </a:pPr>
            <a:r>
              <a:rPr lang="ar-SA" sz="2000" dirty="0">
                <a:latin typeface="Zanjabeel" pitchFamily="50" charset="-78"/>
                <a:cs typeface="Zanjabeel" pitchFamily="50" charset="-78"/>
              </a:rPr>
              <a:t>التمــكين المؤسسي</a:t>
            </a:r>
            <a:endParaRPr sz="2000" dirty="0">
              <a:latin typeface="Zanjabeel" pitchFamily="50" charset="-78"/>
              <a:cs typeface="Zanjabeel" pitchFamily="50" charset="-78"/>
            </a:endParaRPr>
          </a:p>
        </p:txBody>
      </p:sp>
      <p:sp>
        <p:nvSpPr>
          <p:cNvPr id="12" name="object 12"/>
          <p:cNvSpPr txBox="1"/>
          <p:nvPr/>
        </p:nvSpPr>
        <p:spPr>
          <a:xfrm>
            <a:off x="7774439" y="4010905"/>
            <a:ext cx="1638935" cy="182101"/>
          </a:xfrm>
          <a:prstGeom prst="rect">
            <a:avLst/>
          </a:prstGeom>
        </p:spPr>
        <p:txBody>
          <a:bodyPr vert="horz" wrap="square" lIns="0" tIns="12700" rIns="0" bIns="0" rtlCol="0">
            <a:spAutoFit/>
          </a:bodyPr>
          <a:lstStyle/>
          <a:p>
            <a:pPr marL="38100" marR="30480" algn="r">
              <a:lnSpc>
                <a:spcPct val="100000"/>
              </a:lnSpc>
              <a:spcBef>
                <a:spcPts val="100"/>
              </a:spcBef>
            </a:pPr>
            <a:r>
              <a:rPr lang="ar-SA" sz="1100" dirty="0">
                <a:solidFill>
                  <a:schemeClr val="bg1"/>
                </a:solidFill>
                <a:latin typeface="Zanjabeel" pitchFamily="50" charset="-78"/>
                <a:cs typeface="Zanjabeel" pitchFamily="50" charset="-78"/>
              </a:rPr>
              <a:t>المنهجـــــيــة المتبــــعــة</a:t>
            </a:r>
            <a:endParaRPr sz="1100" dirty="0">
              <a:solidFill>
                <a:schemeClr val="bg1"/>
              </a:solidFill>
              <a:latin typeface="Zanjabeel" pitchFamily="50" charset="-78"/>
              <a:cs typeface="Zanjabeel" pitchFamily="50" charset="-78"/>
            </a:endParaRPr>
          </a:p>
        </p:txBody>
      </p:sp>
      <p:sp>
        <p:nvSpPr>
          <p:cNvPr id="13" name="object 13"/>
          <p:cNvSpPr/>
          <p:nvPr/>
        </p:nvSpPr>
        <p:spPr>
          <a:xfrm>
            <a:off x="1310398" y="4339475"/>
            <a:ext cx="8065134" cy="1919605"/>
          </a:xfrm>
          <a:custGeom>
            <a:avLst/>
            <a:gdLst/>
            <a:ahLst/>
            <a:cxnLst/>
            <a:rect l="l" t="t" r="r" b="b"/>
            <a:pathLst>
              <a:path w="8065134" h="1919604">
                <a:moveTo>
                  <a:pt x="1930450" y="0"/>
                </a:moveTo>
                <a:lnTo>
                  <a:pt x="0" y="0"/>
                </a:lnTo>
                <a:lnTo>
                  <a:pt x="0" y="1919389"/>
                </a:lnTo>
                <a:lnTo>
                  <a:pt x="1930450" y="1919389"/>
                </a:lnTo>
                <a:lnTo>
                  <a:pt x="1930450" y="0"/>
                </a:lnTo>
                <a:close/>
              </a:path>
              <a:path w="8065134" h="1919604">
                <a:moveTo>
                  <a:pt x="3975252" y="0"/>
                </a:moveTo>
                <a:lnTo>
                  <a:pt x="2044801" y="0"/>
                </a:lnTo>
                <a:lnTo>
                  <a:pt x="2044801" y="1919389"/>
                </a:lnTo>
                <a:lnTo>
                  <a:pt x="3975252" y="1919389"/>
                </a:lnTo>
                <a:lnTo>
                  <a:pt x="3975252" y="0"/>
                </a:lnTo>
                <a:close/>
              </a:path>
              <a:path w="8065134" h="1919604">
                <a:moveTo>
                  <a:pt x="6020054" y="0"/>
                </a:moveTo>
                <a:lnTo>
                  <a:pt x="4089603" y="0"/>
                </a:lnTo>
                <a:lnTo>
                  <a:pt x="4089603" y="1919389"/>
                </a:lnTo>
                <a:lnTo>
                  <a:pt x="6020054" y="1919389"/>
                </a:lnTo>
                <a:lnTo>
                  <a:pt x="6020054" y="0"/>
                </a:lnTo>
                <a:close/>
              </a:path>
              <a:path w="8065134" h="1919604">
                <a:moveTo>
                  <a:pt x="8064855" y="0"/>
                </a:moveTo>
                <a:lnTo>
                  <a:pt x="6134405" y="0"/>
                </a:lnTo>
                <a:lnTo>
                  <a:pt x="6134405" y="1919389"/>
                </a:lnTo>
                <a:lnTo>
                  <a:pt x="8064855" y="1919389"/>
                </a:lnTo>
                <a:lnTo>
                  <a:pt x="8064855" y="0"/>
                </a:lnTo>
                <a:close/>
              </a:path>
            </a:pathLst>
          </a:custGeom>
          <a:solidFill>
            <a:srgbClr val="05123B"/>
          </a:solidFill>
        </p:spPr>
        <p:txBody>
          <a:bodyPr wrap="square" lIns="0" tIns="0" rIns="0" bIns="0" rtlCol="0"/>
          <a:lstStyle/>
          <a:p>
            <a:endParaRPr/>
          </a:p>
        </p:txBody>
      </p:sp>
      <p:sp>
        <p:nvSpPr>
          <p:cNvPr id="14" name="object 14"/>
          <p:cNvSpPr txBox="1"/>
          <p:nvPr/>
        </p:nvSpPr>
        <p:spPr>
          <a:xfrm>
            <a:off x="7588332" y="5208093"/>
            <a:ext cx="1643380" cy="135935"/>
          </a:xfrm>
          <a:prstGeom prst="rect">
            <a:avLst/>
          </a:prstGeom>
        </p:spPr>
        <p:txBody>
          <a:bodyPr vert="horz" wrap="square" lIns="0" tIns="12700" rIns="0" bIns="0" rtlCol="0">
            <a:spAutoFit/>
          </a:bodyPr>
          <a:lstStyle/>
          <a:p>
            <a:pPr marL="25400" marR="30480" algn="r">
              <a:lnSpc>
                <a:spcPct val="100000"/>
              </a:lnSpc>
              <a:spcBef>
                <a:spcPts val="100"/>
              </a:spcBef>
            </a:pPr>
            <a:r>
              <a:rPr lang="ar-SA" sz="800" dirty="0">
                <a:solidFill>
                  <a:schemeClr val="bg1"/>
                </a:solidFill>
                <a:latin typeface="Zanjabeel" pitchFamily="50" charset="-78"/>
                <a:cs typeface="Zanjabeel" pitchFamily="50" charset="-78"/>
              </a:rPr>
              <a:t>1. التشخيص والتقييم المؤسسي</a:t>
            </a:r>
            <a:endParaRPr sz="100" dirty="0">
              <a:solidFill>
                <a:schemeClr val="bg1"/>
              </a:solidFill>
              <a:latin typeface="Zanjabeel" pitchFamily="50" charset="-78"/>
              <a:cs typeface="Zanjabeel" pitchFamily="50" charset="-78"/>
            </a:endParaRPr>
          </a:p>
        </p:txBody>
      </p:sp>
      <p:sp>
        <p:nvSpPr>
          <p:cNvPr id="15" name="object 15"/>
          <p:cNvSpPr txBox="1"/>
          <p:nvPr/>
        </p:nvSpPr>
        <p:spPr>
          <a:xfrm>
            <a:off x="7774439" y="5372871"/>
            <a:ext cx="1462437" cy="762132"/>
          </a:xfrm>
          <a:prstGeom prst="rect">
            <a:avLst/>
          </a:prstGeom>
        </p:spPr>
        <p:txBody>
          <a:bodyPr vert="horz" wrap="square" lIns="0" tIns="12700" rIns="0" bIns="0" rtlCol="0">
            <a:spAutoFit/>
          </a:bodyPr>
          <a:lstStyle/>
          <a:p>
            <a:pPr marL="25400" marR="30480" algn="r">
              <a:lnSpc>
                <a:spcPct val="156300"/>
              </a:lnSpc>
              <a:spcBef>
                <a:spcPts val="100"/>
              </a:spcBef>
            </a:pPr>
            <a:r>
              <a:rPr lang="ar-SA" sz="800" dirty="0">
                <a:solidFill>
                  <a:schemeClr val="bg1"/>
                </a:solidFill>
                <a:latin typeface="Zanjabeel Thin" pitchFamily="50" charset="-78"/>
                <a:cs typeface="Zanjabeel Thin" pitchFamily="50" charset="-78"/>
              </a:rPr>
              <a:t> تحليل الفجوات التنظيمية والتشغيلية، وتقييم مواءمة الاستراتيجية مع الهيكل والعمليات والأداء.</a:t>
            </a:r>
            <a:endParaRPr sz="100" dirty="0">
              <a:solidFill>
                <a:schemeClr val="bg1"/>
              </a:solidFill>
              <a:latin typeface="Zanjabeel Thin" pitchFamily="50" charset="-78"/>
              <a:cs typeface="Zanjabeel Thin" pitchFamily="50" charset="-78"/>
            </a:endParaRPr>
          </a:p>
        </p:txBody>
      </p:sp>
      <p:sp>
        <p:nvSpPr>
          <p:cNvPr id="19" name="object 19"/>
          <p:cNvSpPr/>
          <p:nvPr/>
        </p:nvSpPr>
        <p:spPr>
          <a:xfrm>
            <a:off x="2762631" y="5043614"/>
            <a:ext cx="6612890" cy="76835"/>
          </a:xfrm>
          <a:custGeom>
            <a:avLst/>
            <a:gdLst/>
            <a:ahLst/>
            <a:cxnLst/>
            <a:rect l="l" t="t" r="r" b="b"/>
            <a:pathLst>
              <a:path w="6612890" h="76835">
                <a:moveTo>
                  <a:pt x="478218" y="0"/>
                </a:moveTo>
                <a:lnTo>
                  <a:pt x="0" y="0"/>
                </a:lnTo>
                <a:lnTo>
                  <a:pt x="0" y="18148"/>
                </a:lnTo>
                <a:lnTo>
                  <a:pt x="115582" y="76250"/>
                </a:lnTo>
                <a:lnTo>
                  <a:pt x="478218" y="76250"/>
                </a:lnTo>
                <a:lnTo>
                  <a:pt x="478218" y="0"/>
                </a:lnTo>
                <a:close/>
              </a:path>
              <a:path w="6612890" h="76835">
                <a:moveTo>
                  <a:pt x="2523007" y="0"/>
                </a:moveTo>
                <a:lnTo>
                  <a:pt x="2044788" y="0"/>
                </a:lnTo>
                <a:lnTo>
                  <a:pt x="2044788" y="18148"/>
                </a:lnTo>
                <a:lnTo>
                  <a:pt x="2160371" y="76250"/>
                </a:lnTo>
                <a:lnTo>
                  <a:pt x="2523007" y="76250"/>
                </a:lnTo>
                <a:lnTo>
                  <a:pt x="2523007" y="0"/>
                </a:lnTo>
                <a:close/>
              </a:path>
              <a:path w="6612890" h="76835">
                <a:moveTo>
                  <a:pt x="4574159" y="0"/>
                </a:moveTo>
                <a:lnTo>
                  <a:pt x="4095940" y="0"/>
                </a:lnTo>
                <a:lnTo>
                  <a:pt x="4095940" y="18148"/>
                </a:lnTo>
                <a:lnTo>
                  <a:pt x="4211523" y="76250"/>
                </a:lnTo>
                <a:lnTo>
                  <a:pt x="4574159" y="76250"/>
                </a:lnTo>
                <a:lnTo>
                  <a:pt x="4574159" y="0"/>
                </a:lnTo>
                <a:close/>
              </a:path>
              <a:path w="6612890" h="76835">
                <a:moveTo>
                  <a:pt x="6612610" y="0"/>
                </a:moveTo>
                <a:lnTo>
                  <a:pt x="6134392" y="0"/>
                </a:lnTo>
                <a:lnTo>
                  <a:pt x="6134392" y="18148"/>
                </a:lnTo>
                <a:lnTo>
                  <a:pt x="6249975" y="76250"/>
                </a:lnTo>
                <a:lnTo>
                  <a:pt x="6612610" y="76250"/>
                </a:lnTo>
                <a:lnTo>
                  <a:pt x="6612610" y="0"/>
                </a:lnTo>
                <a:close/>
              </a:path>
            </a:pathLst>
          </a:custGeom>
          <a:solidFill>
            <a:srgbClr val="D1E3F2"/>
          </a:solidFill>
        </p:spPr>
        <p:txBody>
          <a:bodyPr wrap="square" lIns="0" tIns="0" rIns="0" bIns="0" rtlCol="0"/>
          <a:lstStyle/>
          <a:p>
            <a:endParaRPr/>
          </a:p>
        </p:txBody>
      </p:sp>
      <p:sp>
        <p:nvSpPr>
          <p:cNvPr id="21" name="object 21"/>
          <p:cNvSpPr txBox="1">
            <a:spLocks noGrp="1"/>
          </p:cNvSpPr>
          <p:nvPr>
            <p:ph type="sldNum" sz="quarter" idx="7"/>
          </p:nvPr>
        </p:nvSpPr>
        <p:spPr>
          <a:xfrm>
            <a:off x="10253885" y="7115302"/>
            <a:ext cx="201295" cy="162224"/>
          </a:xfrm>
          <a:prstGeom prst="rect">
            <a:avLst/>
          </a:prstGeom>
        </p:spPr>
        <p:txBody>
          <a:bodyPr vert="horz" wrap="square" lIns="0" tIns="8255" rIns="0" bIns="0" rtlCol="0">
            <a:spAutoFit/>
          </a:bodyPr>
          <a:lstStyle/>
          <a:p>
            <a:pPr marL="12700">
              <a:lnSpc>
                <a:spcPct val="100000"/>
              </a:lnSpc>
              <a:spcBef>
                <a:spcPts val="65"/>
              </a:spcBef>
            </a:pPr>
            <a:fld id="{81D60167-4931-47E6-BA6A-407CBD079E47}" type="slidenum">
              <a:rPr spc="-25" dirty="0"/>
              <a:t>11</a:t>
            </a:fld>
            <a:endParaRPr spc="-25" dirty="0"/>
          </a:p>
        </p:txBody>
      </p:sp>
      <p:sp>
        <p:nvSpPr>
          <p:cNvPr id="22" name="object 14">
            <a:extLst>
              <a:ext uri="{FF2B5EF4-FFF2-40B4-BE49-F238E27FC236}">
                <a16:creationId xmlns:a16="http://schemas.microsoft.com/office/drawing/2014/main" id="{F48B4978-779E-37C8-26AB-ADCA4A28F16E}"/>
              </a:ext>
            </a:extLst>
          </p:cNvPr>
          <p:cNvSpPr txBox="1"/>
          <p:nvPr/>
        </p:nvSpPr>
        <p:spPr>
          <a:xfrm>
            <a:off x="5543828" y="5224885"/>
            <a:ext cx="1643380" cy="135935"/>
          </a:xfrm>
          <a:prstGeom prst="rect">
            <a:avLst/>
          </a:prstGeom>
        </p:spPr>
        <p:txBody>
          <a:bodyPr vert="horz" wrap="square" lIns="0" tIns="12700" rIns="0" bIns="0" rtlCol="0">
            <a:spAutoFit/>
          </a:bodyPr>
          <a:lstStyle/>
          <a:p>
            <a:pPr marL="25400" marR="30480" algn="r">
              <a:lnSpc>
                <a:spcPct val="100000"/>
              </a:lnSpc>
              <a:spcBef>
                <a:spcPts val="100"/>
              </a:spcBef>
            </a:pPr>
            <a:r>
              <a:rPr lang="ar-SA" sz="800" dirty="0">
                <a:solidFill>
                  <a:schemeClr val="bg1"/>
                </a:solidFill>
                <a:latin typeface="Zanjabeel" pitchFamily="50" charset="-78"/>
                <a:cs typeface="Zanjabeel" pitchFamily="50" charset="-78"/>
              </a:rPr>
              <a:t>2. التصميم وإعادة البناء</a:t>
            </a:r>
            <a:endParaRPr sz="100" dirty="0">
              <a:solidFill>
                <a:schemeClr val="bg1"/>
              </a:solidFill>
              <a:latin typeface="Zanjabeel" pitchFamily="50" charset="-78"/>
              <a:cs typeface="Zanjabeel" pitchFamily="50" charset="-78"/>
            </a:endParaRPr>
          </a:p>
        </p:txBody>
      </p:sp>
      <p:sp>
        <p:nvSpPr>
          <p:cNvPr id="23" name="object 15">
            <a:extLst>
              <a:ext uri="{FF2B5EF4-FFF2-40B4-BE49-F238E27FC236}">
                <a16:creationId xmlns:a16="http://schemas.microsoft.com/office/drawing/2014/main" id="{DDEE0428-7095-6324-0E20-BB2A9C9FDFAC}"/>
              </a:ext>
            </a:extLst>
          </p:cNvPr>
          <p:cNvSpPr txBox="1"/>
          <p:nvPr/>
        </p:nvSpPr>
        <p:spPr>
          <a:xfrm>
            <a:off x="5750868" y="5373005"/>
            <a:ext cx="1404467" cy="570092"/>
          </a:xfrm>
          <a:prstGeom prst="rect">
            <a:avLst/>
          </a:prstGeom>
        </p:spPr>
        <p:txBody>
          <a:bodyPr vert="horz" wrap="square" lIns="0" tIns="12700" rIns="0" bIns="0" rtlCol="0">
            <a:spAutoFit/>
          </a:bodyPr>
          <a:lstStyle/>
          <a:p>
            <a:pPr marL="25400" marR="30480" algn="r">
              <a:lnSpc>
                <a:spcPct val="156300"/>
              </a:lnSpc>
              <a:spcBef>
                <a:spcPts val="100"/>
              </a:spcBef>
            </a:pPr>
            <a:r>
              <a:rPr lang="ar-SA" sz="800" dirty="0">
                <a:solidFill>
                  <a:schemeClr val="bg1"/>
                </a:solidFill>
                <a:latin typeface="Zanjabeel Thin" pitchFamily="50" charset="-78"/>
                <a:cs typeface="Zanjabeel Thin" pitchFamily="50" charset="-78"/>
              </a:rPr>
              <a:t>تصميم النماذج التنظيمية والتشغيلية المستهدفة، وبناء الأطر الداعمة للتنفيذ.</a:t>
            </a:r>
            <a:endParaRPr sz="800" dirty="0">
              <a:solidFill>
                <a:schemeClr val="bg1"/>
              </a:solidFill>
              <a:latin typeface="Zanjabeel Thin" pitchFamily="50" charset="-78"/>
              <a:cs typeface="Zanjabeel Thin" pitchFamily="50" charset="-78"/>
            </a:endParaRPr>
          </a:p>
        </p:txBody>
      </p:sp>
      <p:sp>
        <p:nvSpPr>
          <p:cNvPr id="28" name="object 14">
            <a:extLst>
              <a:ext uri="{FF2B5EF4-FFF2-40B4-BE49-F238E27FC236}">
                <a16:creationId xmlns:a16="http://schemas.microsoft.com/office/drawing/2014/main" id="{9B0F240F-BF73-58F5-FFC4-9D9EB92CA27F}"/>
              </a:ext>
            </a:extLst>
          </p:cNvPr>
          <p:cNvSpPr txBox="1"/>
          <p:nvPr/>
        </p:nvSpPr>
        <p:spPr>
          <a:xfrm>
            <a:off x="3499324" y="5213337"/>
            <a:ext cx="1643380" cy="135935"/>
          </a:xfrm>
          <a:prstGeom prst="rect">
            <a:avLst/>
          </a:prstGeom>
        </p:spPr>
        <p:txBody>
          <a:bodyPr vert="horz" wrap="square" lIns="0" tIns="12700" rIns="0" bIns="0" rtlCol="0">
            <a:spAutoFit/>
          </a:bodyPr>
          <a:lstStyle/>
          <a:p>
            <a:pPr marL="25400" marR="30480" algn="r">
              <a:lnSpc>
                <a:spcPct val="100000"/>
              </a:lnSpc>
              <a:spcBef>
                <a:spcPts val="100"/>
              </a:spcBef>
            </a:pPr>
            <a:r>
              <a:rPr lang="ar-SA" sz="800" dirty="0">
                <a:solidFill>
                  <a:schemeClr val="bg1"/>
                </a:solidFill>
                <a:latin typeface="Zanjabeel" pitchFamily="50" charset="-78"/>
                <a:cs typeface="Zanjabeel" pitchFamily="50" charset="-78"/>
              </a:rPr>
              <a:t>3. التنفيذ والتمكين</a:t>
            </a:r>
            <a:endParaRPr sz="800" dirty="0">
              <a:solidFill>
                <a:schemeClr val="bg1"/>
              </a:solidFill>
              <a:latin typeface="Zanjabeel" pitchFamily="50" charset="-78"/>
              <a:cs typeface="Zanjabeel" pitchFamily="50" charset="-78"/>
            </a:endParaRPr>
          </a:p>
        </p:txBody>
      </p:sp>
      <p:sp>
        <p:nvSpPr>
          <p:cNvPr id="29" name="object 15">
            <a:extLst>
              <a:ext uri="{FF2B5EF4-FFF2-40B4-BE49-F238E27FC236}">
                <a16:creationId xmlns:a16="http://schemas.microsoft.com/office/drawing/2014/main" id="{D4BEEC29-1C96-0E5F-F2CF-49A51B7C0DD9}"/>
              </a:ext>
            </a:extLst>
          </p:cNvPr>
          <p:cNvSpPr txBox="1"/>
          <p:nvPr/>
        </p:nvSpPr>
        <p:spPr>
          <a:xfrm>
            <a:off x="3738237" y="5352297"/>
            <a:ext cx="1404467" cy="762132"/>
          </a:xfrm>
          <a:prstGeom prst="rect">
            <a:avLst/>
          </a:prstGeom>
        </p:spPr>
        <p:txBody>
          <a:bodyPr vert="horz" wrap="square" lIns="0" tIns="12700" rIns="0" bIns="0" rtlCol="0">
            <a:spAutoFit/>
          </a:bodyPr>
          <a:lstStyle/>
          <a:p>
            <a:pPr marL="25400" marR="30480" algn="r">
              <a:lnSpc>
                <a:spcPct val="156300"/>
              </a:lnSpc>
              <a:spcBef>
                <a:spcPts val="100"/>
              </a:spcBef>
            </a:pPr>
            <a:r>
              <a:rPr lang="ar-SA" sz="800" dirty="0">
                <a:solidFill>
                  <a:schemeClr val="bg1"/>
                </a:solidFill>
                <a:latin typeface="Zanjabeel Thin" pitchFamily="50" charset="-78"/>
                <a:cs typeface="Zanjabeel Thin" pitchFamily="50" charset="-78"/>
              </a:rPr>
              <a:t> تطبيق الحلول، وتمكين القيادات والفرق، وضمان انتقال سلس نحو النموذج الجديد.</a:t>
            </a:r>
            <a:endParaRPr sz="800" dirty="0">
              <a:solidFill>
                <a:schemeClr val="bg1"/>
              </a:solidFill>
              <a:latin typeface="Zanjabeel Thin" pitchFamily="50" charset="-78"/>
              <a:cs typeface="Zanjabeel Thin" pitchFamily="50" charset="-78"/>
            </a:endParaRPr>
          </a:p>
        </p:txBody>
      </p:sp>
      <p:sp>
        <p:nvSpPr>
          <p:cNvPr id="30" name="object 14">
            <a:extLst>
              <a:ext uri="{FF2B5EF4-FFF2-40B4-BE49-F238E27FC236}">
                <a16:creationId xmlns:a16="http://schemas.microsoft.com/office/drawing/2014/main" id="{16591F72-395E-8DA6-7F64-6EE7138C5E62}"/>
              </a:ext>
            </a:extLst>
          </p:cNvPr>
          <p:cNvSpPr txBox="1"/>
          <p:nvPr/>
        </p:nvSpPr>
        <p:spPr>
          <a:xfrm>
            <a:off x="1461689" y="5208092"/>
            <a:ext cx="1643380" cy="135935"/>
          </a:xfrm>
          <a:prstGeom prst="rect">
            <a:avLst/>
          </a:prstGeom>
        </p:spPr>
        <p:txBody>
          <a:bodyPr vert="horz" wrap="square" lIns="0" tIns="12700" rIns="0" bIns="0" rtlCol="0">
            <a:spAutoFit/>
          </a:bodyPr>
          <a:lstStyle/>
          <a:p>
            <a:pPr marL="25400" marR="30480" algn="r">
              <a:lnSpc>
                <a:spcPct val="100000"/>
              </a:lnSpc>
              <a:spcBef>
                <a:spcPts val="100"/>
              </a:spcBef>
            </a:pPr>
            <a:r>
              <a:rPr lang="ar-SA" sz="800" dirty="0">
                <a:solidFill>
                  <a:schemeClr val="bg1"/>
                </a:solidFill>
                <a:latin typeface="Zanjabeel" pitchFamily="50" charset="-78"/>
                <a:cs typeface="Zanjabeel" pitchFamily="50" charset="-78"/>
              </a:rPr>
              <a:t>4. القياس والاستدامة</a:t>
            </a:r>
            <a:endParaRPr sz="800" dirty="0">
              <a:solidFill>
                <a:schemeClr val="bg1"/>
              </a:solidFill>
              <a:latin typeface="Zanjabeel" pitchFamily="50" charset="-78"/>
              <a:cs typeface="Zanjabeel" pitchFamily="50" charset="-78"/>
            </a:endParaRPr>
          </a:p>
        </p:txBody>
      </p:sp>
      <p:sp>
        <p:nvSpPr>
          <p:cNvPr id="31" name="object 15">
            <a:extLst>
              <a:ext uri="{FF2B5EF4-FFF2-40B4-BE49-F238E27FC236}">
                <a16:creationId xmlns:a16="http://schemas.microsoft.com/office/drawing/2014/main" id="{F1976530-BC07-3112-AC58-DDD12D47ED65}"/>
              </a:ext>
            </a:extLst>
          </p:cNvPr>
          <p:cNvSpPr txBox="1"/>
          <p:nvPr/>
        </p:nvSpPr>
        <p:spPr>
          <a:xfrm>
            <a:off x="1703952" y="5363310"/>
            <a:ext cx="1404467" cy="570092"/>
          </a:xfrm>
          <a:prstGeom prst="rect">
            <a:avLst/>
          </a:prstGeom>
        </p:spPr>
        <p:txBody>
          <a:bodyPr vert="horz" wrap="square" lIns="0" tIns="12700" rIns="0" bIns="0" rtlCol="0">
            <a:spAutoFit/>
          </a:bodyPr>
          <a:lstStyle/>
          <a:p>
            <a:pPr marL="25400" marR="30480" algn="r">
              <a:lnSpc>
                <a:spcPct val="156300"/>
              </a:lnSpc>
              <a:spcBef>
                <a:spcPts val="100"/>
              </a:spcBef>
            </a:pPr>
            <a:r>
              <a:rPr lang="ar-SA" sz="800" dirty="0">
                <a:solidFill>
                  <a:schemeClr val="bg1"/>
                </a:solidFill>
                <a:latin typeface="Zanjabeel Thin" pitchFamily="50" charset="-78"/>
                <a:cs typeface="Zanjabeel Thin" pitchFamily="50" charset="-78"/>
              </a:rPr>
              <a:t>ربط الأداء بالمؤشرات الاستراتيجية، وقياس الأثر، وتعزيز التحسين المستمر.</a:t>
            </a:r>
            <a:endParaRPr sz="800" dirty="0">
              <a:solidFill>
                <a:schemeClr val="bg1"/>
              </a:solidFill>
              <a:latin typeface="Zanjabeel Thin" pitchFamily="50" charset="-78"/>
              <a:cs typeface="Zanjabeel Thin" pitchFamily="50" charset="-78"/>
            </a:endParaRPr>
          </a:p>
        </p:txBody>
      </p:sp>
      <p:sp>
        <p:nvSpPr>
          <p:cNvPr id="16" name="TextBox 15">
            <a:extLst>
              <a:ext uri="{FF2B5EF4-FFF2-40B4-BE49-F238E27FC236}">
                <a16:creationId xmlns:a16="http://schemas.microsoft.com/office/drawing/2014/main" id="{C8D85DBC-AFC4-56E3-1528-B7E96C1C193D}"/>
              </a:ext>
            </a:extLst>
          </p:cNvPr>
          <p:cNvSpPr txBox="1"/>
          <p:nvPr/>
        </p:nvSpPr>
        <p:spPr>
          <a:xfrm>
            <a:off x="7890747" y="238471"/>
            <a:ext cx="2392585"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ملف تعريفي               2026       </a:t>
            </a:r>
            <a:endParaRPr lang="en-US" sz="700" dirty="0">
              <a:solidFill>
                <a:schemeClr val="bg1"/>
              </a:solidFill>
              <a:latin typeface="Zanjabeel" pitchFamily="50" charset="-78"/>
              <a:cs typeface="Zanjabeel" pitchFamily="50" charset="-78"/>
            </a:endParaRPr>
          </a:p>
        </p:txBody>
      </p:sp>
      <p:sp>
        <p:nvSpPr>
          <p:cNvPr id="17" name="TextBox 16">
            <a:extLst>
              <a:ext uri="{FF2B5EF4-FFF2-40B4-BE49-F238E27FC236}">
                <a16:creationId xmlns:a16="http://schemas.microsoft.com/office/drawing/2014/main" id="{C6003F41-6C3C-2540-009E-CA5C33F3DD66}"/>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tx1"/>
                </a:solidFill>
                <a:latin typeface="Zanjabeel" pitchFamily="50" charset="-78"/>
                <a:cs typeface="Zanjabeel" pitchFamily="50" charset="-78"/>
              </a:rPr>
              <a:t>التمكين المؤسسي</a:t>
            </a:r>
            <a:endParaRPr lang="en-US" sz="700" dirty="0">
              <a:solidFill>
                <a:schemeClr val="tx1"/>
              </a:solidFill>
              <a:latin typeface="Zanjabeel" pitchFamily="50" charset="-78"/>
              <a:cs typeface="Zanjabeel" pitchFamily="50" charset="-7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350" y="0"/>
            <a:ext cx="10685780" cy="7544434"/>
            <a:chOff x="6350" y="0"/>
            <a:chExt cx="10685780" cy="7544434"/>
          </a:xfrm>
        </p:grpSpPr>
        <p:sp>
          <p:nvSpPr>
            <p:cNvPr id="3" name="object 3"/>
            <p:cNvSpPr/>
            <p:nvPr/>
          </p:nvSpPr>
          <p:spPr>
            <a:xfrm>
              <a:off x="7244994" y="3219437"/>
              <a:ext cx="3447415" cy="4324985"/>
            </a:xfrm>
            <a:custGeom>
              <a:avLst/>
              <a:gdLst/>
              <a:ahLst/>
              <a:cxnLst/>
              <a:rect l="l" t="t" r="r" b="b"/>
              <a:pathLst>
                <a:path w="3447415" h="4324984">
                  <a:moveTo>
                    <a:pt x="3446995" y="0"/>
                  </a:moveTo>
                  <a:lnTo>
                    <a:pt x="0" y="0"/>
                  </a:lnTo>
                  <a:lnTo>
                    <a:pt x="0" y="4324375"/>
                  </a:lnTo>
                  <a:lnTo>
                    <a:pt x="3446995" y="4324375"/>
                  </a:lnTo>
                  <a:lnTo>
                    <a:pt x="3446995" y="0"/>
                  </a:lnTo>
                  <a:close/>
                </a:path>
              </a:pathLst>
            </a:custGeom>
            <a:solidFill>
              <a:srgbClr val="D6E5F5"/>
            </a:solidFill>
          </p:spPr>
          <p:txBody>
            <a:bodyPr wrap="square" lIns="0" tIns="0" rIns="0" bIns="0" rtlCol="0"/>
            <a:lstStyle/>
            <a:p>
              <a:endParaRPr/>
            </a:p>
          </p:txBody>
        </p:sp>
        <p:sp>
          <p:nvSpPr>
            <p:cNvPr id="4" name="object 4"/>
            <p:cNvSpPr/>
            <p:nvPr/>
          </p:nvSpPr>
          <p:spPr>
            <a:xfrm>
              <a:off x="7244994" y="3219437"/>
              <a:ext cx="3447415" cy="4304030"/>
            </a:xfrm>
            <a:custGeom>
              <a:avLst/>
              <a:gdLst/>
              <a:ahLst/>
              <a:cxnLst/>
              <a:rect l="l" t="t" r="r" b="b"/>
              <a:pathLst>
                <a:path w="3447415" h="4304030">
                  <a:moveTo>
                    <a:pt x="28740" y="0"/>
                  </a:moveTo>
                  <a:lnTo>
                    <a:pt x="0" y="0"/>
                  </a:lnTo>
                  <a:lnTo>
                    <a:pt x="0" y="28740"/>
                  </a:lnTo>
                  <a:lnTo>
                    <a:pt x="28740" y="0"/>
                  </a:lnTo>
                  <a:close/>
                </a:path>
                <a:path w="3447415" h="4304030">
                  <a:moveTo>
                    <a:pt x="206413" y="3941788"/>
                  </a:moveTo>
                  <a:lnTo>
                    <a:pt x="164134" y="3899509"/>
                  </a:lnTo>
                  <a:lnTo>
                    <a:pt x="36436" y="3941762"/>
                  </a:lnTo>
                  <a:lnTo>
                    <a:pt x="0" y="3978186"/>
                  </a:lnTo>
                  <a:lnTo>
                    <a:pt x="0" y="4148150"/>
                  </a:lnTo>
                  <a:lnTo>
                    <a:pt x="206413" y="3941788"/>
                  </a:lnTo>
                  <a:close/>
                </a:path>
                <a:path w="3447415" h="4304030">
                  <a:moveTo>
                    <a:pt x="206413" y="3484067"/>
                  </a:moveTo>
                  <a:lnTo>
                    <a:pt x="164134" y="3441789"/>
                  </a:lnTo>
                  <a:lnTo>
                    <a:pt x="36436" y="3484054"/>
                  </a:lnTo>
                  <a:lnTo>
                    <a:pt x="0" y="3520490"/>
                  </a:lnTo>
                  <a:lnTo>
                    <a:pt x="0" y="3690429"/>
                  </a:lnTo>
                  <a:lnTo>
                    <a:pt x="206413" y="3484067"/>
                  </a:lnTo>
                  <a:close/>
                </a:path>
                <a:path w="3447415" h="4304030">
                  <a:moveTo>
                    <a:pt x="206413" y="3026359"/>
                  </a:moveTo>
                  <a:lnTo>
                    <a:pt x="164134" y="2984081"/>
                  </a:lnTo>
                  <a:lnTo>
                    <a:pt x="36436" y="3026346"/>
                  </a:lnTo>
                  <a:lnTo>
                    <a:pt x="0" y="3062770"/>
                  </a:lnTo>
                  <a:lnTo>
                    <a:pt x="0" y="3232721"/>
                  </a:lnTo>
                  <a:lnTo>
                    <a:pt x="206413" y="3026359"/>
                  </a:lnTo>
                  <a:close/>
                </a:path>
                <a:path w="3447415" h="4304030">
                  <a:moveTo>
                    <a:pt x="206413" y="2568638"/>
                  </a:moveTo>
                  <a:lnTo>
                    <a:pt x="164134" y="2526360"/>
                  </a:lnTo>
                  <a:lnTo>
                    <a:pt x="36436" y="2568625"/>
                  </a:lnTo>
                  <a:lnTo>
                    <a:pt x="0" y="2605062"/>
                  </a:lnTo>
                  <a:lnTo>
                    <a:pt x="0" y="2775000"/>
                  </a:lnTo>
                  <a:lnTo>
                    <a:pt x="206413" y="2568638"/>
                  </a:lnTo>
                  <a:close/>
                </a:path>
                <a:path w="3447415" h="4304030">
                  <a:moveTo>
                    <a:pt x="206413" y="2110930"/>
                  </a:moveTo>
                  <a:lnTo>
                    <a:pt x="164134" y="2068652"/>
                  </a:lnTo>
                  <a:lnTo>
                    <a:pt x="36436" y="2110917"/>
                  </a:lnTo>
                  <a:lnTo>
                    <a:pt x="0" y="2147341"/>
                  </a:lnTo>
                  <a:lnTo>
                    <a:pt x="0" y="2317305"/>
                  </a:lnTo>
                  <a:lnTo>
                    <a:pt x="206413" y="2110930"/>
                  </a:lnTo>
                  <a:close/>
                </a:path>
                <a:path w="3447415" h="4304030">
                  <a:moveTo>
                    <a:pt x="206413" y="1653209"/>
                  </a:moveTo>
                  <a:lnTo>
                    <a:pt x="164134" y="1610944"/>
                  </a:lnTo>
                  <a:lnTo>
                    <a:pt x="36436" y="1653197"/>
                  </a:lnTo>
                  <a:lnTo>
                    <a:pt x="0" y="1689633"/>
                  </a:lnTo>
                  <a:lnTo>
                    <a:pt x="0" y="1859584"/>
                  </a:lnTo>
                  <a:lnTo>
                    <a:pt x="206413" y="1653209"/>
                  </a:lnTo>
                  <a:close/>
                </a:path>
                <a:path w="3447415" h="4304030">
                  <a:moveTo>
                    <a:pt x="206413" y="1195501"/>
                  </a:moveTo>
                  <a:lnTo>
                    <a:pt x="164134" y="1153223"/>
                  </a:lnTo>
                  <a:lnTo>
                    <a:pt x="36436" y="1195489"/>
                  </a:lnTo>
                  <a:lnTo>
                    <a:pt x="0" y="1231925"/>
                  </a:lnTo>
                  <a:lnTo>
                    <a:pt x="0" y="1401876"/>
                  </a:lnTo>
                  <a:lnTo>
                    <a:pt x="206413" y="1195501"/>
                  </a:lnTo>
                  <a:close/>
                </a:path>
                <a:path w="3447415" h="4304030">
                  <a:moveTo>
                    <a:pt x="206413" y="737793"/>
                  </a:moveTo>
                  <a:lnTo>
                    <a:pt x="164134" y="695515"/>
                  </a:lnTo>
                  <a:lnTo>
                    <a:pt x="36436" y="737781"/>
                  </a:lnTo>
                  <a:lnTo>
                    <a:pt x="0" y="774204"/>
                  </a:lnTo>
                  <a:lnTo>
                    <a:pt x="0" y="944156"/>
                  </a:lnTo>
                  <a:lnTo>
                    <a:pt x="206413" y="737793"/>
                  </a:lnTo>
                  <a:close/>
                </a:path>
                <a:path w="3447415" h="4304030">
                  <a:moveTo>
                    <a:pt x="206413" y="280085"/>
                  </a:moveTo>
                  <a:lnTo>
                    <a:pt x="164134" y="237807"/>
                  </a:lnTo>
                  <a:lnTo>
                    <a:pt x="36436" y="280073"/>
                  </a:lnTo>
                  <a:lnTo>
                    <a:pt x="0" y="316496"/>
                  </a:lnTo>
                  <a:lnTo>
                    <a:pt x="0" y="486448"/>
                  </a:lnTo>
                  <a:lnTo>
                    <a:pt x="206413" y="280085"/>
                  </a:lnTo>
                  <a:close/>
                </a:path>
                <a:path w="3447415" h="4304030">
                  <a:moveTo>
                    <a:pt x="571944" y="0"/>
                  </a:moveTo>
                  <a:lnTo>
                    <a:pt x="401955" y="0"/>
                  </a:lnTo>
                  <a:lnTo>
                    <a:pt x="259702" y="142227"/>
                  </a:lnTo>
                  <a:lnTo>
                    <a:pt x="301980" y="184518"/>
                  </a:lnTo>
                  <a:lnTo>
                    <a:pt x="429679" y="142240"/>
                  </a:lnTo>
                  <a:lnTo>
                    <a:pt x="571944" y="0"/>
                  </a:lnTo>
                  <a:close/>
                </a:path>
                <a:path w="3447415" h="4304030">
                  <a:moveTo>
                    <a:pt x="749617" y="3941775"/>
                  </a:moveTo>
                  <a:lnTo>
                    <a:pt x="707339" y="3899497"/>
                  </a:lnTo>
                  <a:lnTo>
                    <a:pt x="579628" y="3941775"/>
                  </a:lnTo>
                  <a:lnTo>
                    <a:pt x="259702" y="4261650"/>
                  </a:lnTo>
                  <a:lnTo>
                    <a:pt x="301967" y="4303915"/>
                  </a:lnTo>
                  <a:lnTo>
                    <a:pt x="429666" y="4261650"/>
                  </a:lnTo>
                  <a:lnTo>
                    <a:pt x="749617" y="3941775"/>
                  </a:lnTo>
                  <a:close/>
                </a:path>
                <a:path w="3447415" h="4304030">
                  <a:moveTo>
                    <a:pt x="749617" y="3484067"/>
                  </a:moveTo>
                  <a:lnTo>
                    <a:pt x="707339" y="3441789"/>
                  </a:lnTo>
                  <a:lnTo>
                    <a:pt x="579628" y="3484067"/>
                  </a:lnTo>
                  <a:lnTo>
                    <a:pt x="259702" y="3803942"/>
                  </a:lnTo>
                  <a:lnTo>
                    <a:pt x="301967" y="3846207"/>
                  </a:lnTo>
                  <a:lnTo>
                    <a:pt x="429666" y="3803942"/>
                  </a:lnTo>
                  <a:lnTo>
                    <a:pt x="749617" y="3484067"/>
                  </a:lnTo>
                  <a:close/>
                </a:path>
                <a:path w="3447415" h="4304030">
                  <a:moveTo>
                    <a:pt x="749617" y="3026346"/>
                  </a:moveTo>
                  <a:lnTo>
                    <a:pt x="707339" y="2984068"/>
                  </a:lnTo>
                  <a:lnTo>
                    <a:pt x="579628" y="3026346"/>
                  </a:lnTo>
                  <a:lnTo>
                    <a:pt x="259702" y="3346221"/>
                  </a:lnTo>
                  <a:lnTo>
                    <a:pt x="301967" y="3388487"/>
                  </a:lnTo>
                  <a:lnTo>
                    <a:pt x="429666" y="3346221"/>
                  </a:lnTo>
                  <a:lnTo>
                    <a:pt x="749617" y="3026346"/>
                  </a:lnTo>
                  <a:close/>
                </a:path>
                <a:path w="3447415" h="4304030">
                  <a:moveTo>
                    <a:pt x="749617" y="2568638"/>
                  </a:moveTo>
                  <a:lnTo>
                    <a:pt x="707339" y="2526360"/>
                  </a:lnTo>
                  <a:lnTo>
                    <a:pt x="579628" y="2568638"/>
                  </a:lnTo>
                  <a:lnTo>
                    <a:pt x="259702" y="2888513"/>
                  </a:lnTo>
                  <a:lnTo>
                    <a:pt x="301967" y="2930779"/>
                  </a:lnTo>
                  <a:lnTo>
                    <a:pt x="429666" y="2888513"/>
                  </a:lnTo>
                  <a:lnTo>
                    <a:pt x="749617" y="2568638"/>
                  </a:lnTo>
                  <a:close/>
                </a:path>
                <a:path w="3447415" h="4304030">
                  <a:moveTo>
                    <a:pt x="749617" y="2110930"/>
                  </a:moveTo>
                  <a:lnTo>
                    <a:pt x="707339" y="2068652"/>
                  </a:lnTo>
                  <a:lnTo>
                    <a:pt x="579628" y="2110930"/>
                  </a:lnTo>
                  <a:lnTo>
                    <a:pt x="259702" y="2430805"/>
                  </a:lnTo>
                  <a:lnTo>
                    <a:pt x="301967" y="2473071"/>
                  </a:lnTo>
                  <a:lnTo>
                    <a:pt x="429666" y="2430805"/>
                  </a:lnTo>
                  <a:lnTo>
                    <a:pt x="749617" y="2110930"/>
                  </a:lnTo>
                  <a:close/>
                </a:path>
                <a:path w="3447415" h="4304030">
                  <a:moveTo>
                    <a:pt x="749617" y="1653209"/>
                  </a:moveTo>
                  <a:lnTo>
                    <a:pt x="707339" y="1610931"/>
                  </a:lnTo>
                  <a:lnTo>
                    <a:pt x="579628" y="1653209"/>
                  </a:lnTo>
                  <a:lnTo>
                    <a:pt x="259702" y="1973084"/>
                  </a:lnTo>
                  <a:lnTo>
                    <a:pt x="301967" y="2015350"/>
                  </a:lnTo>
                  <a:lnTo>
                    <a:pt x="429666" y="1973084"/>
                  </a:lnTo>
                  <a:lnTo>
                    <a:pt x="749617" y="1653209"/>
                  </a:lnTo>
                  <a:close/>
                </a:path>
                <a:path w="3447415" h="4304030">
                  <a:moveTo>
                    <a:pt x="749617" y="1195501"/>
                  </a:moveTo>
                  <a:lnTo>
                    <a:pt x="707339" y="1153223"/>
                  </a:lnTo>
                  <a:lnTo>
                    <a:pt x="579628" y="1195501"/>
                  </a:lnTo>
                  <a:lnTo>
                    <a:pt x="259702" y="1515376"/>
                  </a:lnTo>
                  <a:lnTo>
                    <a:pt x="301967" y="1557642"/>
                  </a:lnTo>
                  <a:lnTo>
                    <a:pt x="429666" y="1515376"/>
                  </a:lnTo>
                  <a:lnTo>
                    <a:pt x="749617" y="1195501"/>
                  </a:lnTo>
                  <a:close/>
                </a:path>
                <a:path w="3447415" h="4304030">
                  <a:moveTo>
                    <a:pt x="749617" y="737793"/>
                  </a:moveTo>
                  <a:lnTo>
                    <a:pt x="707339" y="695515"/>
                  </a:lnTo>
                  <a:lnTo>
                    <a:pt x="579628" y="737793"/>
                  </a:lnTo>
                  <a:lnTo>
                    <a:pt x="259702" y="1057668"/>
                  </a:lnTo>
                  <a:lnTo>
                    <a:pt x="301967" y="1099934"/>
                  </a:lnTo>
                  <a:lnTo>
                    <a:pt x="429666" y="1057668"/>
                  </a:lnTo>
                  <a:lnTo>
                    <a:pt x="749617" y="737793"/>
                  </a:lnTo>
                  <a:close/>
                </a:path>
                <a:path w="3447415" h="4304030">
                  <a:moveTo>
                    <a:pt x="749617" y="280073"/>
                  </a:moveTo>
                  <a:lnTo>
                    <a:pt x="707339" y="237794"/>
                  </a:lnTo>
                  <a:lnTo>
                    <a:pt x="579628" y="280073"/>
                  </a:lnTo>
                  <a:lnTo>
                    <a:pt x="259702" y="599948"/>
                  </a:lnTo>
                  <a:lnTo>
                    <a:pt x="301967" y="642213"/>
                  </a:lnTo>
                  <a:lnTo>
                    <a:pt x="429666" y="599948"/>
                  </a:lnTo>
                  <a:lnTo>
                    <a:pt x="749617" y="280073"/>
                  </a:lnTo>
                  <a:close/>
                </a:path>
                <a:path w="3447415" h="4304030">
                  <a:moveTo>
                    <a:pt x="1115148" y="0"/>
                  </a:moveTo>
                  <a:lnTo>
                    <a:pt x="945159" y="0"/>
                  </a:lnTo>
                  <a:lnTo>
                    <a:pt x="802906" y="142227"/>
                  </a:lnTo>
                  <a:lnTo>
                    <a:pt x="845185" y="184518"/>
                  </a:lnTo>
                  <a:lnTo>
                    <a:pt x="972883" y="142240"/>
                  </a:lnTo>
                  <a:lnTo>
                    <a:pt x="1115148" y="0"/>
                  </a:lnTo>
                  <a:close/>
                </a:path>
                <a:path w="3447415" h="4304030">
                  <a:moveTo>
                    <a:pt x="1292834" y="3941775"/>
                  </a:moveTo>
                  <a:lnTo>
                    <a:pt x="1250556" y="3899497"/>
                  </a:lnTo>
                  <a:lnTo>
                    <a:pt x="1122857" y="3941762"/>
                  </a:lnTo>
                  <a:lnTo>
                    <a:pt x="802906" y="4261637"/>
                  </a:lnTo>
                  <a:lnTo>
                    <a:pt x="845185" y="4303915"/>
                  </a:lnTo>
                  <a:lnTo>
                    <a:pt x="972883" y="4261663"/>
                  </a:lnTo>
                  <a:lnTo>
                    <a:pt x="1292834" y="3941775"/>
                  </a:lnTo>
                  <a:close/>
                </a:path>
                <a:path w="3447415" h="4304030">
                  <a:moveTo>
                    <a:pt x="1292834" y="3484067"/>
                  </a:moveTo>
                  <a:lnTo>
                    <a:pt x="1250556" y="3441789"/>
                  </a:lnTo>
                  <a:lnTo>
                    <a:pt x="1122857" y="3484054"/>
                  </a:lnTo>
                  <a:lnTo>
                    <a:pt x="802906" y="3803929"/>
                  </a:lnTo>
                  <a:lnTo>
                    <a:pt x="845185" y="3846207"/>
                  </a:lnTo>
                  <a:lnTo>
                    <a:pt x="972883" y="3803954"/>
                  </a:lnTo>
                  <a:lnTo>
                    <a:pt x="1292834" y="3484067"/>
                  </a:lnTo>
                  <a:close/>
                </a:path>
                <a:path w="3447415" h="4304030">
                  <a:moveTo>
                    <a:pt x="1292834" y="3026346"/>
                  </a:moveTo>
                  <a:lnTo>
                    <a:pt x="1250556" y="2984068"/>
                  </a:lnTo>
                  <a:lnTo>
                    <a:pt x="1122857" y="3026333"/>
                  </a:lnTo>
                  <a:lnTo>
                    <a:pt x="802906" y="3346208"/>
                  </a:lnTo>
                  <a:lnTo>
                    <a:pt x="845185" y="3388487"/>
                  </a:lnTo>
                  <a:lnTo>
                    <a:pt x="972883" y="3346234"/>
                  </a:lnTo>
                  <a:lnTo>
                    <a:pt x="1292834" y="3026346"/>
                  </a:lnTo>
                  <a:close/>
                </a:path>
                <a:path w="3447415" h="4304030">
                  <a:moveTo>
                    <a:pt x="1292834" y="2568638"/>
                  </a:moveTo>
                  <a:lnTo>
                    <a:pt x="1250556" y="2526360"/>
                  </a:lnTo>
                  <a:lnTo>
                    <a:pt x="1122857" y="2568625"/>
                  </a:lnTo>
                  <a:lnTo>
                    <a:pt x="802906" y="2888500"/>
                  </a:lnTo>
                  <a:lnTo>
                    <a:pt x="845185" y="2930779"/>
                  </a:lnTo>
                  <a:lnTo>
                    <a:pt x="972883" y="2888526"/>
                  </a:lnTo>
                  <a:lnTo>
                    <a:pt x="1292834" y="2568638"/>
                  </a:lnTo>
                  <a:close/>
                </a:path>
                <a:path w="3447415" h="4304030">
                  <a:moveTo>
                    <a:pt x="1292834" y="2110930"/>
                  </a:moveTo>
                  <a:lnTo>
                    <a:pt x="1250556" y="2068652"/>
                  </a:lnTo>
                  <a:lnTo>
                    <a:pt x="1122857" y="2110917"/>
                  </a:lnTo>
                  <a:lnTo>
                    <a:pt x="802906" y="2430792"/>
                  </a:lnTo>
                  <a:lnTo>
                    <a:pt x="845185" y="2473071"/>
                  </a:lnTo>
                  <a:lnTo>
                    <a:pt x="972883" y="2430818"/>
                  </a:lnTo>
                  <a:lnTo>
                    <a:pt x="1292834" y="2110930"/>
                  </a:lnTo>
                  <a:close/>
                </a:path>
                <a:path w="3447415" h="4304030">
                  <a:moveTo>
                    <a:pt x="1292834" y="1653209"/>
                  </a:moveTo>
                  <a:lnTo>
                    <a:pt x="1250556" y="1610931"/>
                  </a:lnTo>
                  <a:lnTo>
                    <a:pt x="1122857" y="1653197"/>
                  </a:lnTo>
                  <a:lnTo>
                    <a:pt x="802906" y="1973072"/>
                  </a:lnTo>
                  <a:lnTo>
                    <a:pt x="845185" y="2015350"/>
                  </a:lnTo>
                  <a:lnTo>
                    <a:pt x="972883" y="1973097"/>
                  </a:lnTo>
                  <a:lnTo>
                    <a:pt x="1292834" y="1653209"/>
                  </a:lnTo>
                  <a:close/>
                </a:path>
                <a:path w="3447415" h="4304030">
                  <a:moveTo>
                    <a:pt x="1292834" y="1195501"/>
                  </a:moveTo>
                  <a:lnTo>
                    <a:pt x="1250556" y="1153223"/>
                  </a:lnTo>
                  <a:lnTo>
                    <a:pt x="1122857" y="1195489"/>
                  </a:lnTo>
                  <a:lnTo>
                    <a:pt x="802906" y="1515364"/>
                  </a:lnTo>
                  <a:lnTo>
                    <a:pt x="845185" y="1557642"/>
                  </a:lnTo>
                  <a:lnTo>
                    <a:pt x="972883" y="1515389"/>
                  </a:lnTo>
                  <a:lnTo>
                    <a:pt x="1292834" y="1195501"/>
                  </a:lnTo>
                  <a:close/>
                </a:path>
                <a:path w="3447415" h="4304030">
                  <a:moveTo>
                    <a:pt x="1292834" y="737793"/>
                  </a:moveTo>
                  <a:lnTo>
                    <a:pt x="1250556" y="695515"/>
                  </a:lnTo>
                  <a:lnTo>
                    <a:pt x="1122857" y="737781"/>
                  </a:lnTo>
                  <a:lnTo>
                    <a:pt x="802906" y="1057656"/>
                  </a:lnTo>
                  <a:lnTo>
                    <a:pt x="845185" y="1099934"/>
                  </a:lnTo>
                  <a:lnTo>
                    <a:pt x="972883" y="1057681"/>
                  </a:lnTo>
                  <a:lnTo>
                    <a:pt x="1292834" y="737793"/>
                  </a:lnTo>
                  <a:close/>
                </a:path>
                <a:path w="3447415" h="4304030">
                  <a:moveTo>
                    <a:pt x="1292834" y="280073"/>
                  </a:moveTo>
                  <a:lnTo>
                    <a:pt x="1250556" y="237794"/>
                  </a:lnTo>
                  <a:lnTo>
                    <a:pt x="1122857" y="280060"/>
                  </a:lnTo>
                  <a:lnTo>
                    <a:pt x="802906" y="599935"/>
                  </a:lnTo>
                  <a:lnTo>
                    <a:pt x="845185" y="642213"/>
                  </a:lnTo>
                  <a:lnTo>
                    <a:pt x="972883" y="599960"/>
                  </a:lnTo>
                  <a:lnTo>
                    <a:pt x="1292834" y="280073"/>
                  </a:lnTo>
                  <a:close/>
                </a:path>
                <a:path w="3447415" h="4304030">
                  <a:moveTo>
                    <a:pt x="1658366" y="0"/>
                  </a:moveTo>
                  <a:lnTo>
                    <a:pt x="1488376" y="0"/>
                  </a:lnTo>
                  <a:lnTo>
                    <a:pt x="1346123" y="142227"/>
                  </a:lnTo>
                  <a:lnTo>
                    <a:pt x="1388402" y="184518"/>
                  </a:lnTo>
                  <a:lnTo>
                    <a:pt x="1516100" y="142240"/>
                  </a:lnTo>
                  <a:lnTo>
                    <a:pt x="1658366" y="0"/>
                  </a:lnTo>
                  <a:close/>
                </a:path>
                <a:path w="3447415" h="4304030">
                  <a:moveTo>
                    <a:pt x="1836051" y="3941775"/>
                  </a:moveTo>
                  <a:lnTo>
                    <a:pt x="1793773" y="3899497"/>
                  </a:lnTo>
                  <a:lnTo>
                    <a:pt x="1666062" y="3941775"/>
                  </a:lnTo>
                  <a:lnTo>
                    <a:pt x="1346136" y="4261650"/>
                  </a:lnTo>
                  <a:lnTo>
                    <a:pt x="1388402" y="4303915"/>
                  </a:lnTo>
                  <a:lnTo>
                    <a:pt x="1516100" y="4261650"/>
                  </a:lnTo>
                  <a:lnTo>
                    <a:pt x="1836051" y="3941775"/>
                  </a:lnTo>
                  <a:close/>
                </a:path>
                <a:path w="3447415" h="4304030">
                  <a:moveTo>
                    <a:pt x="1836051" y="3484067"/>
                  </a:moveTo>
                  <a:lnTo>
                    <a:pt x="1793773" y="3441789"/>
                  </a:lnTo>
                  <a:lnTo>
                    <a:pt x="1666062" y="3484067"/>
                  </a:lnTo>
                  <a:lnTo>
                    <a:pt x="1346136" y="3803942"/>
                  </a:lnTo>
                  <a:lnTo>
                    <a:pt x="1388402" y="3846207"/>
                  </a:lnTo>
                  <a:lnTo>
                    <a:pt x="1516100" y="3803942"/>
                  </a:lnTo>
                  <a:lnTo>
                    <a:pt x="1836051" y="3484067"/>
                  </a:lnTo>
                  <a:close/>
                </a:path>
                <a:path w="3447415" h="4304030">
                  <a:moveTo>
                    <a:pt x="1836051" y="3026346"/>
                  </a:moveTo>
                  <a:lnTo>
                    <a:pt x="1793773" y="2984068"/>
                  </a:lnTo>
                  <a:lnTo>
                    <a:pt x="1666062" y="3026346"/>
                  </a:lnTo>
                  <a:lnTo>
                    <a:pt x="1346136" y="3346221"/>
                  </a:lnTo>
                  <a:lnTo>
                    <a:pt x="1388402" y="3388487"/>
                  </a:lnTo>
                  <a:lnTo>
                    <a:pt x="1516100" y="3346221"/>
                  </a:lnTo>
                  <a:lnTo>
                    <a:pt x="1836051" y="3026346"/>
                  </a:lnTo>
                  <a:close/>
                </a:path>
                <a:path w="3447415" h="4304030">
                  <a:moveTo>
                    <a:pt x="1836051" y="2568638"/>
                  </a:moveTo>
                  <a:lnTo>
                    <a:pt x="1793773" y="2526360"/>
                  </a:lnTo>
                  <a:lnTo>
                    <a:pt x="1666062" y="2568638"/>
                  </a:lnTo>
                  <a:lnTo>
                    <a:pt x="1346136" y="2888513"/>
                  </a:lnTo>
                  <a:lnTo>
                    <a:pt x="1388402" y="2930779"/>
                  </a:lnTo>
                  <a:lnTo>
                    <a:pt x="1516100" y="2888513"/>
                  </a:lnTo>
                  <a:lnTo>
                    <a:pt x="1836051" y="2568638"/>
                  </a:lnTo>
                  <a:close/>
                </a:path>
                <a:path w="3447415" h="4304030">
                  <a:moveTo>
                    <a:pt x="1836051" y="2110930"/>
                  </a:moveTo>
                  <a:lnTo>
                    <a:pt x="1793773" y="2068652"/>
                  </a:lnTo>
                  <a:lnTo>
                    <a:pt x="1666062" y="2110930"/>
                  </a:lnTo>
                  <a:lnTo>
                    <a:pt x="1346136" y="2430805"/>
                  </a:lnTo>
                  <a:lnTo>
                    <a:pt x="1388402" y="2473071"/>
                  </a:lnTo>
                  <a:lnTo>
                    <a:pt x="1516100" y="2430805"/>
                  </a:lnTo>
                  <a:lnTo>
                    <a:pt x="1836051" y="2110930"/>
                  </a:lnTo>
                  <a:close/>
                </a:path>
                <a:path w="3447415" h="4304030">
                  <a:moveTo>
                    <a:pt x="1836051" y="1653209"/>
                  </a:moveTo>
                  <a:lnTo>
                    <a:pt x="1793773" y="1610931"/>
                  </a:lnTo>
                  <a:lnTo>
                    <a:pt x="1666062" y="1653209"/>
                  </a:lnTo>
                  <a:lnTo>
                    <a:pt x="1346136" y="1973084"/>
                  </a:lnTo>
                  <a:lnTo>
                    <a:pt x="1388402" y="2015350"/>
                  </a:lnTo>
                  <a:lnTo>
                    <a:pt x="1516100" y="1973084"/>
                  </a:lnTo>
                  <a:lnTo>
                    <a:pt x="1836051" y="1653209"/>
                  </a:lnTo>
                  <a:close/>
                </a:path>
                <a:path w="3447415" h="4304030">
                  <a:moveTo>
                    <a:pt x="1836051" y="1195501"/>
                  </a:moveTo>
                  <a:lnTo>
                    <a:pt x="1793773" y="1153223"/>
                  </a:lnTo>
                  <a:lnTo>
                    <a:pt x="1666062" y="1195501"/>
                  </a:lnTo>
                  <a:lnTo>
                    <a:pt x="1346136" y="1515376"/>
                  </a:lnTo>
                  <a:lnTo>
                    <a:pt x="1388402" y="1557642"/>
                  </a:lnTo>
                  <a:lnTo>
                    <a:pt x="1516100" y="1515376"/>
                  </a:lnTo>
                  <a:lnTo>
                    <a:pt x="1836051" y="1195501"/>
                  </a:lnTo>
                  <a:close/>
                </a:path>
                <a:path w="3447415" h="4304030">
                  <a:moveTo>
                    <a:pt x="1836051" y="737793"/>
                  </a:moveTo>
                  <a:lnTo>
                    <a:pt x="1793773" y="695515"/>
                  </a:lnTo>
                  <a:lnTo>
                    <a:pt x="1666062" y="737793"/>
                  </a:lnTo>
                  <a:lnTo>
                    <a:pt x="1346136" y="1057668"/>
                  </a:lnTo>
                  <a:lnTo>
                    <a:pt x="1388402" y="1099934"/>
                  </a:lnTo>
                  <a:lnTo>
                    <a:pt x="1516100" y="1057668"/>
                  </a:lnTo>
                  <a:lnTo>
                    <a:pt x="1836051" y="737793"/>
                  </a:lnTo>
                  <a:close/>
                </a:path>
                <a:path w="3447415" h="4304030">
                  <a:moveTo>
                    <a:pt x="1836051" y="280073"/>
                  </a:moveTo>
                  <a:lnTo>
                    <a:pt x="1793773" y="237794"/>
                  </a:lnTo>
                  <a:lnTo>
                    <a:pt x="1666062" y="280073"/>
                  </a:lnTo>
                  <a:lnTo>
                    <a:pt x="1346136" y="599948"/>
                  </a:lnTo>
                  <a:lnTo>
                    <a:pt x="1388402" y="642213"/>
                  </a:lnTo>
                  <a:lnTo>
                    <a:pt x="1516100" y="599948"/>
                  </a:lnTo>
                  <a:lnTo>
                    <a:pt x="1836051" y="280073"/>
                  </a:lnTo>
                  <a:close/>
                </a:path>
                <a:path w="3447415" h="4304030">
                  <a:moveTo>
                    <a:pt x="2201583" y="0"/>
                  </a:moveTo>
                  <a:lnTo>
                    <a:pt x="2031593" y="0"/>
                  </a:lnTo>
                  <a:lnTo>
                    <a:pt x="1889340" y="142227"/>
                  </a:lnTo>
                  <a:lnTo>
                    <a:pt x="1931606" y="184518"/>
                  </a:lnTo>
                  <a:lnTo>
                    <a:pt x="2059305" y="142240"/>
                  </a:lnTo>
                  <a:lnTo>
                    <a:pt x="2201583" y="0"/>
                  </a:lnTo>
                  <a:close/>
                </a:path>
                <a:path w="3447415" h="4304030">
                  <a:moveTo>
                    <a:pt x="2379256" y="3941775"/>
                  </a:moveTo>
                  <a:lnTo>
                    <a:pt x="2336977" y="3899497"/>
                  </a:lnTo>
                  <a:lnTo>
                    <a:pt x="2209279" y="3941762"/>
                  </a:lnTo>
                  <a:lnTo>
                    <a:pt x="1889328" y="4261637"/>
                  </a:lnTo>
                  <a:lnTo>
                    <a:pt x="1931606" y="4303915"/>
                  </a:lnTo>
                  <a:lnTo>
                    <a:pt x="2059305" y="4261663"/>
                  </a:lnTo>
                  <a:lnTo>
                    <a:pt x="2379256" y="3941775"/>
                  </a:lnTo>
                  <a:close/>
                </a:path>
                <a:path w="3447415" h="4304030">
                  <a:moveTo>
                    <a:pt x="2379256" y="3484067"/>
                  </a:moveTo>
                  <a:lnTo>
                    <a:pt x="2336977" y="3441789"/>
                  </a:lnTo>
                  <a:lnTo>
                    <a:pt x="2209279" y="3484054"/>
                  </a:lnTo>
                  <a:lnTo>
                    <a:pt x="1889328" y="3803929"/>
                  </a:lnTo>
                  <a:lnTo>
                    <a:pt x="1931606" y="3846207"/>
                  </a:lnTo>
                  <a:lnTo>
                    <a:pt x="2059305" y="3803954"/>
                  </a:lnTo>
                  <a:lnTo>
                    <a:pt x="2379256" y="3484067"/>
                  </a:lnTo>
                  <a:close/>
                </a:path>
                <a:path w="3447415" h="4304030">
                  <a:moveTo>
                    <a:pt x="2379256" y="3026346"/>
                  </a:moveTo>
                  <a:lnTo>
                    <a:pt x="2336977" y="2984068"/>
                  </a:lnTo>
                  <a:lnTo>
                    <a:pt x="2209279" y="3026333"/>
                  </a:lnTo>
                  <a:lnTo>
                    <a:pt x="1889328" y="3346208"/>
                  </a:lnTo>
                  <a:lnTo>
                    <a:pt x="1931606" y="3388487"/>
                  </a:lnTo>
                  <a:lnTo>
                    <a:pt x="2059305" y="3346234"/>
                  </a:lnTo>
                  <a:lnTo>
                    <a:pt x="2379256" y="3026346"/>
                  </a:lnTo>
                  <a:close/>
                </a:path>
                <a:path w="3447415" h="4304030">
                  <a:moveTo>
                    <a:pt x="2379256" y="2568638"/>
                  </a:moveTo>
                  <a:lnTo>
                    <a:pt x="2336977" y="2526360"/>
                  </a:lnTo>
                  <a:lnTo>
                    <a:pt x="2209279" y="2568625"/>
                  </a:lnTo>
                  <a:lnTo>
                    <a:pt x="1889328" y="2888500"/>
                  </a:lnTo>
                  <a:lnTo>
                    <a:pt x="1931606" y="2930779"/>
                  </a:lnTo>
                  <a:lnTo>
                    <a:pt x="2059305" y="2888526"/>
                  </a:lnTo>
                  <a:lnTo>
                    <a:pt x="2379256" y="2568638"/>
                  </a:lnTo>
                  <a:close/>
                </a:path>
                <a:path w="3447415" h="4304030">
                  <a:moveTo>
                    <a:pt x="2379256" y="2110930"/>
                  </a:moveTo>
                  <a:lnTo>
                    <a:pt x="2336977" y="2068652"/>
                  </a:lnTo>
                  <a:lnTo>
                    <a:pt x="2209279" y="2110917"/>
                  </a:lnTo>
                  <a:lnTo>
                    <a:pt x="1889328" y="2430792"/>
                  </a:lnTo>
                  <a:lnTo>
                    <a:pt x="1931606" y="2473071"/>
                  </a:lnTo>
                  <a:lnTo>
                    <a:pt x="2059305" y="2430818"/>
                  </a:lnTo>
                  <a:lnTo>
                    <a:pt x="2379256" y="2110930"/>
                  </a:lnTo>
                  <a:close/>
                </a:path>
                <a:path w="3447415" h="4304030">
                  <a:moveTo>
                    <a:pt x="2379256" y="1653209"/>
                  </a:moveTo>
                  <a:lnTo>
                    <a:pt x="2336977" y="1610931"/>
                  </a:lnTo>
                  <a:lnTo>
                    <a:pt x="2209279" y="1653197"/>
                  </a:lnTo>
                  <a:lnTo>
                    <a:pt x="1889328" y="1973072"/>
                  </a:lnTo>
                  <a:lnTo>
                    <a:pt x="1931606" y="2015350"/>
                  </a:lnTo>
                  <a:lnTo>
                    <a:pt x="2059305" y="1973097"/>
                  </a:lnTo>
                  <a:lnTo>
                    <a:pt x="2379256" y="1653209"/>
                  </a:lnTo>
                  <a:close/>
                </a:path>
                <a:path w="3447415" h="4304030">
                  <a:moveTo>
                    <a:pt x="2379256" y="1195501"/>
                  </a:moveTo>
                  <a:lnTo>
                    <a:pt x="2336977" y="1153223"/>
                  </a:lnTo>
                  <a:lnTo>
                    <a:pt x="2209279" y="1195489"/>
                  </a:lnTo>
                  <a:lnTo>
                    <a:pt x="1889328" y="1515364"/>
                  </a:lnTo>
                  <a:lnTo>
                    <a:pt x="1931606" y="1557642"/>
                  </a:lnTo>
                  <a:lnTo>
                    <a:pt x="2059305" y="1515389"/>
                  </a:lnTo>
                  <a:lnTo>
                    <a:pt x="2379256" y="1195501"/>
                  </a:lnTo>
                  <a:close/>
                </a:path>
                <a:path w="3447415" h="4304030">
                  <a:moveTo>
                    <a:pt x="2379256" y="737793"/>
                  </a:moveTo>
                  <a:lnTo>
                    <a:pt x="2336977" y="695515"/>
                  </a:lnTo>
                  <a:lnTo>
                    <a:pt x="2209279" y="737781"/>
                  </a:lnTo>
                  <a:lnTo>
                    <a:pt x="1889328" y="1057656"/>
                  </a:lnTo>
                  <a:lnTo>
                    <a:pt x="1931606" y="1099934"/>
                  </a:lnTo>
                  <a:lnTo>
                    <a:pt x="2059305" y="1057681"/>
                  </a:lnTo>
                  <a:lnTo>
                    <a:pt x="2379256" y="737793"/>
                  </a:lnTo>
                  <a:close/>
                </a:path>
                <a:path w="3447415" h="4304030">
                  <a:moveTo>
                    <a:pt x="2379256" y="280073"/>
                  </a:moveTo>
                  <a:lnTo>
                    <a:pt x="2336977" y="237794"/>
                  </a:lnTo>
                  <a:lnTo>
                    <a:pt x="2209279" y="280060"/>
                  </a:lnTo>
                  <a:lnTo>
                    <a:pt x="1889328" y="599935"/>
                  </a:lnTo>
                  <a:lnTo>
                    <a:pt x="1931606" y="642213"/>
                  </a:lnTo>
                  <a:lnTo>
                    <a:pt x="2059305" y="599960"/>
                  </a:lnTo>
                  <a:lnTo>
                    <a:pt x="2379256" y="280073"/>
                  </a:lnTo>
                  <a:close/>
                </a:path>
                <a:path w="3447415" h="4304030">
                  <a:moveTo>
                    <a:pt x="2744800" y="0"/>
                  </a:moveTo>
                  <a:lnTo>
                    <a:pt x="2574810" y="0"/>
                  </a:lnTo>
                  <a:lnTo>
                    <a:pt x="2432545" y="142227"/>
                  </a:lnTo>
                  <a:lnTo>
                    <a:pt x="2474811" y="184518"/>
                  </a:lnTo>
                  <a:lnTo>
                    <a:pt x="2602509" y="142240"/>
                  </a:lnTo>
                  <a:lnTo>
                    <a:pt x="2744800" y="0"/>
                  </a:lnTo>
                  <a:close/>
                </a:path>
                <a:path w="3447415" h="4304030">
                  <a:moveTo>
                    <a:pt x="2922473" y="3941775"/>
                  </a:moveTo>
                  <a:lnTo>
                    <a:pt x="2880195" y="3899497"/>
                  </a:lnTo>
                  <a:lnTo>
                    <a:pt x="2752483" y="3941775"/>
                  </a:lnTo>
                  <a:lnTo>
                    <a:pt x="2432558" y="4261650"/>
                  </a:lnTo>
                  <a:lnTo>
                    <a:pt x="2474823" y="4303915"/>
                  </a:lnTo>
                  <a:lnTo>
                    <a:pt x="2602522" y="4261650"/>
                  </a:lnTo>
                  <a:lnTo>
                    <a:pt x="2922473" y="3941775"/>
                  </a:lnTo>
                  <a:close/>
                </a:path>
                <a:path w="3447415" h="4304030">
                  <a:moveTo>
                    <a:pt x="2922473" y="3484067"/>
                  </a:moveTo>
                  <a:lnTo>
                    <a:pt x="2880195" y="3441789"/>
                  </a:lnTo>
                  <a:lnTo>
                    <a:pt x="2752483" y="3484067"/>
                  </a:lnTo>
                  <a:lnTo>
                    <a:pt x="2432558" y="3803942"/>
                  </a:lnTo>
                  <a:lnTo>
                    <a:pt x="2474823" y="3846207"/>
                  </a:lnTo>
                  <a:lnTo>
                    <a:pt x="2602522" y="3803942"/>
                  </a:lnTo>
                  <a:lnTo>
                    <a:pt x="2922473" y="3484067"/>
                  </a:lnTo>
                  <a:close/>
                </a:path>
                <a:path w="3447415" h="4304030">
                  <a:moveTo>
                    <a:pt x="2922473" y="3026346"/>
                  </a:moveTo>
                  <a:lnTo>
                    <a:pt x="2880195" y="2984068"/>
                  </a:lnTo>
                  <a:lnTo>
                    <a:pt x="2752483" y="3026346"/>
                  </a:lnTo>
                  <a:lnTo>
                    <a:pt x="2432558" y="3346221"/>
                  </a:lnTo>
                  <a:lnTo>
                    <a:pt x="2474823" y="3388487"/>
                  </a:lnTo>
                  <a:lnTo>
                    <a:pt x="2602522" y="3346221"/>
                  </a:lnTo>
                  <a:lnTo>
                    <a:pt x="2922473" y="3026346"/>
                  </a:lnTo>
                  <a:close/>
                </a:path>
                <a:path w="3447415" h="4304030">
                  <a:moveTo>
                    <a:pt x="2922473" y="2568638"/>
                  </a:moveTo>
                  <a:lnTo>
                    <a:pt x="2880195" y="2526360"/>
                  </a:lnTo>
                  <a:lnTo>
                    <a:pt x="2752483" y="2568638"/>
                  </a:lnTo>
                  <a:lnTo>
                    <a:pt x="2432558" y="2888513"/>
                  </a:lnTo>
                  <a:lnTo>
                    <a:pt x="2474823" y="2930779"/>
                  </a:lnTo>
                  <a:lnTo>
                    <a:pt x="2602522" y="2888513"/>
                  </a:lnTo>
                  <a:lnTo>
                    <a:pt x="2922473" y="2568638"/>
                  </a:lnTo>
                  <a:close/>
                </a:path>
                <a:path w="3447415" h="4304030">
                  <a:moveTo>
                    <a:pt x="2922473" y="2110930"/>
                  </a:moveTo>
                  <a:lnTo>
                    <a:pt x="2880195" y="2068652"/>
                  </a:lnTo>
                  <a:lnTo>
                    <a:pt x="2752483" y="2110930"/>
                  </a:lnTo>
                  <a:lnTo>
                    <a:pt x="2432558" y="2430805"/>
                  </a:lnTo>
                  <a:lnTo>
                    <a:pt x="2474823" y="2473071"/>
                  </a:lnTo>
                  <a:lnTo>
                    <a:pt x="2602522" y="2430805"/>
                  </a:lnTo>
                  <a:lnTo>
                    <a:pt x="2922473" y="2110930"/>
                  </a:lnTo>
                  <a:close/>
                </a:path>
                <a:path w="3447415" h="4304030">
                  <a:moveTo>
                    <a:pt x="2922473" y="1653209"/>
                  </a:moveTo>
                  <a:lnTo>
                    <a:pt x="2880195" y="1610931"/>
                  </a:lnTo>
                  <a:lnTo>
                    <a:pt x="2752483" y="1653209"/>
                  </a:lnTo>
                  <a:lnTo>
                    <a:pt x="2432558" y="1973084"/>
                  </a:lnTo>
                  <a:lnTo>
                    <a:pt x="2474823" y="2015350"/>
                  </a:lnTo>
                  <a:lnTo>
                    <a:pt x="2602522" y="1973084"/>
                  </a:lnTo>
                  <a:lnTo>
                    <a:pt x="2922473" y="1653209"/>
                  </a:lnTo>
                  <a:close/>
                </a:path>
                <a:path w="3447415" h="4304030">
                  <a:moveTo>
                    <a:pt x="2922473" y="1195501"/>
                  </a:moveTo>
                  <a:lnTo>
                    <a:pt x="2880195" y="1153223"/>
                  </a:lnTo>
                  <a:lnTo>
                    <a:pt x="2752483" y="1195501"/>
                  </a:lnTo>
                  <a:lnTo>
                    <a:pt x="2432558" y="1515376"/>
                  </a:lnTo>
                  <a:lnTo>
                    <a:pt x="2474823" y="1557642"/>
                  </a:lnTo>
                  <a:lnTo>
                    <a:pt x="2602522" y="1515376"/>
                  </a:lnTo>
                  <a:lnTo>
                    <a:pt x="2922473" y="1195501"/>
                  </a:lnTo>
                  <a:close/>
                </a:path>
                <a:path w="3447415" h="4304030">
                  <a:moveTo>
                    <a:pt x="2922473" y="737793"/>
                  </a:moveTo>
                  <a:lnTo>
                    <a:pt x="2880195" y="695515"/>
                  </a:lnTo>
                  <a:lnTo>
                    <a:pt x="2752483" y="737793"/>
                  </a:lnTo>
                  <a:lnTo>
                    <a:pt x="2432558" y="1057668"/>
                  </a:lnTo>
                  <a:lnTo>
                    <a:pt x="2474823" y="1099934"/>
                  </a:lnTo>
                  <a:lnTo>
                    <a:pt x="2602522" y="1057668"/>
                  </a:lnTo>
                  <a:lnTo>
                    <a:pt x="2922473" y="737793"/>
                  </a:lnTo>
                  <a:close/>
                </a:path>
                <a:path w="3447415" h="4304030">
                  <a:moveTo>
                    <a:pt x="2922473" y="280073"/>
                  </a:moveTo>
                  <a:lnTo>
                    <a:pt x="2880195" y="237794"/>
                  </a:lnTo>
                  <a:lnTo>
                    <a:pt x="2752483" y="280073"/>
                  </a:lnTo>
                  <a:lnTo>
                    <a:pt x="2432558" y="599948"/>
                  </a:lnTo>
                  <a:lnTo>
                    <a:pt x="2474823" y="642213"/>
                  </a:lnTo>
                  <a:lnTo>
                    <a:pt x="2602522" y="599948"/>
                  </a:lnTo>
                  <a:lnTo>
                    <a:pt x="2922473" y="280073"/>
                  </a:lnTo>
                  <a:close/>
                </a:path>
                <a:path w="3447415" h="4304030">
                  <a:moveTo>
                    <a:pt x="3288004" y="0"/>
                  </a:moveTo>
                  <a:lnTo>
                    <a:pt x="3118015" y="0"/>
                  </a:lnTo>
                  <a:lnTo>
                    <a:pt x="2975762" y="142227"/>
                  </a:lnTo>
                  <a:lnTo>
                    <a:pt x="3018040" y="184518"/>
                  </a:lnTo>
                  <a:lnTo>
                    <a:pt x="3145726" y="142240"/>
                  </a:lnTo>
                  <a:lnTo>
                    <a:pt x="3288004" y="0"/>
                  </a:lnTo>
                  <a:close/>
                </a:path>
                <a:path w="3447415" h="4304030">
                  <a:moveTo>
                    <a:pt x="3446983" y="3923080"/>
                  </a:moveTo>
                  <a:lnTo>
                    <a:pt x="3423399" y="3899497"/>
                  </a:lnTo>
                  <a:lnTo>
                    <a:pt x="3295713" y="3941762"/>
                  </a:lnTo>
                  <a:lnTo>
                    <a:pt x="2975749" y="4261637"/>
                  </a:lnTo>
                  <a:lnTo>
                    <a:pt x="3018028" y="4303915"/>
                  </a:lnTo>
                  <a:lnTo>
                    <a:pt x="3145726" y="4261650"/>
                  </a:lnTo>
                  <a:lnTo>
                    <a:pt x="3446983" y="3960469"/>
                  </a:lnTo>
                  <a:lnTo>
                    <a:pt x="3446983" y="3923080"/>
                  </a:lnTo>
                  <a:close/>
                </a:path>
                <a:path w="3447415" h="4304030">
                  <a:moveTo>
                    <a:pt x="3446983" y="3465372"/>
                  </a:moveTo>
                  <a:lnTo>
                    <a:pt x="3423399" y="3441789"/>
                  </a:lnTo>
                  <a:lnTo>
                    <a:pt x="3295713" y="3484054"/>
                  </a:lnTo>
                  <a:lnTo>
                    <a:pt x="2975749" y="3803929"/>
                  </a:lnTo>
                  <a:lnTo>
                    <a:pt x="3018028" y="3846207"/>
                  </a:lnTo>
                  <a:lnTo>
                    <a:pt x="3145726" y="3803942"/>
                  </a:lnTo>
                  <a:lnTo>
                    <a:pt x="3446983" y="3502749"/>
                  </a:lnTo>
                  <a:lnTo>
                    <a:pt x="3446983" y="3465372"/>
                  </a:lnTo>
                  <a:close/>
                </a:path>
                <a:path w="3447415" h="4304030">
                  <a:moveTo>
                    <a:pt x="3446983" y="3007652"/>
                  </a:moveTo>
                  <a:lnTo>
                    <a:pt x="3423399" y="2984068"/>
                  </a:lnTo>
                  <a:lnTo>
                    <a:pt x="3295713" y="3026333"/>
                  </a:lnTo>
                  <a:lnTo>
                    <a:pt x="2975749" y="3346208"/>
                  </a:lnTo>
                  <a:lnTo>
                    <a:pt x="3018028" y="3388487"/>
                  </a:lnTo>
                  <a:lnTo>
                    <a:pt x="3145726" y="3346221"/>
                  </a:lnTo>
                  <a:lnTo>
                    <a:pt x="3446983" y="3045041"/>
                  </a:lnTo>
                  <a:lnTo>
                    <a:pt x="3446983" y="3007652"/>
                  </a:lnTo>
                  <a:close/>
                </a:path>
                <a:path w="3447415" h="4304030">
                  <a:moveTo>
                    <a:pt x="3446983" y="2549944"/>
                  </a:moveTo>
                  <a:lnTo>
                    <a:pt x="3423399" y="2526360"/>
                  </a:lnTo>
                  <a:lnTo>
                    <a:pt x="3295713" y="2568625"/>
                  </a:lnTo>
                  <a:lnTo>
                    <a:pt x="2975749" y="2888500"/>
                  </a:lnTo>
                  <a:lnTo>
                    <a:pt x="3018028" y="2930779"/>
                  </a:lnTo>
                  <a:lnTo>
                    <a:pt x="3145726" y="2888513"/>
                  </a:lnTo>
                  <a:lnTo>
                    <a:pt x="3446983" y="2587333"/>
                  </a:lnTo>
                  <a:lnTo>
                    <a:pt x="3446983" y="2549944"/>
                  </a:lnTo>
                  <a:close/>
                </a:path>
                <a:path w="3447415" h="4304030">
                  <a:moveTo>
                    <a:pt x="3446983" y="2092236"/>
                  </a:moveTo>
                  <a:lnTo>
                    <a:pt x="3423399" y="2068652"/>
                  </a:lnTo>
                  <a:lnTo>
                    <a:pt x="3295713" y="2110917"/>
                  </a:lnTo>
                  <a:lnTo>
                    <a:pt x="2975749" y="2430792"/>
                  </a:lnTo>
                  <a:lnTo>
                    <a:pt x="3018028" y="2473071"/>
                  </a:lnTo>
                  <a:lnTo>
                    <a:pt x="3145726" y="2430805"/>
                  </a:lnTo>
                  <a:lnTo>
                    <a:pt x="3446983" y="2129612"/>
                  </a:lnTo>
                  <a:lnTo>
                    <a:pt x="3446983" y="2092236"/>
                  </a:lnTo>
                  <a:close/>
                </a:path>
                <a:path w="3447415" h="4304030">
                  <a:moveTo>
                    <a:pt x="3446983" y="1634515"/>
                  </a:moveTo>
                  <a:lnTo>
                    <a:pt x="3423399" y="1610931"/>
                  </a:lnTo>
                  <a:lnTo>
                    <a:pt x="3295713" y="1653197"/>
                  </a:lnTo>
                  <a:lnTo>
                    <a:pt x="2975749" y="1973072"/>
                  </a:lnTo>
                  <a:lnTo>
                    <a:pt x="3018028" y="2015350"/>
                  </a:lnTo>
                  <a:lnTo>
                    <a:pt x="3145726" y="1973084"/>
                  </a:lnTo>
                  <a:lnTo>
                    <a:pt x="3446983" y="1671904"/>
                  </a:lnTo>
                  <a:lnTo>
                    <a:pt x="3446983" y="1634515"/>
                  </a:lnTo>
                  <a:close/>
                </a:path>
                <a:path w="3447415" h="4304030">
                  <a:moveTo>
                    <a:pt x="3446983" y="1176807"/>
                  </a:moveTo>
                  <a:lnTo>
                    <a:pt x="3423399" y="1153223"/>
                  </a:lnTo>
                  <a:lnTo>
                    <a:pt x="3295713" y="1195489"/>
                  </a:lnTo>
                  <a:lnTo>
                    <a:pt x="2975749" y="1515364"/>
                  </a:lnTo>
                  <a:lnTo>
                    <a:pt x="3018028" y="1557642"/>
                  </a:lnTo>
                  <a:lnTo>
                    <a:pt x="3145726" y="1515376"/>
                  </a:lnTo>
                  <a:lnTo>
                    <a:pt x="3446983" y="1214196"/>
                  </a:lnTo>
                  <a:lnTo>
                    <a:pt x="3446983" y="1176807"/>
                  </a:lnTo>
                  <a:close/>
                </a:path>
                <a:path w="3447415" h="4304030">
                  <a:moveTo>
                    <a:pt x="3446983" y="719099"/>
                  </a:moveTo>
                  <a:lnTo>
                    <a:pt x="3423399" y="695515"/>
                  </a:lnTo>
                  <a:lnTo>
                    <a:pt x="3295713" y="737781"/>
                  </a:lnTo>
                  <a:lnTo>
                    <a:pt x="2975749" y="1057656"/>
                  </a:lnTo>
                  <a:lnTo>
                    <a:pt x="3018028" y="1099934"/>
                  </a:lnTo>
                  <a:lnTo>
                    <a:pt x="3145726" y="1057668"/>
                  </a:lnTo>
                  <a:lnTo>
                    <a:pt x="3446983" y="756475"/>
                  </a:lnTo>
                  <a:lnTo>
                    <a:pt x="3446983" y="719099"/>
                  </a:lnTo>
                  <a:close/>
                </a:path>
                <a:path w="3447415" h="4304030">
                  <a:moveTo>
                    <a:pt x="3446983" y="261378"/>
                  </a:moveTo>
                  <a:lnTo>
                    <a:pt x="3423399" y="237794"/>
                  </a:lnTo>
                  <a:lnTo>
                    <a:pt x="3295713" y="280060"/>
                  </a:lnTo>
                  <a:lnTo>
                    <a:pt x="2975749" y="599935"/>
                  </a:lnTo>
                  <a:lnTo>
                    <a:pt x="3018028" y="642213"/>
                  </a:lnTo>
                  <a:lnTo>
                    <a:pt x="3145726" y="599948"/>
                  </a:lnTo>
                  <a:lnTo>
                    <a:pt x="3446983" y="298767"/>
                  </a:lnTo>
                  <a:lnTo>
                    <a:pt x="3446983" y="261378"/>
                  </a:lnTo>
                  <a:close/>
                </a:path>
              </a:pathLst>
            </a:custGeom>
            <a:solidFill>
              <a:srgbClr val="0D0F38">
                <a:alpha val="13998"/>
              </a:srgbClr>
            </a:solidFill>
          </p:spPr>
          <p:txBody>
            <a:bodyPr wrap="square" lIns="0" tIns="0" rIns="0" bIns="0" rtlCol="0"/>
            <a:lstStyle/>
            <a:p>
              <a:endParaRPr/>
            </a:p>
          </p:txBody>
        </p:sp>
        <p:pic>
          <p:nvPicPr>
            <p:cNvPr id="5" name="object 5"/>
            <p:cNvPicPr/>
            <p:nvPr/>
          </p:nvPicPr>
          <p:blipFill>
            <a:blip r:embed="rId2" cstate="print"/>
            <a:stretch>
              <a:fillRect/>
            </a:stretch>
          </p:blipFill>
          <p:spPr>
            <a:xfrm>
              <a:off x="6350" y="0"/>
              <a:ext cx="10685640" cy="3219424"/>
            </a:xfrm>
            <a:prstGeom prst="rect">
              <a:avLst/>
            </a:prstGeom>
          </p:spPr>
        </p:pic>
        <p:sp>
          <p:nvSpPr>
            <p:cNvPr id="6" name="object 6"/>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grpSp>
      <p:sp>
        <p:nvSpPr>
          <p:cNvPr id="9" name="object 9"/>
          <p:cNvSpPr/>
          <p:nvPr/>
        </p:nvSpPr>
        <p:spPr>
          <a:xfrm>
            <a:off x="3357169" y="4572000"/>
            <a:ext cx="3700779" cy="1305560"/>
          </a:xfrm>
          <a:custGeom>
            <a:avLst/>
            <a:gdLst/>
            <a:ahLst/>
            <a:cxnLst/>
            <a:rect l="l" t="t" r="r" b="b"/>
            <a:pathLst>
              <a:path w="3700779" h="1305560">
                <a:moveTo>
                  <a:pt x="179832" y="1009802"/>
                </a:moveTo>
                <a:lnTo>
                  <a:pt x="0" y="1009802"/>
                </a:lnTo>
                <a:lnTo>
                  <a:pt x="0" y="1305001"/>
                </a:lnTo>
                <a:lnTo>
                  <a:pt x="179832" y="1305001"/>
                </a:lnTo>
                <a:lnTo>
                  <a:pt x="179832" y="1009802"/>
                </a:lnTo>
                <a:close/>
              </a:path>
              <a:path w="3700779" h="1305560">
                <a:moveTo>
                  <a:pt x="179832" y="0"/>
                </a:moveTo>
                <a:lnTo>
                  <a:pt x="0" y="0"/>
                </a:lnTo>
                <a:lnTo>
                  <a:pt x="0" y="295198"/>
                </a:lnTo>
                <a:lnTo>
                  <a:pt x="179832" y="295198"/>
                </a:lnTo>
                <a:lnTo>
                  <a:pt x="179832" y="0"/>
                </a:lnTo>
                <a:close/>
              </a:path>
              <a:path w="3700779" h="1305560">
                <a:moveTo>
                  <a:pt x="3700449" y="1009802"/>
                </a:moveTo>
                <a:lnTo>
                  <a:pt x="3520630" y="1009802"/>
                </a:lnTo>
                <a:lnTo>
                  <a:pt x="3520630" y="1305001"/>
                </a:lnTo>
                <a:lnTo>
                  <a:pt x="3700449" y="1305001"/>
                </a:lnTo>
                <a:lnTo>
                  <a:pt x="3700449" y="1009802"/>
                </a:lnTo>
                <a:close/>
              </a:path>
              <a:path w="3700779" h="1305560">
                <a:moveTo>
                  <a:pt x="3700449" y="0"/>
                </a:moveTo>
                <a:lnTo>
                  <a:pt x="3520630" y="0"/>
                </a:lnTo>
                <a:lnTo>
                  <a:pt x="3520630" y="295198"/>
                </a:lnTo>
                <a:lnTo>
                  <a:pt x="3700449" y="295198"/>
                </a:lnTo>
                <a:lnTo>
                  <a:pt x="3700449" y="0"/>
                </a:lnTo>
                <a:close/>
              </a:path>
            </a:pathLst>
          </a:custGeom>
          <a:solidFill>
            <a:srgbClr val="D6E5F5"/>
          </a:solidFill>
        </p:spPr>
        <p:txBody>
          <a:bodyPr wrap="square" lIns="0" tIns="0" rIns="0" bIns="0" rtlCol="0"/>
          <a:lstStyle/>
          <a:p>
            <a:endParaRPr sz="1100">
              <a:latin typeface="Zanjabeel Thin" pitchFamily="50" charset="-78"/>
              <a:cs typeface="Zanjabeel Thin" pitchFamily="50" charset="-78"/>
            </a:endParaRPr>
          </a:p>
        </p:txBody>
      </p:sp>
      <p:sp>
        <p:nvSpPr>
          <p:cNvPr id="10" name="object 10"/>
          <p:cNvSpPr txBox="1"/>
          <p:nvPr/>
        </p:nvSpPr>
        <p:spPr>
          <a:xfrm>
            <a:off x="7606139" y="4284353"/>
            <a:ext cx="2961799" cy="689932"/>
          </a:xfrm>
          <a:prstGeom prst="rect">
            <a:avLst/>
          </a:prstGeom>
        </p:spPr>
        <p:txBody>
          <a:bodyPr vert="horz" wrap="square" lIns="0" tIns="12700" rIns="0" bIns="0" rtlCol="0">
            <a:spAutoFit/>
          </a:bodyPr>
          <a:lstStyle/>
          <a:p>
            <a:pPr rtl="1"/>
            <a:r>
              <a:rPr lang="ar-SA" sz="1100" dirty="0">
                <a:latin typeface="Zanjabeel Thin" pitchFamily="50" charset="-78"/>
                <a:cs typeface="Zanjabeel Thin" pitchFamily="50" charset="-78"/>
              </a:rPr>
              <a:t>نطوّر قيادات تنفيذية تقود التحول المؤسسي وتدير التغيير وتتخذ قرارات استراتيجية أكثر فاعلية، عبر تدخلات تطويرية متكاملة تربط الرؤية بالتنفيذ وترفع الأداء المؤسسي.</a:t>
            </a:r>
            <a:endParaRPr lang="ar-SA" sz="1100" b="0" dirty="0">
              <a:effectLst/>
              <a:latin typeface="Zanjabeel Thin" pitchFamily="50" charset="-78"/>
              <a:cs typeface="Zanjabeel Thin" pitchFamily="50" charset="-78"/>
            </a:endParaRPr>
          </a:p>
        </p:txBody>
      </p:sp>
      <p:sp>
        <p:nvSpPr>
          <p:cNvPr id="14" name="object 14"/>
          <p:cNvSpPr txBox="1"/>
          <p:nvPr/>
        </p:nvSpPr>
        <p:spPr>
          <a:xfrm>
            <a:off x="5076604" y="4571349"/>
            <a:ext cx="1882139" cy="520655"/>
          </a:xfrm>
          <a:prstGeom prst="rect">
            <a:avLst/>
          </a:prstGeom>
        </p:spPr>
        <p:txBody>
          <a:bodyPr vert="horz" wrap="square" lIns="0" tIns="12700" rIns="0" bIns="0" rtlCol="0">
            <a:spAutoFit/>
          </a:bodyPr>
          <a:lstStyle/>
          <a:p>
            <a:pPr marL="38100" marR="30480" algn="r" rtl="1">
              <a:spcBef>
                <a:spcPts val="100"/>
              </a:spcBef>
            </a:pPr>
            <a:r>
              <a:rPr lang="ar-SA" sz="1100" dirty="0">
                <a:latin typeface="Zanjabeel Thin" pitchFamily="50" charset="-78"/>
                <a:cs typeface="Zanjabeel Thin" pitchFamily="50" charset="-78"/>
              </a:rPr>
              <a:t>رفع فاعلية القيادات التنفيذية في قيادة الفرق والمبادرات وتحقيق النتائج.</a:t>
            </a:r>
            <a:endParaRPr sz="1100" dirty="0">
              <a:latin typeface="Zanjabeel Thin" pitchFamily="50" charset="-78"/>
              <a:cs typeface="Zanjabeel Thin" pitchFamily="50" charset="-78"/>
            </a:endParaRPr>
          </a:p>
        </p:txBody>
      </p:sp>
      <p:sp>
        <p:nvSpPr>
          <p:cNvPr id="17" name="object 17"/>
          <p:cNvSpPr txBox="1"/>
          <p:nvPr/>
        </p:nvSpPr>
        <p:spPr>
          <a:xfrm>
            <a:off x="4788205" y="5584556"/>
            <a:ext cx="2170792" cy="351378"/>
          </a:xfrm>
          <a:prstGeom prst="rect">
            <a:avLst/>
          </a:prstGeom>
        </p:spPr>
        <p:txBody>
          <a:bodyPr vert="horz" wrap="square" lIns="0" tIns="12700" rIns="0" bIns="0" rtlCol="0">
            <a:spAutoFit/>
          </a:bodyPr>
          <a:lstStyle/>
          <a:p>
            <a:pPr marL="38100" marR="30480" algn="r" rtl="1">
              <a:spcBef>
                <a:spcPts val="100"/>
              </a:spcBef>
            </a:pPr>
            <a:r>
              <a:rPr lang="ar-SA" sz="1100" dirty="0">
                <a:latin typeface="Zanjabeel Thin" pitchFamily="50" charset="-78"/>
                <a:cs typeface="Zanjabeel Thin" pitchFamily="50" charset="-78"/>
              </a:rPr>
              <a:t>تعزيز ثقافة المساءلة وربط الأداء بالمؤشرات والنتائج المؤسسية.</a:t>
            </a:r>
          </a:p>
        </p:txBody>
      </p:sp>
      <p:sp>
        <p:nvSpPr>
          <p:cNvPr id="19" name="object 19"/>
          <p:cNvSpPr txBox="1"/>
          <p:nvPr/>
        </p:nvSpPr>
        <p:spPr>
          <a:xfrm>
            <a:off x="2007395" y="4571349"/>
            <a:ext cx="1430655" cy="689932"/>
          </a:xfrm>
          <a:prstGeom prst="rect">
            <a:avLst/>
          </a:prstGeom>
        </p:spPr>
        <p:txBody>
          <a:bodyPr vert="horz" wrap="square" lIns="0" tIns="12700" rIns="0" bIns="0" rtlCol="0">
            <a:spAutoFit/>
          </a:bodyPr>
          <a:lstStyle/>
          <a:p>
            <a:pPr rtl="1" fontAlgn="base"/>
            <a:r>
              <a:rPr lang="ar-SA" sz="1100" dirty="0">
                <a:latin typeface="Zanjabeel Thin" pitchFamily="50" charset="-78"/>
                <a:cs typeface="Zanjabeel Thin" pitchFamily="50" charset="-78"/>
              </a:rPr>
              <a:t>تحسين جودة القرارات الاستراتيجية في البيئات المعقدة والمتغيرة.</a:t>
            </a:r>
          </a:p>
        </p:txBody>
      </p:sp>
      <p:sp>
        <p:nvSpPr>
          <p:cNvPr id="22" name="object 22"/>
          <p:cNvSpPr txBox="1"/>
          <p:nvPr/>
        </p:nvSpPr>
        <p:spPr>
          <a:xfrm>
            <a:off x="1267639" y="5584556"/>
            <a:ext cx="2170792" cy="351378"/>
          </a:xfrm>
          <a:prstGeom prst="rect">
            <a:avLst/>
          </a:prstGeom>
        </p:spPr>
        <p:txBody>
          <a:bodyPr vert="horz" wrap="square" lIns="0" tIns="12700" rIns="0" bIns="0" rtlCol="0">
            <a:spAutoFit/>
          </a:bodyPr>
          <a:lstStyle/>
          <a:p>
            <a:pPr rtl="1" fontAlgn="base"/>
            <a:r>
              <a:rPr lang="ar-SA" sz="1100" dirty="0">
                <a:latin typeface="Zanjabeel Thin" pitchFamily="50" charset="-78"/>
                <a:cs typeface="Zanjabeel Thin" pitchFamily="50" charset="-78"/>
              </a:rPr>
              <a:t>بناء صف قيادي مستدام يدعم استمرارية الأداء والتحول.</a:t>
            </a:r>
          </a:p>
        </p:txBody>
      </p:sp>
      <p:sp>
        <p:nvSpPr>
          <p:cNvPr id="24" name="object 24"/>
          <p:cNvSpPr txBox="1"/>
          <p:nvPr/>
        </p:nvSpPr>
        <p:spPr>
          <a:xfrm>
            <a:off x="7832215" y="3744676"/>
            <a:ext cx="2610485" cy="324448"/>
          </a:xfrm>
          <a:prstGeom prst="rect">
            <a:avLst/>
          </a:prstGeom>
        </p:spPr>
        <p:txBody>
          <a:bodyPr vert="horz" wrap="square" lIns="0" tIns="16510" rIns="0" bIns="0" rtlCol="0">
            <a:spAutoFit/>
          </a:bodyPr>
          <a:lstStyle/>
          <a:p>
            <a:pPr marL="38100" marR="30480" algn="r">
              <a:lnSpc>
                <a:spcPct val="100000"/>
              </a:lnSpc>
              <a:spcBef>
                <a:spcPts val="130"/>
              </a:spcBef>
            </a:pPr>
            <a:r>
              <a:rPr lang="ar-SA" sz="2000" b="1" dirty="0">
                <a:latin typeface="Zanjabeel" pitchFamily="50" charset="-78"/>
                <a:cs typeface="Zanjabeel" pitchFamily="50" charset="-78"/>
              </a:rPr>
              <a:t>التمكين القيادي</a:t>
            </a:r>
            <a:endParaRPr sz="2000" b="1" dirty="0">
              <a:latin typeface="Zanjabeel" pitchFamily="50" charset="-78"/>
              <a:cs typeface="Zanjabeel" pitchFamily="50" charset="-78"/>
            </a:endParaRPr>
          </a:p>
        </p:txBody>
      </p:sp>
      <p:sp>
        <p:nvSpPr>
          <p:cNvPr id="25" name="object 25"/>
          <p:cNvSpPr/>
          <p:nvPr/>
        </p:nvSpPr>
        <p:spPr>
          <a:xfrm>
            <a:off x="3508032" y="4624730"/>
            <a:ext cx="3578860" cy="1069975"/>
          </a:xfrm>
          <a:custGeom>
            <a:avLst/>
            <a:gdLst/>
            <a:ahLst/>
            <a:cxnLst/>
            <a:rect l="l" t="t" r="r" b="b"/>
            <a:pathLst>
              <a:path w="3578859" h="1069975">
                <a:moveTo>
                  <a:pt x="57924" y="1069708"/>
                </a:moveTo>
                <a:lnTo>
                  <a:pt x="28905" y="1011605"/>
                </a:lnTo>
                <a:lnTo>
                  <a:pt x="0" y="1011605"/>
                </a:lnTo>
                <a:lnTo>
                  <a:pt x="0" y="1069708"/>
                </a:lnTo>
                <a:lnTo>
                  <a:pt x="57924" y="1069708"/>
                </a:lnTo>
                <a:close/>
              </a:path>
              <a:path w="3578859" h="1069975">
                <a:moveTo>
                  <a:pt x="57924" y="58102"/>
                </a:moveTo>
                <a:lnTo>
                  <a:pt x="28905" y="0"/>
                </a:lnTo>
                <a:lnTo>
                  <a:pt x="0" y="0"/>
                </a:lnTo>
                <a:lnTo>
                  <a:pt x="0" y="58102"/>
                </a:lnTo>
                <a:lnTo>
                  <a:pt x="57924" y="58102"/>
                </a:lnTo>
                <a:close/>
              </a:path>
              <a:path w="3578859" h="1069975">
                <a:moveTo>
                  <a:pt x="3578568" y="1069708"/>
                </a:moveTo>
                <a:lnTo>
                  <a:pt x="3549548" y="1011605"/>
                </a:lnTo>
                <a:lnTo>
                  <a:pt x="3520643" y="1011605"/>
                </a:lnTo>
                <a:lnTo>
                  <a:pt x="3520643" y="1069708"/>
                </a:lnTo>
                <a:lnTo>
                  <a:pt x="3578568" y="1069708"/>
                </a:lnTo>
                <a:close/>
              </a:path>
              <a:path w="3578859" h="1069975">
                <a:moveTo>
                  <a:pt x="3578568" y="58102"/>
                </a:moveTo>
                <a:lnTo>
                  <a:pt x="3549548" y="0"/>
                </a:lnTo>
                <a:lnTo>
                  <a:pt x="3520643" y="0"/>
                </a:lnTo>
                <a:lnTo>
                  <a:pt x="3520643" y="58102"/>
                </a:lnTo>
                <a:lnTo>
                  <a:pt x="3578568" y="58102"/>
                </a:lnTo>
                <a:close/>
              </a:path>
            </a:pathLst>
          </a:custGeom>
          <a:solidFill>
            <a:srgbClr val="121230"/>
          </a:solidFill>
        </p:spPr>
        <p:txBody>
          <a:bodyPr wrap="square" lIns="0" tIns="0" rIns="0" bIns="0" rtlCol="0"/>
          <a:lstStyle/>
          <a:p>
            <a:endParaRPr sz="1100">
              <a:latin typeface="Zanjabeel Thin" pitchFamily="50" charset="-78"/>
              <a:cs typeface="Zanjabeel Thin" pitchFamily="50" charset="-78"/>
            </a:endParaRPr>
          </a:p>
        </p:txBody>
      </p:sp>
      <p:sp>
        <p:nvSpPr>
          <p:cNvPr id="26" name="object 26"/>
          <p:cNvSpPr txBox="1"/>
          <p:nvPr/>
        </p:nvSpPr>
        <p:spPr>
          <a:xfrm>
            <a:off x="5429610" y="3873505"/>
            <a:ext cx="1695450" cy="325089"/>
          </a:xfrm>
          <a:prstGeom prst="rect">
            <a:avLst/>
          </a:prstGeom>
        </p:spPr>
        <p:txBody>
          <a:bodyPr vert="horz" wrap="square" lIns="0" tIns="17145" rIns="0" bIns="0" rtlCol="0">
            <a:spAutoFit/>
          </a:bodyPr>
          <a:lstStyle/>
          <a:p>
            <a:pPr marL="38100" marR="30480" algn="r">
              <a:lnSpc>
                <a:spcPct val="100000"/>
              </a:lnSpc>
              <a:spcBef>
                <a:spcPts val="135"/>
              </a:spcBef>
            </a:pPr>
            <a:r>
              <a:rPr lang="ar-SA" sz="2000" dirty="0">
                <a:latin typeface="Zanjabeel" pitchFamily="50" charset="-78"/>
                <a:cs typeface="Zanjabeel" pitchFamily="50" charset="-78"/>
              </a:rPr>
              <a:t>الأثر المتــــوقع</a:t>
            </a:r>
            <a:endParaRPr sz="2000" dirty="0">
              <a:latin typeface="Zanjabeel" pitchFamily="50" charset="-78"/>
              <a:cs typeface="Zanjabeel" pitchFamily="50" charset="-78"/>
            </a:endParaRPr>
          </a:p>
        </p:txBody>
      </p:sp>
      <p:sp>
        <p:nvSpPr>
          <p:cNvPr id="28" name="object 28"/>
          <p:cNvSpPr txBox="1">
            <a:spLocks noGrp="1"/>
          </p:cNvSpPr>
          <p:nvPr>
            <p:ph type="sldNum" sz="quarter" idx="7"/>
          </p:nvPr>
        </p:nvSpPr>
        <p:spPr>
          <a:prstGeom prst="rect">
            <a:avLst/>
          </a:prstGeom>
        </p:spPr>
        <p:txBody>
          <a:bodyPr vert="horz" wrap="square" lIns="0" tIns="8255" rIns="0" bIns="0" rtlCol="0">
            <a:spAutoFit/>
          </a:bodyPr>
          <a:lstStyle/>
          <a:p>
            <a:pPr marL="27940">
              <a:lnSpc>
                <a:spcPct val="100000"/>
              </a:lnSpc>
              <a:spcBef>
                <a:spcPts val="65"/>
              </a:spcBef>
            </a:pPr>
            <a:fld id="{81D60167-4931-47E6-BA6A-407CBD079E47}" type="slidenum">
              <a:rPr spc="-25" dirty="0"/>
              <a:t>12</a:t>
            </a:fld>
            <a:endParaRPr spc="-25" dirty="0"/>
          </a:p>
        </p:txBody>
      </p:sp>
      <p:sp>
        <p:nvSpPr>
          <p:cNvPr id="11" name="TextBox 10">
            <a:extLst>
              <a:ext uri="{FF2B5EF4-FFF2-40B4-BE49-F238E27FC236}">
                <a16:creationId xmlns:a16="http://schemas.microsoft.com/office/drawing/2014/main" id="{7660B8DA-5EF1-30F0-2128-3629F07153C8}"/>
              </a:ext>
            </a:extLst>
          </p:cNvPr>
          <p:cNvSpPr txBox="1"/>
          <p:nvPr/>
        </p:nvSpPr>
        <p:spPr>
          <a:xfrm>
            <a:off x="7890747" y="238471"/>
            <a:ext cx="2392585"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ملف تعريفي               2026       </a:t>
            </a:r>
            <a:endParaRPr lang="en-US" sz="700" dirty="0">
              <a:solidFill>
                <a:schemeClr val="bg1"/>
              </a:solidFill>
              <a:latin typeface="Zanjabeel" pitchFamily="50" charset="-78"/>
              <a:cs typeface="Zanjabeel" pitchFamily="50" charset="-78"/>
            </a:endParaRPr>
          </a:p>
        </p:txBody>
      </p:sp>
      <p:sp>
        <p:nvSpPr>
          <p:cNvPr id="12" name="TextBox 11">
            <a:extLst>
              <a:ext uri="{FF2B5EF4-FFF2-40B4-BE49-F238E27FC236}">
                <a16:creationId xmlns:a16="http://schemas.microsoft.com/office/drawing/2014/main" id="{5CDF24DC-926B-1E70-1FF3-7E0A2A3EE8A1}"/>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tx1"/>
                </a:solidFill>
                <a:latin typeface="Zanjabeel" pitchFamily="50" charset="-78"/>
                <a:cs typeface="Zanjabeel" pitchFamily="50" charset="-78"/>
              </a:rPr>
              <a:t>التمكين القيادي</a:t>
            </a:r>
            <a:endParaRPr lang="en-US" sz="700" dirty="0">
              <a:solidFill>
                <a:schemeClr val="tx1"/>
              </a:solidFill>
              <a:latin typeface="Zanjabeel" pitchFamily="50" charset="-78"/>
              <a:cs typeface="Zanjabeel" pitchFamily="50" charset="-7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50"/>
            <a:ext cx="10692130" cy="7553959"/>
            <a:chOff x="0" y="6350"/>
            <a:chExt cx="10692130" cy="7553959"/>
          </a:xfrm>
        </p:grpSpPr>
        <p:sp>
          <p:nvSpPr>
            <p:cNvPr id="3" name="object 3"/>
            <p:cNvSpPr/>
            <p:nvPr/>
          </p:nvSpPr>
          <p:spPr>
            <a:xfrm>
              <a:off x="3247212" y="6362"/>
              <a:ext cx="7445375" cy="7547609"/>
            </a:xfrm>
            <a:custGeom>
              <a:avLst/>
              <a:gdLst/>
              <a:ahLst/>
              <a:cxnLst/>
              <a:rect l="l" t="t" r="r" b="b"/>
              <a:pathLst>
                <a:path w="7445375" h="7547609">
                  <a:moveTo>
                    <a:pt x="0" y="7547292"/>
                  </a:moveTo>
                  <a:lnTo>
                    <a:pt x="7444790" y="7547292"/>
                  </a:lnTo>
                  <a:lnTo>
                    <a:pt x="7444790" y="0"/>
                  </a:lnTo>
                  <a:lnTo>
                    <a:pt x="0" y="0"/>
                  </a:lnTo>
                  <a:lnTo>
                    <a:pt x="0" y="7547292"/>
                  </a:lnTo>
                  <a:close/>
                </a:path>
              </a:pathLst>
            </a:custGeom>
            <a:solidFill>
              <a:srgbClr val="05123B"/>
            </a:solidFill>
          </p:spPr>
          <p:txBody>
            <a:bodyPr wrap="square" lIns="0" tIns="0" rIns="0" bIns="0" rtlCol="0"/>
            <a:lstStyle/>
            <a:p>
              <a:endParaRPr/>
            </a:p>
          </p:txBody>
        </p:sp>
        <p:sp>
          <p:nvSpPr>
            <p:cNvPr id="4" name="object 4"/>
            <p:cNvSpPr/>
            <p:nvPr/>
          </p:nvSpPr>
          <p:spPr>
            <a:xfrm>
              <a:off x="0" y="6350"/>
              <a:ext cx="3247390" cy="7553959"/>
            </a:xfrm>
            <a:custGeom>
              <a:avLst/>
              <a:gdLst/>
              <a:ahLst/>
              <a:cxnLst/>
              <a:rect l="l" t="t" r="r" b="b"/>
              <a:pathLst>
                <a:path w="3247390" h="7553959">
                  <a:moveTo>
                    <a:pt x="3247212" y="0"/>
                  </a:moveTo>
                  <a:lnTo>
                    <a:pt x="0" y="0"/>
                  </a:lnTo>
                  <a:lnTo>
                    <a:pt x="0" y="7553655"/>
                  </a:lnTo>
                  <a:lnTo>
                    <a:pt x="3247212" y="7553655"/>
                  </a:lnTo>
                  <a:lnTo>
                    <a:pt x="3247212" y="0"/>
                  </a:lnTo>
                  <a:close/>
                </a:path>
              </a:pathLst>
            </a:custGeom>
            <a:solidFill>
              <a:srgbClr val="D6E5F5"/>
            </a:solidFill>
          </p:spPr>
          <p:txBody>
            <a:bodyPr wrap="square" lIns="0" tIns="0" rIns="0" bIns="0" rtlCol="0"/>
            <a:lstStyle/>
            <a:p>
              <a:endParaRPr/>
            </a:p>
          </p:txBody>
        </p:sp>
        <p:sp>
          <p:nvSpPr>
            <p:cNvPr id="5" name="object 5"/>
            <p:cNvSpPr/>
            <p:nvPr/>
          </p:nvSpPr>
          <p:spPr>
            <a:xfrm>
              <a:off x="0" y="6362"/>
              <a:ext cx="2850515" cy="7489825"/>
            </a:xfrm>
            <a:custGeom>
              <a:avLst/>
              <a:gdLst/>
              <a:ahLst/>
              <a:cxnLst/>
              <a:rect l="l" t="t" r="r" b="b"/>
              <a:pathLst>
                <a:path w="2850515" h="7489825">
                  <a:moveTo>
                    <a:pt x="17957" y="6860235"/>
                  </a:moveTo>
                  <a:lnTo>
                    <a:pt x="0" y="6842277"/>
                  </a:lnTo>
                  <a:lnTo>
                    <a:pt x="0" y="6878193"/>
                  </a:lnTo>
                  <a:lnTo>
                    <a:pt x="17957" y="6860235"/>
                  </a:lnTo>
                  <a:close/>
                </a:path>
                <a:path w="2850515" h="7489825">
                  <a:moveTo>
                    <a:pt x="17957" y="6064821"/>
                  </a:moveTo>
                  <a:lnTo>
                    <a:pt x="0" y="6046863"/>
                  </a:lnTo>
                  <a:lnTo>
                    <a:pt x="0" y="6082779"/>
                  </a:lnTo>
                  <a:lnTo>
                    <a:pt x="17957" y="6064821"/>
                  </a:lnTo>
                  <a:close/>
                </a:path>
                <a:path w="2850515" h="7489825">
                  <a:moveTo>
                    <a:pt x="17957" y="5269395"/>
                  </a:moveTo>
                  <a:lnTo>
                    <a:pt x="0" y="5251437"/>
                  </a:lnTo>
                  <a:lnTo>
                    <a:pt x="0" y="5287353"/>
                  </a:lnTo>
                  <a:lnTo>
                    <a:pt x="17957" y="5269395"/>
                  </a:lnTo>
                  <a:close/>
                </a:path>
                <a:path w="2850515" h="7489825">
                  <a:moveTo>
                    <a:pt x="17957" y="4473981"/>
                  </a:moveTo>
                  <a:lnTo>
                    <a:pt x="0" y="4456023"/>
                  </a:lnTo>
                  <a:lnTo>
                    <a:pt x="0" y="4491939"/>
                  </a:lnTo>
                  <a:lnTo>
                    <a:pt x="17957" y="4473981"/>
                  </a:lnTo>
                  <a:close/>
                </a:path>
                <a:path w="2850515" h="7489825">
                  <a:moveTo>
                    <a:pt x="17957" y="3678567"/>
                  </a:moveTo>
                  <a:lnTo>
                    <a:pt x="0" y="3660610"/>
                  </a:lnTo>
                  <a:lnTo>
                    <a:pt x="0" y="3696525"/>
                  </a:lnTo>
                  <a:lnTo>
                    <a:pt x="17957" y="3678567"/>
                  </a:lnTo>
                  <a:close/>
                </a:path>
                <a:path w="2850515" h="7489825">
                  <a:moveTo>
                    <a:pt x="17957" y="2883154"/>
                  </a:moveTo>
                  <a:lnTo>
                    <a:pt x="0" y="2865196"/>
                  </a:lnTo>
                  <a:lnTo>
                    <a:pt x="0" y="2901111"/>
                  </a:lnTo>
                  <a:lnTo>
                    <a:pt x="17957" y="2883154"/>
                  </a:lnTo>
                  <a:close/>
                </a:path>
                <a:path w="2850515" h="7489825">
                  <a:moveTo>
                    <a:pt x="17957" y="2087740"/>
                  </a:moveTo>
                  <a:lnTo>
                    <a:pt x="0" y="2069782"/>
                  </a:lnTo>
                  <a:lnTo>
                    <a:pt x="0" y="2105685"/>
                  </a:lnTo>
                  <a:lnTo>
                    <a:pt x="17957" y="2087740"/>
                  </a:lnTo>
                  <a:close/>
                </a:path>
                <a:path w="2850515" h="7489825">
                  <a:moveTo>
                    <a:pt x="17957" y="1292313"/>
                  </a:moveTo>
                  <a:lnTo>
                    <a:pt x="0" y="1274356"/>
                  </a:lnTo>
                  <a:lnTo>
                    <a:pt x="0" y="1310271"/>
                  </a:lnTo>
                  <a:lnTo>
                    <a:pt x="17957" y="1292313"/>
                  </a:lnTo>
                  <a:close/>
                </a:path>
                <a:path w="2850515" h="7489825">
                  <a:moveTo>
                    <a:pt x="17957" y="496900"/>
                  </a:moveTo>
                  <a:lnTo>
                    <a:pt x="0" y="478942"/>
                  </a:lnTo>
                  <a:lnTo>
                    <a:pt x="0" y="514858"/>
                  </a:lnTo>
                  <a:lnTo>
                    <a:pt x="17957" y="496900"/>
                  </a:lnTo>
                  <a:close/>
                </a:path>
                <a:path w="2850515" h="7489825">
                  <a:moveTo>
                    <a:pt x="663384" y="0"/>
                  </a:moveTo>
                  <a:lnTo>
                    <a:pt x="367969" y="0"/>
                  </a:lnTo>
                  <a:lnTo>
                    <a:pt x="110553" y="257352"/>
                  </a:lnTo>
                  <a:lnTo>
                    <a:pt x="184023" y="330822"/>
                  </a:lnTo>
                  <a:lnTo>
                    <a:pt x="405930" y="257378"/>
                  </a:lnTo>
                  <a:lnTo>
                    <a:pt x="663384" y="0"/>
                  </a:lnTo>
                  <a:close/>
                </a:path>
                <a:path w="2850515" h="7489825">
                  <a:moveTo>
                    <a:pt x="961948" y="6860235"/>
                  </a:moveTo>
                  <a:lnTo>
                    <a:pt x="888479" y="6786766"/>
                  </a:lnTo>
                  <a:lnTo>
                    <a:pt x="666559" y="6860210"/>
                  </a:lnTo>
                  <a:lnTo>
                    <a:pt x="110553" y="7416101"/>
                  </a:lnTo>
                  <a:lnTo>
                    <a:pt x="184023" y="7489571"/>
                  </a:lnTo>
                  <a:lnTo>
                    <a:pt x="405930" y="7416127"/>
                  </a:lnTo>
                  <a:lnTo>
                    <a:pt x="961948" y="6860235"/>
                  </a:lnTo>
                  <a:close/>
                </a:path>
                <a:path w="2850515" h="7489825">
                  <a:moveTo>
                    <a:pt x="961948" y="6064821"/>
                  </a:moveTo>
                  <a:lnTo>
                    <a:pt x="888479" y="5991352"/>
                  </a:lnTo>
                  <a:lnTo>
                    <a:pt x="666559" y="6064796"/>
                  </a:lnTo>
                  <a:lnTo>
                    <a:pt x="110553" y="6620688"/>
                  </a:lnTo>
                  <a:lnTo>
                    <a:pt x="184023" y="6694157"/>
                  </a:lnTo>
                  <a:lnTo>
                    <a:pt x="405930" y="6620713"/>
                  </a:lnTo>
                  <a:lnTo>
                    <a:pt x="961948" y="6064821"/>
                  </a:lnTo>
                  <a:close/>
                </a:path>
                <a:path w="2850515" h="7489825">
                  <a:moveTo>
                    <a:pt x="961948" y="5269395"/>
                  </a:moveTo>
                  <a:lnTo>
                    <a:pt x="888479" y="5195925"/>
                  </a:lnTo>
                  <a:lnTo>
                    <a:pt x="666559" y="5269369"/>
                  </a:lnTo>
                  <a:lnTo>
                    <a:pt x="110553" y="5825261"/>
                  </a:lnTo>
                  <a:lnTo>
                    <a:pt x="184023" y="5898731"/>
                  </a:lnTo>
                  <a:lnTo>
                    <a:pt x="405930" y="5825287"/>
                  </a:lnTo>
                  <a:lnTo>
                    <a:pt x="961948" y="5269395"/>
                  </a:lnTo>
                  <a:close/>
                </a:path>
                <a:path w="2850515" h="7489825">
                  <a:moveTo>
                    <a:pt x="961948" y="4473981"/>
                  </a:moveTo>
                  <a:lnTo>
                    <a:pt x="888479" y="4400512"/>
                  </a:lnTo>
                  <a:lnTo>
                    <a:pt x="666559" y="4473956"/>
                  </a:lnTo>
                  <a:lnTo>
                    <a:pt x="110553" y="5029847"/>
                  </a:lnTo>
                  <a:lnTo>
                    <a:pt x="184023" y="5103317"/>
                  </a:lnTo>
                  <a:lnTo>
                    <a:pt x="405930" y="5029873"/>
                  </a:lnTo>
                  <a:lnTo>
                    <a:pt x="961948" y="4473981"/>
                  </a:lnTo>
                  <a:close/>
                </a:path>
                <a:path w="2850515" h="7489825">
                  <a:moveTo>
                    <a:pt x="961948" y="3678567"/>
                  </a:moveTo>
                  <a:lnTo>
                    <a:pt x="888479" y="3605098"/>
                  </a:lnTo>
                  <a:lnTo>
                    <a:pt x="666559" y="3678542"/>
                  </a:lnTo>
                  <a:lnTo>
                    <a:pt x="110553" y="4234434"/>
                  </a:lnTo>
                  <a:lnTo>
                    <a:pt x="184023" y="4307903"/>
                  </a:lnTo>
                  <a:lnTo>
                    <a:pt x="405930" y="4234459"/>
                  </a:lnTo>
                  <a:lnTo>
                    <a:pt x="961948" y="3678567"/>
                  </a:lnTo>
                  <a:close/>
                </a:path>
                <a:path w="2850515" h="7489825">
                  <a:moveTo>
                    <a:pt x="961948" y="2883154"/>
                  </a:moveTo>
                  <a:lnTo>
                    <a:pt x="888479" y="2809684"/>
                  </a:lnTo>
                  <a:lnTo>
                    <a:pt x="666559" y="2883128"/>
                  </a:lnTo>
                  <a:lnTo>
                    <a:pt x="110553" y="3439020"/>
                  </a:lnTo>
                  <a:lnTo>
                    <a:pt x="184023" y="3512489"/>
                  </a:lnTo>
                  <a:lnTo>
                    <a:pt x="405930" y="3439045"/>
                  </a:lnTo>
                  <a:lnTo>
                    <a:pt x="961948" y="2883154"/>
                  </a:lnTo>
                  <a:close/>
                </a:path>
                <a:path w="2850515" h="7489825">
                  <a:moveTo>
                    <a:pt x="961948" y="2087740"/>
                  </a:moveTo>
                  <a:lnTo>
                    <a:pt x="888479" y="2014270"/>
                  </a:lnTo>
                  <a:lnTo>
                    <a:pt x="666559" y="2087714"/>
                  </a:lnTo>
                  <a:lnTo>
                    <a:pt x="110553" y="2643606"/>
                  </a:lnTo>
                  <a:lnTo>
                    <a:pt x="184023" y="2717076"/>
                  </a:lnTo>
                  <a:lnTo>
                    <a:pt x="405930" y="2643632"/>
                  </a:lnTo>
                  <a:lnTo>
                    <a:pt x="961948" y="2087740"/>
                  </a:lnTo>
                  <a:close/>
                </a:path>
                <a:path w="2850515" h="7489825">
                  <a:moveTo>
                    <a:pt x="961948" y="1292313"/>
                  </a:moveTo>
                  <a:lnTo>
                    <a:pt x="888479" y="1218844"/>
                  </a:lnTo>
                  <a:lnTo>
                    <a:pt x="666559" y="1292288"/>
                  </a:lnTo>
                  <a:lnTo>
                    <a:pt x="110553" y="1848180"/>
                  </a:lnTo>
                  <a:lnTo>
                    <a:pt x="184023" y="1921649"/>
                  </a:lnTo>
                  <a:lnTo>
                    <a:pt x="405930" y="1848205"/>
                  </a:lnTo>
                  <a:lnTo>
                    <a:pt x="961948" y="1292313"/>
                  </a:lnTo>
                  <a:close/>
                </a:path>
                <a:path w="2850515" h="7489825">
                  <a:moveTo>
                    <a:pt x="961948" y="496900"/>
                  </a:moveTo>
                  <a:lnTo>
                    <a:pt x="888479" y="423430"/>
                  </a:lnTo>
                  <a:lnTo>
                    <a:pt x="666559" y="496874"/>
                  </a:lnTo>
                  <a:lnTo>
                    <a:pt x="110553" y="1052766"/>
                  </a:lnTo>
                  <a:lnTo>
                    <a:pt x="184023" y="1126236"/>
                  </a:lnTo>
                  <a:lnTo>
                    <a:pt x="405930" y="1052791"/>
                  </a:lnTo>
                  <a:lnTo>
                    <a:pt x="961948" y="496900"/>
                  </a:lnTo>
                  <a:close/>
                </a:path>
                <a:path w="2850515" h="7489825">
                  <a:moveTo>
                    <a:pt x="1607388" y="0"/>
                  </a:moveTo>
                  <a:lnTo>
                    <a:pt x="1311973" y="0"/>
                  </a:lnTo>
                  <a:lnTo>
                    <a:pt x="1054557" y="257352"/>
                  </a:lnTo>
                  <a:lnTo>
                    <a:pt x="1128014" y="330822"/>
                  </a:lnTo>
                  <a:lnTo>
                    <a:pt x="1349933" y="257378"/>
                  </a:lnTo>
                  <a:lnTo>
                    <a:pt x="1607388" y="0"/>
                  </a:lnTo>
                  <a:close/>
                </a:path>
                <a:path w="2850515" h="7489825">
                  <a:moveTo>
                    <a:pt x="1905952" y="6860235"/>
                  </a:moveTo>
                  <a:lnTo>
                    <a:pt x="1832483" y="6786766"/>
                  </a:lnTo>
                  <a:lnTo>
                    <a:pt x="1610550" y="6860235"/>
                  </a:lnTo>
                  <a:lnTo>
                    <a:pt x="1054582" y="7416127"/>
                  </a:lnTo>
                  <a:lnTo>
                    <a:pt x="1128026" y="7489571"/>
                  </a:lnTo>
                  <a:lnTo>
                    <a:pt x="1349933" y="7416127"/>
                  </a:lnTo>
                  <a:lnTo>
                    <a:pt x="1905952" y="6860235"/>
                  </a:lnTo>
                  <a:close/>
                </a:path>
                <a:path w="2850515" h="7489825">
                  <a:moveTo>
                    <a:pt x="1905952" y="6064821"/>
                  </a:moveTo>
                  <a:lnTo>
                    <a:pt x="1832483" y="5991352"/>
                  </a:lnTo>
                  <a:lnTo>
                    <a:pt x="1610550" y="6064821"/>
                  </a:lnTo>
                  <a:lnTo>
                    <a:pt x="1054582" y="6620713"/>
                  </a:lnTo>
                  <a:lnTo>
                    <a:pt x="1128026" y="6694157"/>
                  </a:lnTo>
                  <a:lnTo>
                    <a:pt x="1349933" y="6620713"/>
                  </a:lnTo>
                  <a:lnTo>
                    <a:pt x="1905952" y="6064821"/>
                  </a:lnTo>
                  <a:close/>
                </a:path>
                <a:path w="2850515" h="7489825">
                  <a:moveTo>
                    <a:pt x="1905952" y="5269395"/>
                  </a:moveTo>
                  <a:lnTo>
                    <a:pt x="1832483" y="5195925"/>
                  </a:lnTo>
                  <a:lnTo>
                    <a:pt x="1610550" y="5269395"/>
                  </a:lnTo>
                  <a:lnTo>
                    <a:pt x="1054582" y="5825287"/>
                  </a:lnTo>
                  <a:lnTo>
                    <a:pt x="1128026" y="5898731"/>
                  </a:lnTo>
                  <a:lnTo>
                    <a:pt x="1349933" y="5825287"/>
                  </a:lnTo>
                  <a:lnTo>
                    <a:pt x="1905952" y="5269395"/>
                  </a:lnTo>
                  <a:close/>
                </a:path>
                <a:path w="2850515" h="7489825">
                  <a:moveTo>
                    <a:pt x="1905952" y="4473981"/>
                  </a:moveTo>
                  <a:lnTo>
                    <a:pt x="1832483" y="4400512"/>
                  </a:lnTo>
                  <a:lnTo>
                    <a:pt x="1610550" y="4473981"/>
                  </a:lnTo>
                  <a:lnTo>
                    <a:pt x="1054582" y="5029873"/>
                  </a:lnTo>
                  <a:lnTo>
                    <a:pt x="1128026" y="5103317"/>
                  </a:lnTo>
                  <a:lnTo>
                    <a:pt x="1349933" y="5029873"/>
                  </a:lnTo>
                  <a:lnTo>
                    <a:pt x="1905952" y="4473981"/>
                  </a:lnTo>
                  <a:close/>
                </a:path>
                <a:path w="2850515" h="7489825">
                  <a:moveTo>
                    <a:pt x="1905952" y="3678567"/>
                  </a:moveTo>
                  <a:lnTo>
                    <a:pt x="1832483" y="3605098"/>
                  </a:lnTo>
                  <a:lnTo>
                    <a:pt x="1610550" y="3678567"/>
                  </a:lnTo>
                  <a:lnTo>
                    <a:pt x="1054582" y="4234459"/>
                  </a:lnTo>
                  <a:lnTo>
                    <a:pt x="1128026" y="4307903"/>
                  </a:lnTo>
                  <a:lnTo>
                    <a:pt x="1349933" y="4234459"/>
                  </a:lnTo>
                  <a:lnTo>
                    <a:pt x="1905952" y="3678567"/>
                  </a:lnTo>
                  <a:close/>
                </a:path>
                <a:path w="2850515" h="7489825">
                  <a:moveTo>
                    <a:pt x="1905952" y="2883154"/>
                  </a:moveTo>
                  <a:lnTo>
                    <a:pt x="1832483" y="2809684"/>
                  </a:lnTo>
                  <a:lnTo>
                    <a:pt x="1610550" y="2883154"/>
                  </a:lnTo>
                  <a:lnTo>
                    <a:pt x="1054582" y="3439045"/>
                  </a:lnTo>
                  <a:lnTo>
                    <a:pt x="1128026" y="3512489"/>
                  </a:lnTo>
                  <a:lnTo>
                    <a:pt x="1349933" y="3439045"/>
                  </a:lnTo>
                  <a:lnTo>
                    <a:pt x="1905952" y="2883154"/>
                  </a:lnTo>
                  <a:close/>
                </a:path>
                <a:path w="2850515" h="7489825">
                  <a:moveTo>
                    <a:pt x="1905952" y="2087740"/>
                  </a:moveTo>
                  <a:lnTo>
                    <a:pt x="1832483" y="2014270"/>
                  </a:lnTo>
                  <a:lnTo>
                    <a:pt x="1610550" y="2087740"/>
                  </a:lnTo>
                  <a:lnTo>
                    <a:pt x="1054582" y="2643632"/>
                  </a:lnTo>
                  <a:lnTo>
                    <a:pt x="1128026" y="2717076"/>
                  </a:lnTo>
                  <a:lnTo>
                    <a:pt x="1349933" y="2643632"/>
                  </a:lnTo>
                  <a:lnTo>
                    <a:pt x="1905952" y="2087740"/>
                  </a:lnTo>
                  <a:close/>
                </a:path>
                <a:path w="2850515" h="7489825">
                  <a:moveTo>
                    <a:pt x="1905952" y="1292313"/>
                  </a:moveTo>
                  <a:lnTo>
                    <a:pt x="1832483" y="1218844"/>
                  </a:lnTo>
                  <a:lnTo>
                    <a:pt x="1610550" y="1292313"/>
                  </a:lnTo>
                  <a:lnTo>
                    <a:pt x="1054582" y="1848205"/>
                  </a:lnTo>
                  <a:lnTo>
                    <a:pt x="1128026" y="1921649"/>
                  </a:lnTo>
                  <a:lnTo>
                    <a:pt x="1349933" y="1848205"/>
                  </a:lnTo>
                  <a:lnTo>
                    <a:pt x="1905952" y="1292313"/>
                  </a:lnTo>
                  <a:close/>
                </a:path>
                <a:path w="2850515" h="7489825">
                  <a:moveTo>
                    <a:pt x="1905952" y="496900"/>
                  </a:moveTo>
                  <a:lnTo>
                    <a:pt x="1832483" y="423430"/>
                  </a:lnTo>
                  <a:lnTo>
                    <a:pt x="1610550" y="496900"/>
                  </a:lnTo>
                  <a:lnTo>
                    <a:pt x="1054582" y="1052791"/>
                  </a:lnTo>
                  <a:lnTo>
                    <a:pt x="1128026" y="1126236"/>
                  </a:lnTo>
                  <a:lnTo>
                    <a:pt x="1349933" y="1052791"/>
                  </a:lnTo>
                  <a:lnTo>
                    <a:pt x="1905952" y="496900"/>
                  </a:lnTo>
                  <a:close/>
                </a:path>
                <a:path w="2850515" h="7489825">
                  <a:moveTo>
                    <a:pt x="2551379" y="0"/>
                  </a:moveTo>
                  <a:lnTo>
                    <a:pt x="2255964" y="0"/>
                  </a:lnTo>
                  <a:lnTo>
                    <a:pt x="1998560" y="257352"/>
                  </a:lnTo>
                  <a:lnTo>
                    <a:pt x="2072030" y="330822"/>
                  </a:lnTo>
                  <a:lnTo>
                    <a:pt x="2293937" y="257378"/>
                  </a:lnTo>
                  <a:lnTo>
                    <a:pt x="2551379" y="0"/>
                  </a:lnTo>
                  <a:close/>
                </a:path>
                <a:path w="2850515" h="7489825">
                  <a:moveTo>
                    <a:pt x="2849943" y="6860235"/>
                  </a:moveTo>
                  <a:lnTo>
                    <a:pt x="2776474" y="6786766"/>
                  </a:lnTo>
                  <a:lnTo>
                    <a:pt x="2554541" y="6860235"/>
                  </a:lnTo>
                  <a:lnTo>
                    <a:pt x="1998573" y="7416127"/>
                  </a:lnTo>
                  <a:lnTo>
                    <a:pt x="2072017" y="7489571"/>
                  </a:lnTo>
                  <a:lnTo>
                    <a:pt x="2293924" y="7416127"/>
                  </a:lnTo>
                  <a:lnTo>
                    <a:pt x="2849943" y="6860235"/>
                  </a:lnTo>
                  <a:close/>
                </a:path>
                <a:path w="2850515" h="7489825">
                  <a:moveTo>
                    <a:pt x="2849943" y="6064821"/>
                  </a:moveTo>
                  <a:lnTo>
                    <a:pt x="2776474" y="5991352"/>
                  </a:lnTo>
                  <a:lnTo>
                    <a:pt x="2554541" y="6064821"/>
                  </a:lnTo>
                  <a:lnTo>
                    <a:pt x="1998573" y="6620713"/>
                  </a:lnTo>
                  <a:lnTo>
                    <a:pt x="2072017" y="6694157"/>
                  </a:lnTo>
                  <a:lnTo>
                    <a:pt x="2293924" y="6620713"/>
                  </a:lnTo>
                  <a:lnTo>
                    <a:pt x="2849943" y="6064821"/>
                  </a:lnTo>
                  <a:close/>
                </a:path>
                <a:path w="2850515" h="7489825">
                  <a:moveTo>
                    <a:pt x="2849943" y="5269395"/>
                  </a:moveTo>
                  <a:lnTo>
                    <a:pt x="2776474" y="5195925"/>
                  </a:lnTo>
                  <a:lnTo>
                    <a:pt x="2554541" y="5269395"/>
                  </a:lnTo>
                  <a:lnTo>
                    <a:pt x="1998573" y="5825287"/>
                  </a:lnTo>
                  <a:lnTo>
                    <a:pt x="2072017" y="5898731"/>
                  </a:lnTo>
                  <a:lnTo>
                    <a:pt x="2293924" y="5825287"/>
                  </a:lnTo>
                  <a:lnTo>
                    <a:pt x="2849943" y="5269395"/>
                  </a:lnTo>
                  <a:close/>
                </a:path>
                <a:path w="2850515" h="7489825">
                  <a:moveTo>
                    <a:pt x="2849943" y="4473981"/>
                  </a:moveTo>
                  <a:lnTo>
                    <a:pt x="2776474" y="4400512"/>
                  </a:lnTo>
                  <a:lnTo>
                    <a:pt x="2554541" y="4473981"/>
                  </a:lnTo>
                  <a:lnTo>
                    <a:pt x="1998573" y="5029873"/>
                  </a:lnTo>
                  <a:lnTo>
                    <a:pt x="2072017" y="5103317"/>
                  </a:lnTo>
                  <a:lnTo>
                    <a:pt x="2293924" y="5029873"/>
                  </a:lnTo>
                  <a:lnTo>
                    <a:pt x="2849943" y="4473981"/>
                  </a:lnTo>
                  <a:close/>
                </a:path>
                <a:path w="2850515" h="7489825">
                  <a:moveTo>
                    <a:pt x="2849943" y="3678567"/>
                  </a:moveTo>
                  <a:lnTo>
                    <a:pt x="2776474" y="3605098"/>
                  </a:lnTo>
                  <a:lnTo>
                    <a:pt x="2554541" y="3678567"/>
                  </a:lnTo>
                  <a:lnTo>
                    <a:pt x="1998573" y="4234459"/>
                  </a:lnTo>
                  <a:lnTo>
                    <a:pt x="2072017" y="4307903"/>
                  </a:lnTo>
                  <a:lnTo>
                    <a:pt x="2293924" y="4234459"/>
                  </a:lnTo>
                  <a:lnTo>
                    <a:pt x="2849943" y="3678567"/>
                  </a:lnTo>
                  <a:close/>
                </a:path>
                <a:path w="2850515" h="7489825">
                  <a:moveTo>
                    <a:pt x="2849943" y="2883154"/>
                  </a:moveTo>
                  <a:lnTo>
                    <a:pt x="2776474" y="2809684"/>
                  </a:lnTo>
                  <a:lnTo>
                    <a:pt x="2554541" y="2883154"/>
                  </a:lnTo>
                  <a:lnTo>
                    <a:pt x="1998573" y="3439045"/>
                  </a:lnTo>
                  <a:lnTo>
                    <a:pt x="2072017" y="3512489"/>
                  </a:lnTo>
                  <a:lnTo>
                    <a:pt x="2293924" y="3439045"/>
                  </a:lnTo>
                  <a:lnTo>
                    <a:pt x="2849943" y="2883154"/>
                  </a:lnTo>
                  <a:close/>
                </a:path>
                <a:path w="2850515" h="7489825">
                  <a:moveTo>
                    <a:pt x="2849943" y="2087740"/>
                  </a:moveTo>
                  <a:lnTo>
                    <a:pt x="2776474" y="2014270"/>
                  </a:lnTo>
                  <a:lnTo>
                    <a:pt x="2554541" y="2087740"/>
                  </a:lnTo>
                  <a:lnTo>
                    <a:pt x="1998573" y="2643632"/>
                  </a:lnTo>
                  <a:lnTo>
                    <a:pt x="2072017" y="2717076"/>
                  </a:lnTo>
                  <a:lnTo>
                    <a:pt x="2293924" y="2643632"/>
                  </a:lnTo>
                  <a:lnTo>
                    <a:pt x="2849943" y="2087740"/>
                  </a:lnTo>
                  <a:close/>
                </a:path>
                <a:path w="2850515" h="7489825">
                  <a:moveTo>
                    <a:pt x="2849943" y="1292313"/>
                  </a:moveTo>
                  <a:lnTo>
                    <a:pt x="2776474" y="1218844"/>
                  </a:lnTo>
                  <a:lnTo>
                    <a:pt x="2554541" y="1292313"/>
                  </a:lnTo>
                  <a:lnTo>
                    <a:pt x="1998573" y="1848205"/>
                  </a:lnTo>
                  <a:lnTo>
                    <a:pt x="2072017" y="1921649"/>
                  </a:lnTo>
                  <a:lnTo>
                    <a:pt x="2293924" y="1848205"/>
                  </a:lnTo>
                  <a:lnTo>
                    <a:pt x="2849943" y="1292313"/>
                  </a:lnTo>
                  <a:close/>
                </a:path>
                <a:path w="2850515" h="7489825">
                  <a:moveTo>
                    <a:pt x="2849943" y="496900"/>
                  </a:moveTo>
                  <a:lnTo>
                    <a:pt x="2776474" y="423430"/>
                  </a:lnTo>
                  <a:lnTo>
                    <a:pt x="2554541" y="496900"/>
                  </a:lnTo>
                  <a:lnTo>
                    <a:pt x="1998573" y="1052791"/>
                  </a:lnTo>
                  <a:lnTo>
                    <a:pt x="2072017" y="1126236"/>
                  </a:lnTo>
                  <a:lnTo>
                    <a:pt x="2293924" y="1052791"/>
                  </a:lnTo>
                  <a:lnTo>
                    <a:pt x="2849943" y="496900"/>
                  </a:lnTo>
                  <a:close/>
                </a:path>
              </a:pathLst>
            </a:custGeom>
            <a:solidFill>
              <a:srgbClr val="0D0F38">
                <a:alpha val="13998"/>
              </a:srgbClr>
            </a:solidFill>
          </p:spPr>
          <p:txBody>
            <a:bodyPr wrap="square" lIns="0" tIns="0" rIns="0" bIns="0" rtlCol="0"/>
            <a:lstStyle/>
            <a:p>
              <a:endParaRPr/>
            </a:p>
          </p:txBody>
        </p:sp>
      </p:grpSp>
      <p:grpSp>
        <p:nvGrpSpPr>
          <p:cNvPr id="7" name="object 7"/>
          <p:cNvGrpSpPr/>
          <p:nvPr/>
        </p:nvGrpSpPr>
        <p:grpSpPr>
          <a:xfrm>
            <a:off x="287996" y="1197259"/>
            <a:ext cx="10227945" cy="6075045"/>
            <a:chOff x="287996" y="1197259"/>
            <a:chExt cx="10227945" cy="6075045"/>
          </a:xfrm>
        </p:grpSpPr>
        <p:sp>
          <p:nvSpPr>
            <p:cNvPr id="8" name="object 8"/>
            <p:cNvSpPr/>
            <p:nvPr/>
          </p:nvSpPr>
          <p:spPr>
            <a:xfrm>
              <a:off x="9342004" y="1197259"/>
              <a:ext cx="1174115" cy="466725"/>
            </a:xfrm>
            <a:custGeom>
              <a:avLst/>
              <a:gdLst/>
              <a:ahLst/>
              <a:cxnLst/>
              <a:rect l="l" t="t" r="r" b="b"/>
              <a:pathLst>
                <a:path w="1174115" h="466725">
                  <a:moveTo>
                    <a:pt x="939241" y="25"/>
                  </a:moveTo>
                  <a:lnTo>
                    <a:pt x="0" y="0"/>
                  </a:lnTo>
                  <a:lnTo>
                    <a:pt x="0" y="116789"/>
                  </a:lnTo>
                  <a:lnTo>
                    <a:pt x="234645" y="234734"/>
                  </a:lnTo>
                  <a:lnTo>
                    <a:pt x="234645" y="466293"/>
                  </a:lnTo>
                  <a:lnTo>
                    <a:pt x="1173886" y="466305"/>
                  </a:lnTo>
                  <a:lnTo>
                    <a:pt x="1173886" y="349516"/>
                  </a:lnTo>
                  <a:lnTo>
                    <a:pt x="939241" y="231584"/>
                  </a:lnTo>
                  <a:lnTo>
                    <a:pt x="939241" y="25"/>
                  </a:lnTo>
                  <a:close/>
                </a:path>
              </a:pathLst>
            </a:custGeom>
            <a:solidFill>
              <a:srgbClr val="0059C2"/>
            </a:solidFill>
          </p:spPr>
          <p:txBody>
            <a:bodyPr wrap="square" lIns="0" tIns="0" rIns="0" bIns="0" rtlCol="0"/>
            <a:lstStyle/>
            <a:p>
              <a:endParaRPr/>
            </a:p>
          </p:txBody>
        </p:sp>
        <p:sp>
          <p:nvSpPr>
            <p:cNvPr id="9" name="object 9"/>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grpSp>
      <p:sp>
        <p:nvSpPr>
          <p:cNvPr id="12" name="object 12"/>
          <p:cNvSpPr/>
          <p:nvPr/>
        </p:nvSpPr>
        <p:spPr>
          <a:xfrm>
            <a:off x="2332799" y="914412"/>
            <a:ext cx="5004435" cy="5970905"/>
          </a:xfrm>
          <a:custGeom>
            <a:avLst/>
            <a:gdLst/>
            <a:ahLst/>
            <a:cxnLst/>
            <a:rect l="l" t="t" r="r" b="b"/>
            <a:pathLst>
              <a:path w="5004434" h="5970905">
                <a:moveTo>
                  <a:pt x="5004003" y="5065712"/>
                </a:moveTo>
                <a:lnTo>
                  <a:pt x="0" y="5065712"/>
                </a:lnTo>
                <a:lnTo>
                  <a:pt x="0" y="5970854"/>
                </a:lnTo>
                <a:lnTo>
                  <a:pt x="5004003" y="5970854"/>
                </a:lnTo>
                <a:lnTo>
                  <a:pt x="5004003" y="5065712"/>
                </a:lnTo>
                <a:close/>
              </a:path>
              <a:path w="5004434" h="5970905">
                <a:moveTo>
                  <a:pt x="5004003" y="4052570"/>
                </a:moveTo>
                <a:lnTo>
                  <a:pt x="0" y="4052570"/>
                </a:lnTo>
                <a:lnTo>
                  <a:pt x="0" y="4957711"/>
                </a:lnTo>
                <a:lnTo>
                  <a:pt x="5004003" y="4957711"/>
                </a:lnTo>
                <a:lnTo>
                  <a:pt x="5004003" y="4052570"/>
                </a:lnTo>
                <a:close/>
              </a:path>
              <a:path w="5004434" h="5970905">
                <a:moveTo>
                  <a:pt x="5004003" y="3051505"/>
                </a:moveTo>
                <a:lnTo>
                  <a:pt x="0" y="3051505"/>
                </a:lnTo>
                <a:lnTo>
                  <a:pt x="0" y="3956647"/>
                </a:lnTo>
                <a:lnTo>
                  <a:pt x="5004003" y="3956647"/>
                </a:lnTo>
                <a:lnTo>
                  <a:pt x="5004003" y="3051505"/>
                </a:lnTo>
                <a:close/>
              </a:path>
              <a:path w="5004434" h="5970905">
                <a:moveTo>
                  <a:pt x="5004003" y="2038362"/>
                </a:moveTo>
                <a:lnTo>
                  <a:pt x="0" y="2038362"/>
                </a:lnTo>
                <a:lnTo>
                  <a:pt x="0" y="2943504"/>
                </a:lnTo>
                <a:lnTo>
                  <a:pt x="5004003" y="2943504"/>
                </a:lnTo>
                <a:lnTo>
                  <a:pt x="5004003" y="2038362"/>
                </a:lnTo>
                <a:close/>
              </a:path>
              <a:path w="5004434" h="5970905">
                <a:moveTo>
                  <a:pt x="5004003" y="1013142"/>
                </a:moveTo>
                <a:lnTo>
                  <a:pt x="0" y="1013142"/>
                </a:lnTo>
                <a:lnTo>
                  <a:pt x="0" y="1918284"/>
                </a:lnTo>
                <a:lnTo>
                  <a:pt x="5004003" y="1918284"/>
                </a:lnTo>
                <a:lnTo>
                  <a:pt x="5004003" y="1013142"/>
                </a:lnTo>
                <a:close/>
              </a:path>
              <a:path w="5004434" h="5970905">
                <a:moveTo>
                  <a:pt x="5004003" y="0"/>
                </a:moveTo>
                <a:lnTo>
                  <a:pt x="0" y="0"/>
                </a:lnTo>
                <a:lnTo>
                  <a:pt x="0" y="905141"/>
                </a:lnTo>
                <a:lnTo>
                  <a:pt x="5004003" y="905141"/>
                </a:lnTo>
                <a:lnTo>
                  <a:pt x="5004003" y="0"/>
                </a:lnTo>
                <a:close/>
              </a:path>
            </a:pathLst>
          </a:custGeom>
          <a:solidFill>
            <a:srgbClr val="FFFFFF"/>
          </a:solidFill>
        </p:spPr>
        <p:txBody>
          <a:bodyPr wrap="square" lIns="0" tIns="0" rIns="0" bIns="0" rtlCol="0"/>
          <a:lstStyle/>
          <a:p>
            <a:endParaRPr/>
          </a:p>
        </p:txBody>
      </p:sp>
      <p:grpSp>
        <p:nvGrpSpPr>
          <p:cNvPr id="24" name="object 24"/>
          <p:cNvGrpSpPr/>
          <p:nvPr/>
        </p:nvGrpSpPr>
        <p:grpSpPr>
          <a:xfrm>
            <a:off x="2332800" y="914412"/>
            <a:ext cx="6017260" cy="5970905"/>
            <a:chOff x="2332800" y="914412"/>
            <a:chExt cx="6017260" cy="5970905"/>
          </a:xfrm>
        </p:grpSpPr>
        <p:sp>
          <p:nvSpPr>
            <p:cNvPr id="25" name="object 25"/>
            <p:cNvSpPr/>
            <p:nvPr/>
          </p:nvSpPr>
          <p:spPr>
            <a:xfrm>
              <a:off x="2332799" y="914412"/>
              <a:ext cx="6017260" cy="5970905"/>
            </a:xfrm>
            <a:custGeom>
              <a:avLst/>
              <a:gdLst/>
              <a:ahLst/>
              <a:cxnLst/>
              <a:rect l="l" t="t" r="r" b="b"/>
              <a:pathLst>
                <a:path w="6017259" h="5970905">
                  <a:moveTo>
                    <a:pt x="103568" y="5970854"/>
                  </a:moveTo>
                  <a:lnTo>
                    <a:pt x="51676" y="5866968"/>
                  </a:lnTo>
                  <a:lnTo>
                    <a:pt x="0" y="5866968"/>
                  </a:lnTo>
                  <a:lnTo>
                    <a:pt x="0" y="5970854"/>
                  </a:lnTo>
                  <a:lnTo>
                    <a:pt x="103568" y="5970854"/>
                  </a:lnTo>
                  <a:close/>
                </a:path>
                <a:path w="6017259" h="5970905">
                  <a:moveTo>
                    <a:pt x="103568" y="4957711"/>
                  </a:moveTo>
                  <a:lnTo>
                    <a:pt x="51676" y="4853825"/>
                  </a:lnTo>
                  <a:lnTo>
                    <a:pt x="0" y="4853825"/>
                  </a:lnTo>
                  <a:lnTo>
                    <a:pt x="0" y="4957711"/>
                  </a:lnTo>
                  <a:lnTo>
                    <a:pt x="103568" y="4957711"/>
                  </a:lnTo>
                  <a:close/>
                </a:path>
                <a:path w="6017259" h="5970905">
                  <a:moveTo>
                    <a:pt x="103568" y="3956659"/>
                  </a:moveTo>
                  <a:lnTo>
                    <a:pt x="51676" y="3852773"/>
                  </a:lnTo>
                  <a:lnTo>
                    <a:pt x="0" y="3852773"/>
                  </a:lnTo>
                  <a:lnTo>
                    <a:pt x="0" y="3956659"/>
                  </a:lnTo>
                  <a:lnTo>
                    <a:pt x="103568" y="3956659"/>
                  </a:lnTo>
                  <a:close/>
                </a:path>
                <a:path w="6017259" h="5970905">
                  <a:moveTo>
                    <a:pt x="103568" y="2943517"/>
                  </a:moveTo>
                  <a:lnTo>
                    <a:pt x="51676" y="2839631"/>
                  </a:lnTo>
                  <a:lnTo>
                    <a:pt x="0" y="2839631"/>
                  </a:lnTo>
                  <a:lnTo>
                    <a:pt x="0" y="2943517"/>
                  </a:lnTo>
                  <a:lnTo>
                    <a:pt x="103568" y="2943517"/>
                  </a:lnTo>
                  <a:close/>
                </a:path>
                <a:path w="6017259" h="5970905">
                  <a:moveTo>
                    <a:pt x="103568" y="1918284"/>
                  </a:moveTo>
                  <a:lnTo>
                    <a:pt x="51676" y="1814398"/>
                  </a:lnTo>
                  <a:lnTo>
                    <a:pt x="0" y="1814398"/>
                  </a:lnTo>
                  <a:lnTo>
                    <a:pt x="0" y="1918284"/>
                  </a:lnTo>
                  <a:lnTo>
                    <a:pt x="103568" y="1918284"/>
                  </a:lnTo>
                  <a:close/>
                </a:path>
                <a:path w="6017259" h="5970905">
                  <a:moveTo>
                    <a:pt x="103568" y="905141"/>
                  </a:moveTo>
                  <a:lnTo>
                    <a:pt x="51676" y="801255"/>
                  </a:lnTo>
                  <a:lnTo>
                    <a:pt x="0" y="801255"/>
                  </a:lnTo>
                  <a:lnTo>
                    <a:pt x="0" y="905141"/>
                  </a:lnTo>
                  <a:lnTo>
                    <a:pt x="103568" y="905141"/>
                  </a:lnTo>
                  <a:close/>
                </a:path>
                <a:path w="6017259" h="5970905">
                  <a:moveTo>
                    <a:pt x="6017145" y="5065712"/>
                  </a:moveTo>
                  <a:lnTo>
                    <a:pt x="5112004" y="5065712"/>
                  </a:lnTo>
                  <a:lnTo>
                    <a:pt x="5112004" y="5970854"/>
                  </a:lnTo>
                  <a:lnTo>
                    <a:pt x="6017145" y="5970854"/>
                  </a:lnTo>
                  <a:lnTo>
                    <a:pt x="6017145" y="5065712"/>
                  </a:lnTo>
                  <a:close/>
                </a:path>
                <a:path w="6017259" h="5970905">
                  <a:moveTo>
                    <a:pt x="6017145" y="4052570"/>
                  </a:moveTo>
                  <a:lnTo>
                    <a:pt x="5112004" y="4052570"/>
                  </a:lnTo>
                  <a:lnTo>
                    <a:pt x="5112004" y="4957711"/>
                  </a:lnTo>
                  <a:lnTo>
                    <a:pt x="6017145" y="4957711"/>
                  </a:lnTo>
                  <a:lnTo>
                    <a:pt x="6017145" y="4052570"/>
                  </a:lnTo>
                  <a:close/>
                </a:path>
                <a:path w="6017259" h="5970905">
                  <a:moveTo>
                    <a:pt x="6017145" y="3039414"/>
                  </a:moveTo>
                  <a:lnTo>
                    <a:pt x="5112004" y="3039414"/>
                  </a:lnTo>
                  <a:lnTo>
                    <a:pt x="5112004" y="3944556"/>
                  </a:lnTo>
                  <a:lnTo>
                    <a:pt x="6017145" y="3944556"/>
                  </a:lnTo>
                  <a:lnTo>
                    <a:pt x="6017145" y="3039414"/>
                  </a:lnTo>
                  <a:close/>
                </a:path>
                <a:path w="6017259" h="5970905">
                  <a:moveTo>
                    <a:pt x="6017145" y="2022805"/>
                  </a:moveTo>
                  <a:lnTo>
                    <a:pt x="5112004" y="2022805"/>
                  </a:lnTo>
                  <a:lnTo>
                    <a:pt x="5112004" y="2927947"/>
                  </a:lnTo>
                  <a:lnTo>
                    <a:pt x="6017145" y="2927947"/>
                  </a:lnTo>
                  <a:lnTo>
                    <a:pt x="6017145" y="2022805"/>
                  </a:lnTo>
                  <a:close/>
                </a:path>
                <a:path w="6017259" h="5970905">
                  <a:moveTo>
                    <a:pt x="6017145" y="1013142"/>
                  </a:moveTo>
                  <a:lnTo>
                    <a:pt x="5112004" y="1013142"/>
                  </a:lnTo>
                  <a:lnTo>
                    <a:pt x="5112004" y="1918284"/>
                  </a:lnTo>
                  <a:lnTo>
                    <a:pt x="6017145" y="1918284"/>
                  </a:lnTo>
                  <a:lnTo>
                    <a:pt x="6017145" y="1013142"/>
                  </a:lnTo>
                  <a:close/>
                </a:path>
                <a:path w="6017259" h="5970905">
                  <a:moveTo>
                    <a:pt x="6017145" y="0"/>
                  </a:moveTo>
                  <a:lnTo>
                    <a:pt x="5112004" y="0"/>
                  </a:lnTo>
                  <a:lnTo>
                    <a:pt x="5112004" y="905141"/>
                  </a:lnTo>
                  <a:lnTo>
                    <a:pt x="6017145" y="905141"/>
                  </a:lnTo>
                  <a:lnTo>
                    <a:pt x="6017145" y="0"/>
                  </a:lnTo>
                  <a:close/>
                </a:path>
              </a:pathLst>
            </a:custGeom>
            <a:solidFill>
              <a:srgbClr val="0059C2"/>
            </a:solidFill>
          </p:spPr>
          <p:txBody>
            <a:bodyPr wrap="square" lIns="0" tIns="0" rIns="0" bIns="0" rtlCol="0"/>
            <a:lstStyle/>
            <a:p>
              <a:endParaRPr/>
            </a:p>
          </p:txBody>
        </p:sp>
        <p:sp>
          <p:nvSpPr>
            <p:cNvPr id="26" name="object 26"/>
            <p:cNvSpPr/>
            <p:nvPr/>
          </p:nvSpPr>
          <p:spPr>
            <a:xfrm>
              <a:off x="7680909" y="2163980"/>
              <a:ext cx="433070" cy="432434"/>
            </a:xfrm>
            <a:custGeom>
              <a:avLst/>
              <a:gdLst/>
              <a:ahLst/>
              <a:cxnLst/>
              <a:rect l="l" t="t" r="r" b="b"/>
              <a:pathLst>
                <a:path w="433070" h="432435">
                  <a:moveTo>
                    <a:pt x="313" y="335381"/>
                  </a:moveTo>
                  <a:lnTo>
                    <a:pt x="313" y="432295"/>
                  </a:lnTo>
                  <a:lnTo>
                    <a:pt x="299856" y="432295"/>
                  </a:lnTo>
                  <a:lnTo>
                    <a:pt x="296588" y="422925"/>
                  </a:lnTo>
                  <a:lnTo>
                    <a:pt x="294277" y="416569"/>
                  </a:lnTo>
                  <a:lnTo>
                    <a:pt x="292905" y="411742"/>
                  </a:lnTo>
                  <a:lnTo>
                    <a:pt x="292451" y="406958"/>
                  </a:lnTo>
                  <a:lnTo>
                    <a:pt x="25650" y="406958"/>
                  </a:lnTo>
                  <a:lnTo>
                    <a:pt x="25650" y="368122"/>
                  </a:lnTo>
                  <a:lnTo>
                    <a:pt x="44990" y="364257"/>
                  </a:lnTo>
                  <a:lnTo>
                    <a:pt x="45285" y="364257"/>
                  </a:lnTo>
                  <a:lnTo>
                    <a:pt x="61668" y="353466"/>
                  </a:lnTo>
                  <a:lnTo>
                    <a:pt x="63241" y="351318"/>
                  </a:lnTo>
                  <a:lnTo>
                    <a:pt x="69176" y="342785"/>
                  </a:lnTo>
                  <a:lnTo>
                    <a:pt x="25650" y="342785"/>
                  </a:lnTo>
                  <a:lnTo>
                    <a:pt x="20878" y="342337"/>
                  </a:lnTo>
                  <a:lnTo>
                    <a:pt x="16072" y="340974"/>
                  </a:lnTo>
                  <a:lnTo>
                    <a:pt x="9721" y="338665"/>
                  </a:lnTo>
                  <a:lnTo>
                    <a:pt x="313" y="335381"/>
                  </a:lnTo>
                  <a:close/>
                </a:path>
                <a:path w="433070" h="432435">
                  <a:moveTo>
                    <a:pt x="360267" y="380784"/>
                  </a:moveTo>
                  <a:lnTo>
                    <a:pt x="317788" y="380784"/>
                  </a:lnTo>
                  <a:lnTo>
                    <a:pt x="327537" y="382879"/>
                  </a:lnTo>
                  <a:lnTo>
                    <a:pt x="335598" y="388551"/>
                  </a:lnTo>
                  <a:lnTo>
                    <a:pt x="341107" y="396989"/>
                  </a:lnTo>
                  <a:lnTo>
                    <a:pt x="343112" y="406958"/>
                  </a:lnTo>
                  <a:lnTo>
                    <a:pt x="342656" y="411742"/>
                  </a:lnTo>
                  <a:lnTo>
                    <a:pt x="341280" y="416569"/>
                  </a:lnTo>
                  <a:lnTo>
                    <a:pt x="338971" y="422925"/>
                  </a:lnTo>
                  <a:lnTo>
                    <a:pt x="335708" y="432295"/>
                  </a:lnTo>
                  <a:lnTo>
                    <a:pt x="432609" y="432295"/>
                  </a:lnTo>
                  <a:lnTo>
                    <a:pt x="432609" y="406958"/>
                  </a:lnTo>
                  <a:lnTo>
                    <a:pt x="368436" y="406958"/>
                  </a:lnTo>
                  <a:lnTo>
                    <a:pt x="364550" y="387500"/>
                  </a:lnTo>
                  <a:lnTo>
                    <a:pt x="364488" y="387194"/>
                  </a:lnTo>
                  <a:lnTo>
                    <a:pt x="360267" y="380784"/>
                  </a:lnTo>
                  <a:close/>
                </a:path>
                <a:path w="433070" h="432435">
                  <a:moveTo>
                    <a:pt x="229129" y="228803"/>
                  </a:moveTo>
                  <a:lnTo>
                    <a:pt x="203805" y="228803"/>
                  </a:lnTo>
                  <a:lnTo>
                    <a:pt x="203805" y="279463"/>
                  </a:lnTo>
                  <a:lnTo>
                    <a:pt x="184101" y="283450"/>
                  </a:lnTo>
                  <a:lnTo>
                    <a:pt x="167991" y="294316"/>
                  </a:lnTo>
                  <a:lnTo>
                    <a:pt x="157121" y="310420"/>
                  </a:lnTo>
                  <a:lnTo>
                    <a:pt x="153132" y="330123"/>
                  </a:lnTo>
                  <a:lnTo>
                    <a:pt x="157121" y="349826"/>
                  </a:lnTo>
                  <a:lnTo>
                    <a:pt x="167991" y="365931"/>
                  </a:lnTo>
                  <a:lnTo>
                    <a:pt x="184101" y="376797"/>
                  </a:lnTo>
                  <a:lnTo>
                    <a:pt x="203805" y="380784"/>
                  </a:lnTo>
                  <a:lnTo>
                    <a:pt x="203805" y="406958"/>
                  </a:lnTo>
                  <a:lnTo>
                    <a:pt x="229129" y="406958"/>
                  </a:lnTo>
                  <a:lnTo>
                    <a:pt x="229129" y="355460"/>
                  </a:lnTo>
                  <a:lnTo>
                    <a:pt x="203805" y="355460"/>
                  </a:lnTo>
                  <a:lnTo>
                    <a:pt x="193948" y="353466"/>
                  </a:lnTo>
                  <a:lnTo>
                    <a:pt x="185931" y="348056"/>
                  </a:lnTo>
                  <a:lnTo>
                    <a:pt x="180461" y="339976"/>
                  </a:lnTo>
                  <a:lnTo>
                    <a:pt x="178469" y="330123"/>
                  </a:lnTo>
                  <a:lnTo>
                    <a:pt x="180461" y="320278"/>
                  </a:lnTo>
                  <a:lnTo>
                    <a:pt x="185894" y="312227"/>
                  </a:lnTo>
                  <a:lnTo>
                    <a:pt x="193948" y="306794"/>
                  </a:lnTo>
                  <a:lnTo>
                    <a:pt x="203805" y="304799"/>
                  </a:lnTo>
                  <a:lnTo>
                    <a:pt x="229129" y="304799"/>
                  </a:lnTo>
                  <a:lnTo>
                    <a:pt x="229129" y="228803"/>
                  </a:lnTo>
                  <a:close/>
                </a:path>
                <a:path w="433070" h="432435">
                  <a:moveTo>
                    <a:pt x="317788" y="355460"/>
                  </a:moveTo>
                  <a:lnTo>
                    <a:pt x="281822" y="370852"/>
                  </a:lnTo>
                  <a:lnTo>
                    <a:pt x="267115" y="406958"/>
                  </a:lnTo>
                  <a:lnTo>
                    <a:pt x="292451" y="406958"/>
                  </a:lnTo>
                  <a:lnTo>
                    <a:pt x="294458" y="396989"/>
                  </a:lnTo>
                  <a:lnTo>
                    <a:pt x="299971" y="388551"/>
                  </a:lnTo>
                  <a:lnTo>
                    <a:pt x="308037" y="382879"/>
                  </a:lnTo>
                  <a:lnTo>
                    <a:pt x="317788" y="380784"/>
                  </a:lnTo>
                  <a:lnTo>
                    <a:pt x="360267" y="380784"/>
                  </a:lnTo>
                  <a:lnTo>
                    <a:pt x="353728" y="370852"/>
                  </a:lnTo>
                  <a:lnTo>
                    <a:pt x="337601" y="359601"/>
                  </a:lnTo>
                  <a:lnTo>
                    <a:pt x="317788" y="355460"/>
                  </a:lnTo>
                  <a:close/>
                </a:path>
                <a:path w="433070" h="432435">
                  <a:moveTo>
                    <a:pt x="432609" y="228803"/>
                  </a:moveTo>
                  <a:lnTo>
                    <a:pt x="407285" y="228803"/>
                  </a:lnTo>
                  <a:lnTo>
                    <a:pt x="407285" y="406958"/>
                  </a:lnTo>
                  <a:lnTo>
                    <a:pt x="432609" y="406958"/>
                  </a:lnTo>
                  <a:lnTo>
                    <a:pt x="432609" y="228803"/>
                  </a:lnTo>
                  <a:close/>
                </a:path>
                <a:path w="433070" h="432435">
                  <a:moveTo>
                    <a:pt x="229129" y="348056"/>
                  </a:moveTo>
                  <a:lnTo>
                    <a:pt x="219766" y="351318"/>
                  </a:lnTo>
                  <a:lnTo>
                    <a:pt x="213415" y="353629"/>
                  </a:lnTo>
                  <a:lnTo>
                    <a:pt x="208589" y="355005"/>
                  </a:lnTo>
                  <a:lnTo>
                    <a:pt x="203805" y="355460"/>
                  </a:lnTo>
                  <a:lnTo>
                    <a:pt x="229129" y="355460"/>
                  </a:lnTo>
                  <a:lnTo>
                    <a:pt x="229129" y="348056"/>
                  </a:lnTo>
                  <a:close/>
                </a:path>
                <a:path w="433070" h="432435">
                  <a:moveTo>
                    <a:pt x="69168" y="292125"/>
                  </a:moveTo>
                  <a:lnTo>
                    <a:pt x="25650" y="292125"/>
                  </a:lnTo>
                  <a:lnTo>
                    <a:pt x="35724" y="294153"/>
                  </a:lnTo>
                  <a:lnTo>
                    <a:pt x="44057" y="299645"/>
                  </a:lnTo>
                  <a:lnTo>
                    <a:pt x="49730" y="307711"/>
                  </a:lnTo>
                  <a:lnTo>
                    <a:pt x="51825" y="317461"/>
                  </a:lnTo>
                  <a:lnTo>
                    <a:pt x="49730" y="327210"/>
                  </a:lnTo>
                  <a:lnTo>
                    <a:pt x="47680" y="330123"/>
                  </a:lnTo>
                  <a:lnTo>
                    <a:pt x="43891" y="335381"/>
                  </a:lnTo>
                  <a:lnTo>
                    <a:pt x="35724" y="340759"/>
                  </a:lnTo>
                  <a:lnTo>
                    <a:pt x="25650" y="342785"/>
                  </a:lnTo>
                  <a:lnTo>
                    <a:pt x="69176" y="342785"/>
                  </a:lnTo>
                  <a:lnTo>
                    <a:pt x="73008" y="337277"/>
                  </a:lnTo>
                  <a:lnTo>
                    <a:pt x="77148" y="317461"/>
                  </a:lnTo>
                  <a:lnTo>
                    <a:pt x="73006" y="297641"/>
                  </a:lnTo>
                  <a:lnTo>
                    <a:pt x="69168" y="292125"/>
                  </a:lnTo>
                  <a:close/>
                </a:path>
                <a:path w="433070" h="432435">
                  <a:moveTo>
                    <a:pt x="229129" y="304799"/>
                  </a:moveTo>
                  <a:lnTo>
                    <a:pt x="203805" y="304799"/>
                  </a:lnTo>
                  <a:lnTo>
                    <a:pt x="208570" y="305247"/>
                  </a:lnTo>
                  <a:lnTo>
                    <a:pt x="213372" y="306611"/>
                  </a:lnTo>
                  <a:lnTo>
                    <a:pt x="219722" y="308920"/>
                  </a:lnTo>
                  <a:lnTo>
                    <a:pt x="229197" y="312227"/>
                  </a:lnTo>
                  <a:lnTo>
                    <a:pt x="229129" y="304799"/>
                  </a:lnTo>
                  <a:close/>
                </a:path>
                <a:path w="433070" h="432435">
                  <a:moveTo>
                    <a:pt x="313" y="132753"/>
                  </a:moveTo>
                  <a:lnTo>
                    <a:pt x="313" y="299645"/>
                  </a:lnTo>
                  <a:lnTo>
                    <a:pt x="18" y="299645"/>
                  </a:lnTo>
                  <a:lnTo>
                    <a:pt x="9676" y="296266"/>
                  </a:lnTo>
                  <a:lnTo>
                    <a:pt x="16030" y="293952"/>
                  </a:lnTo>
                  <a:lnTo>
                    <a:pt x="20859" y="292578"/>
                  </a:lnTo>
                  <a:lnTo>
                    <a:pt x="25650" y="292125"/>
                  </a:lnTo>
                  <a:lnTo>
                    <a:pt x="69168" y="292125"/>
                  </a:lnTo>
                  <a:lnTo>
                    <a:pt x="61810" y="281549"/>
                  </a:lnTo>
                  <a:lnTo>
                    <a:pt x="45409" y="270748"/>
                  </a:lnTo>
                  <a:lnTo>
                    <a:pt x="25650" y="266801"/>
                  </a:lnTo>
                  <a:lnTo>
                    <a:pt x="25650" y="228803"/>
                  </a:lnTo>
                  <a:lnTo>
                    <a:pt x="97214" y="228803"/>
                  </a:lnTo>
                  <a:lnTo>
                    <a:pt x="93946" y="219440"/>
                  </a:lnTo>
                  <a:lnTo>
                    <a:pt x="91636" y="213088"/>
                  </a:lnTo>
                  <a:lnTo>
                    <a:pt x="90263" y="208263"/>
                  </a:lnTo>
                  <a:lnTo>
                    <a:pt x="89810" y="203479"/>
                  </a:lnTo>
                  <a:lnTo>
                    <a:pt x="25650" y="203479"/>
                  </a:lnTo>
                  <a:lnTo>
                    <a:pt x="25650" y="165480"/>
                  </a:lnTo>
                  <a:lnTo>
                    <a:pt x="45414" y="161533"/>
                  </a:lnTo>
                  <a:lnTo>
                    <a:pt x="61815" y="150733"/>
                  </a:lnTo>
                  <a:lnTo>
                    <a:pt x="69171" y="140157"/>
                  </a:lnTo>
                  <a:lnTo>
                    <a:pt x="25650" y="140157"/>
                  </a:lnTo>
                  <a:lnTo>
                    <a:pt x="20878" y="139707"/>
                  </a:lnTo>
                  <a:lnTo>
                    <a:pt x="16072" y="138341"/>
                  </a:lnTo>
                  <a:lnTo>
                    <a:pt x="9721" y="136031"/>
                  </a:lnTo>
                  <a:lnTo>
                    <a:pt x="313" y="132753"/>
                  </a:lnTo>
                  <a:close/>
                </a:path>
                <a:path w="433070" h="432435">
                  <a:moveTo>
                    <a:pt x="158017" y="178142"/>
                  </a:moveTo>
                  <a:lnTo>
                    <a:pt x="115147" y="178142"/>
                  </a:lnTo>
                  <a:lnTo>
                    <a:pt x="124997" y="180137"/>
                  </a:lnTo>
                  <a:lnTo>
                    <a:pt x="133047" y="185572"/>
                  </a:lnTo>
                  <a:lnTo>
                    <a:pt x="138478" y="193626"/>
                  </a:lnTo>
                  <a:lnTo>
                    <a:pt x="140471" y="203479"/>
                  </a:lnTo>
                  <a:lnTo>
                    <a:pt x="140017" y="208263"/>
                  </a:lnTo>
                  <a:lnTo>
                    <a:pt x="138704" y="212886"/>
                  </a:lnTo>
                  <a:lnTo>
                    <a:pt x="136408" y="219236"/>
                  </a:lnTo>
                  <a:lnTo>
                    <a:pt x="133066" y="228803"/>
                  </a:lnTo>
                  <a:lnTo>
                    <a:pt x="267115" y="228803"/>
                  </a:lnTo>
                  <a:lnTo>
                    <a:pt x="271104" y="248506"/>
                  </a:lnTo>
                  <a:lnTo>
                    <a:pt x="281974" y="264610"/>
                  </a:lnTo>
                  <a:lnTo>
                    <a:pt x="298083" y="275476"/>
                  </a:lnTo>
                  <a:lnTo>
                    <a:pt x="317788" y="279463"/>
                  </a:lnTo>
                  <a:lnTo>
                    <a:pt x="337483" y="275476"/>
                  </a:lnTo>
                  <a:lnTo>
                    <a:pt x="353584" y="264610"/>
                  </a:lnTo>
                  <a:lnTo>
                    <a:pt x="360649" y="254139"/>
                  </a:lnTo>
                  <a:lnTo>
                    <a:pt x="317788" y="254139"/>
                  </a:lnTo>
                  <a:lnTo>
                    <a:pt x="307936" y="252145"/>
                  </a:lnTo>
                  <a:lnTo>
                    <a:pt x="299881" y="246710"/>
                  </a:lnTo>
                  <a:lnTo>
                    <a:pt x="294446" y="238655"/>
                  </a:lnTo>
                  <a:lnTo>
                    <a:pt x="292451" y="228803"/>
                  </a:lnTo>
                  <a:lnTo>
                    <a:pt x="292901" y="224039"/>
                  </a:lnTo>
                  <a:lnTo>
                    <a:pt x="294210" y="219440"/>
                  </a:lnTo>
                  <a:lnTo>
                    <a:pt x="294268" y="219236"/>
                  </a:lnTo>
                  <a:lnTo>
                    <a:pt x="296504" y="213088"/>
                  </a:lnTo>
                  <a:lnTo>
                    <a:pt x="299856" y="203479"/>
                  </a:lnTo>
                  <a:lnTo>
                    <a:pt x="165807" y="203479"/>
                  </a:lnTo>
                  <a:lnTo>
                    <a:pt x="161819" y="183776"/>
                  </a:lnTo>
                  <a:lnTo>
                    <a:pt x="158017" y="178142"/>
                  </a:lnTo>
                  <a:close/>
                </a:path>
                <a:path w="433070" h="432435">
                  <a:moveTo>
                    <a:pt x="432609" y="25323"/>
                  </a:moveTo>
                  <a:lnTo>
                    <a:pt x="407285" y="25323"/>
                  </a:lnTo>
                  <a:lnTo>
                    <a:pt x="407285" y="64160"/>
                  </a:lnTo>
                  <a:lnTo>
                    <a:pt x="387326" y="68147"/>
                  </a:lnTo>
                  <a:lnTo>
                    <a:pt x="387456" y="68147"/>
                  </a:lnTo>
                  <a:lnTo>
                    <a:pt x="371039" y="79013"/>
                  </a:lnTo>
                  <a:lnTo>
                    <a:pt x="360869" y="93633"/>
                  </a:lnTo>
                  <a:lnTo>
                    <a:pt x="359891" y="95117"/>
                  </a:lnTo>
                  <a:lnTo>
                    <a:pt x="355774" y="114820"/>
                  </a:lnTo>
                  <a:lnTo>
                    <a:pt x="359916" y="134641"/>
                  </a:lnTo>
                  <a:lnTo>
                    <a:pt x="371114" y="150733"/>
                  </a:lnTo>
                  <a:lnTo>
                    <a:pt x="387519" y="161533"/>
                  </a:lnTo>
                  <a:lnTo>
                    <a:pt x="407285" y="165480"/>
                  </a:lnTo>
                  <a:lnTo>
                    <a:pt x="407285" y="203479"/>
                  </a:lnTo>
                  <a:lnTo>
                    <a:pt x="335708" y="203479"/>
                  </a:lnTo>
                  <a:lnTo>
                    <a:pt x="338992" y="212886"/>
                  </a:lnTo>
                  <a:lnTo>
                    <a:pt x="341298" y="219236"/>
                  </a:lnTo>
                  <a:lnTo>
                    <a:pt x="342660" y="224039"/>
                  </a:lnTo>
                  <a:lnTo>
                    <a:pt x="317788" y="254139"/>
                  </a:lnTo>
                  <a:lnTo>
                    <a:pt x="360649" y="254139"/>
                  </a:lnTo>
                  <a:lnTo>
                    <a:pt x="364449" y="248506"/>
                  </a:lnTo>
                  <a:lnTo>
                    <a:pt x="368436" y="228803"/>
                  </a:lnTo>
                  <a:lnTo>
                    <a:pt x="432609" y="228803"/>
                  </a:lnTo>
                  <a:lnTo>
                    <a:pt x="432609" y="140157"/>
                  </a:lnTo>
                  <a:lnTo>
                    <a:pt x="407285" y="140157"/>
                  </a:lnTo>
                  <a:lnTo>
                    <a:pt x="397372" y="138162"/>
                  </a:lnTo>
                  <a:lnTo>
                    <a:pt x="394019" y="136031"/>
                  </a:lnTo>
                  <a:lnTo>
                    <a:pt x="389043" y="132753"/>
                  </a:lnTo>
                  <a:lnTo>
                    <a:pt x="383264" y="124673"/>
                  </a:lnTo>
                  <a:lnTo>
                    <a:pt x="381097" y="114820"/>
                  </a:lnTo>
                  <a:lnTo>
                    <a:pt x="383193" y="105072"/>
                  </a:lnTo>
                  <a:lnTo>
                    <a:pt x="388867" y="97010"/>
                  </a:lnTo>
                  <a:lnTo>
                    <a:pt x="397203" y="91523"/>
                  </a:lnTo>
                  <a:lnTo>
                    <a:pt x="407285" y="89496"/>
                  </a:lnTo>
                  <a:lnTo>
                    <a:pt x="432609" y="89496"/>
                  </a:lnTo>
                  <a:lnTo>
                    <a:pt x="432609" y="25323"/>
                  </a:lnTo>
                  <a:close/>
                </a:path>
                <a:path w="433070" h="432435">
                  <a:moveTo>
                    <a:pt x="115147" y="152819"/>
                  </a:moveTo>
                  <a:lnTo>
                    <a:pt x="95444" y="156805"/>
                  </a:lnTo>
                  <a:lnTo>
                    <a:pt x="79339" y="167671"/>
                  </a:lnTo>
                  <a:lnTo>
                    <a:pt x="68473" y="183776"/>
                  </a:lnTo>
                  <a:lnTo>
                    <a:pt x="64486" y="203479"/>
                  </a:lnTo>
                  <a:lnTo>
                    <a:pt x="89810" y="203479"/>
                  </a:lnTo>
                  <a:lnTo>
                    <a:pt x="91805" y="193626"/>
                  </a:lnTo>
                  <a:lnTo>
                    <a:pt x="97240" y="185572"/>
                  </a:lnTo>
                  <a:lnTo>
                    <a:pt x="105294" y="180137"/>
                  </a:lnTo>
                  <a:lnTo>
                    <a:pt x="115147" y="178142"/>
                  </a:lnTo>
                  <a:lnTo>
                    <a:pt x="158017" y="178142"/>
                  </a:lnTo>
                  <a:lnTo>
                    <a:pt x="150950" y="167671"/>
                  </a:lnTo>
                  <a:lnTo>
                    <a:pt x="134844" y="156805"/>
                  </a:lnTo>
                  <a:lnTo>
                    <a:pt x="115147" y="152819"/>
                  </a:lnTo>
                  <a:close/>
                </a:path>
                <a:path w="433070" h="432435">
                  <a:moveTo>
                    <a:pt x="203805" y="132753"/>
                  </a:moveTo>
                  <a:lnTo>
                    <a:pt x="203805" y="203479"/>
                  </a:lnTo>
                  <a:lnTo>
                    <a:pt x="229129" y="203479"/>
                  </a:lnTo>
                  <a:lnTo>
                    <a:pt x="229129" y="165480"/>
                  </a:lnTo>
                  <a:lnTo>
                    <a:pt x="248633" y="161533"/>
                  </a:lnTo>
                  <a:lnTo>
                    <a:pt x="248769" y="161533"/>
                  </a:lnTo>
                  <a:lnTo>
                    <a:pt x="264777" y="150733"/>
                  </a:lnTo>
                  <a:lnTo>
                    <a:pt x="271999" y="140157"/>
                  </a:lnTo>
                  <a:lnTo>
                    <a:pt x="229129" y="140157"/>
                  </a:lnTo>
                  <a:lnTo>
                    <a:pt x="224360" y="139707"/>
                  </a:lnTo>
                  <a:lnTo>
                    <a:pt x="219558" y="138341"/>
                  </a:lnTo>
                  <a:lnTo>
                    <a:pt x="213211" y="136031"/>
                  </a:lnTo>
                  <a:lnTo>
                    <a:pt x="203805" y="132753"/>
                  </a:lnTo>
                  <a:close/>
                </a:path>
                <a:path w="433070" h="432435">
                  <a:moveTo>
                    <a:pt x="69177" y="89496"/>
                  </a:moveTo>
                  <a:lnTo>
                    <a:pt x="25650" y="89496"/>
                  </a:lnTo>
                  <a:lnTo>
                    <a:pt x="35724" y="91523"/>
                  </a:lnTo>
                  <a:lnTo>
                    <a:pt x="44057" y="97010"/>
                  </a:lnTo>
                  <a:lnTo>
                    <a:pt x="49730" y="105072"/>
                  </a:lnTo>
                  <a:lnTo>
                    <a:pt x="51825" y="114820"/>
                  </a:lnTo>
                  <a:lnTo>
                    <a:pt x="49658" y="124673"/>
                  </a:lnTo>
                  <a:lnTo>
                    <a:pt x="43881" y="132753"/>
                  </a:lnTo>
                  <a:lnTo>
                    <a:pt x="38907" y="136031"/>
                  </a:lnTo>
                  <a:lnTo>
                    <a:pt x="35556" y="138162"/>
                  </a:lnTo>
                  <a:lnTo>
                    <a:pt x="25650" y="140157"/>
                  </a:lnTo>
                  <a:lnTo>
                    <a:pt x="69171" y="140157"/>
                  </a:lnTo>
                  <a:lnTo>
                    <a:pt x="73008" y="134641"/>
                  </a:lnTo>
                  <a:lnTo>
                    <a:pt x="77148" y="114820"/>
                  </a:lnTo>
                  <a:lnTo>
                    <a:pt x="73030" y="95117"/>
                  </a:lnTo>
                  <a:lnTo>
                    <a:pt x="72055" y="93633"/>
                  </a:lnTo>
                  <a:lnTo>
                    <a:pt x="69177" y="89496"/>
                  </a:lnTo>
                  <a:close/>
                </a:path>
                <a:path w="433070" h="432435">
                  <a:moveTo>
                    <a:pt x="272008" y="89496"/>
                  </a:moveTo>
                  <a:lnTo>
                    <a:pt x="229129" y="89496"/>
                  </a:lnTo>
                  <a:lnTo>
                    <a:pt x="238156" y="91322"/>
                  </a:lnTo>
                  <a:lnTo>
                    <a:pt x="239030" y="91523"/>
                  </a:lnTo>
                  <a:lnTo>
                    <a:pt x="244358" y="95117"/>
                  </a:lnTo>
                  <a:lnTo>
                    <a:pt x="247091" y="97010"/>
                  </a:lnTo>
                  <a:lnTo>
                    <a:pt x="252481" y="105072"/>
                  </a:lnTo>
                  <a:lnTo>
                    <a:pt x="254453" y="114820"/>
                  </a:lnTo>
                  <a:lnTo>
                    <a:pt x="252461" y="124673"/>
                  </a:lnTo>
                  <a:lnTo>
                    <a:pt x="246992" y="132753"/>
                  </a:lnTo>
                  <a:lnTo>
                    <a:pt x="238980" y="138162"/>
                  </a:lnTo>
                  <a:lnTo>
                    <a:pt x="229129" y="140157"/>
                  </a:lnTo>
                  <a:lnTo>
                    <a:pt x="271999" y="140157"/>
                  </a:lnTo>
                  <a:lnTo>
                    <a:pt x="275722" y="134641"/>
                  </a:lnTo>
                  <a:lnTo>
                    <a:pt x="276160" y="132753"/>
                  </a:lnTo>
                  <a:lnTo>
                    <a:pt x="279790" y="114820"/>
                  </a:lnTo>
                  <a:lnTo>
                    <a:pt x="275801" y="95117"/>
                  </a:lnTo>
                  <a:lnTo>
                    <a:pt x="272008" y="89496"/>
                  </a:lnTo>
                  <a:close/>
                </a:path>
                <a:path w="433070" h="432435">
                  <a:moveTo>
                    <a:pt x="432609" y="132753"/>
                  </a:moveTo>
                  <a:lnTo>
                    <a:pt x="423216" y="136031"/>
                  </a:lnTo>
                  <a:lnTo>
                    <a:pt x="416860" y="138341"/>
                  </a:lnTo>
                  <a:lnTo>
                    <a:pt x="412031" y="139707"/>
                  </a:lnTo>
                  <a:lnTo>
                    <a:pt x="407285" y="140157"/>
                  </a:lnTo>
                  <a:lnTo>
                    <a:pt x="432609" y="140157"/>
                  </a:lnTo>
                  <a:lnTo>
                    <a:pt x="432609" y="132753"/>
                  </a:lnTo>
                  <a:close/>
                </a:path>
                <a:path w="433070" h="432435">
                  <a:moveTo>
                    <a:pt x="432609" y="0"/>
                  </a:moveTo>
                  <a:lnTo>
                    <a:pt x="313" y="0"/>
                  </a:lnTo>
                  <a:lnTo>
                    <a:pt x="313" y="97010"/>
                  </a:lnTo>
                  <a:lnTo>
                    <a:pt x="0" y="97010"/>
                  </a:lnTo>
                  <a:lnTo>
                    <a:pt x="9676" y="93633"/>
                  </a:lnTo>
                  <a:lnTo>
                    <a:pt x="16030" y="91322"/>
                  </a:lnTo>
                  <a:lnTo>
                    <a:pt x="20859" y="89950"/>
                  </a:lnTo>
                  <a:lnTo>
                    <a:pt x="25650" y="89496"/>
                  </a:lnTo>
                  <a:lnTo>
                    <a:pt x="69177" y="89496"/>
                  </a:lnTo>
                  <a:lnTo>
                    <a:pt x="61883" y="79013"/>
                  </a:lnTo>
                  <a:lnTo>
                    <a:pt x="45468" y="68147"/>
                  </a:lnTo>
                  <a:lnTo>
                    <a:pt x="45605" y="68147"/>
                  </a:lnTo>
                  <a:lnTo>
                    <a:pt x="25650" y="64160"/>
                  </a:lnTo>
                  <a:lnTo>
                    <a:pt x="25650" y="25323"/>
                  </a:lnTo>
                  <a:lnTo>
                    <a:pt x="432609" y="25323"/>
                  </a:lnTo>
                  <a:lnTo>
                    <a:pt x="432609" y="0"/>
                  </a:lnTo>
                  <a:close/>
                </a:path>
                <a:path w="433070" h="432435">
                  <a:moveTo>
                    <a:pt x="229129" y="25323"/>
                  </a:moveTo>
                  <a:lnTo>
                    <a:pt x="203805" y="25323"/>
                  </a:lnTo>
                  <a:lnTo>
                    <a:pt x="203805" y="97010"/>
                  </a:lnTo>
                  <a:lnTo>
                    <a:pt x="203492" y="97010"/>
                  </a:lnTo>
                  <a:lnTo>
                    <a:pt x="213161" y="93633"/>
                  </a:lnTo>
                  <a:lnTo>
                    <a:pt x="219511" y="91322"/>
                  </a:lnTo>
                  <a:lnTo>
                    <a:pt x="224338" y="89950"/>
                  </a:lnTo>
                  <a:lnTo>
                    <a:pt x="229129" y="89496"/>
                  </a:lnTo>
                  <a:lnTo>
                    <a:pt x="272008" y="89496"/>
                  </a:lnTo>
                  <a:lnTo>
                    <a:pt x="264932" y="79013"/>
                  </a:lnTo>
                  <a:lnTo>
                    <a:pt x="248827" y="68147"/>
                  </a:lnTo>
                  <a:lnTo>
                    <a:pt x="229129" y="64160"/>
                  </a:lnTo>
                  <a:lnTo>
                    <a:pt x="229129" y="25323"/>
                  </a:lnTo>
                  <a:close/>
                </a:path>
                <a:path w="433070" h="432435">
                  <a:moveTo>
                    <a:pt x="432609" y="89496"/>
                  </a:moveTo>
                  <a:lnTo>
                    <a:pt x="407285" y="89496"/>
                  </a:lnTo>
                  <a:lnTo>
                    <a:pt x="412068" y="89950"/>
                  </a:lnTo>
                  <a:lnTo>
                    <a:pt x="416890" y="91322"/>
                  </a:lnTo>
                  <a:lnTo>
                    <a:pt x="423247" y="93633"/>
                  </a:lnTo>
                  <a:lnTo>
                    <a:pt x="432922" y="97010"/>
                  </a:lnTo>
                  <a:lnTo>
                    <a:pt x="432609" y="97010"/>
                  </a:lnTo>
                  <a:lnTo>
                    <a:pt x="432609" y="89496"/>
                  </a:lnTo>
                  <a:close/>
                </a:path>
              </a:pathLst>
            </a:custGeom>
            <a:solidFill>
              <a:srgbClr val="D1E3F2"/>
            </a:solidFill>
          </p:spPr>
          <p:txBody>
            <a:bodyPr wrap="square" lIns="0" tIns="0" rIns="0" bIns="0" rtlCol="0"/>
            <a:lstStyle/>
            <a:p>
              <a:endParaRPr/>
            </a:p>
          </p:txBody>
        </p:sp>
        <p:pic>
          <p:nvPicPr>
            <p:cNvPr id="27" name="object 27"/>
            <p:cNvPicPr/>
            <p:nvPr/>
          </p:nvPicPr>
          <p:blipFill>
            <a:blip r:embed="rId2" cstate="print"/>
            <a:stretch>
              <a:fillRect/>
            </a:stretch>
          </p:blipFill>
          <p:spPr>
            <a:xfrm>
              <a:off x="7708050" y="3200474"/>
              <a:ext cx="378649" cy="378641"/>
            </a:xfrm>
            <a:prstGeom prst="rect">
              <a:avLst/>
            </a:prstGeom>
          </p:spPr>
        </p:pic>
        <p:pic>
          <p:nvPicPr>
            <p:cNvPr id="28" name="object 28"/>
            <p:cNvPicPr/>
            <p:nvPr/>
          </p:nvPicPr>
          <p:blipFill>
            <a:blip r:embed="rId3" cstate="print"/>
            <a:stretch>
              <a:fillRect/>
            </a:stretch>
          </p:blipFill>
          <p:spPr>
            <a:xfrm>
              <a:off x="7961213" y="4419178"/>
              <a:ext cx="154089" cy="205155"/>
            </a:xfrm>
            <a:prstGeom prst="rect">
              <a:avLst/>
            </a:prstGeom>
          </p:spPr>
        </p:pic>
        <p:pic>
          <p:nvPicPr>
            <p:cNvPr id="29" name="object 29"/>
            <p:cNvPicPr/>
            <p:nvPr/>
          </p:nvPicPr>
          <p:blipFill>
            <a:blip r:embed="rId4" cstate="print"/>
            <a:stretch>
              <a:fillRect/>
            </a:stretch>
          </p:blipFill>
          <p:spPr>
            <a:xfrm>
              <a:off x="7679450" y="4419179"/>
              <a:ext cx="153225" cy="205155"/>
            </a:xfrm>
            <a:prstGeom prst="rect">
              <a:avLst/>
            </a:prstGeom>
          </p:spPr>
        </p:pic>
        <p:sp>
          <p:nvSpPr>
            <p:cNvPr id="30" name="object 30"/>
            <p:cNvSpPr/>
            <p:nvPr/>
          </p:nvSpPr>
          <p:spPr>
            <a:xfrm>
              <a:off x="7679868" y="4188485"/>
              <a:ext cx="435609" cy="1475105"/>
            </a:xfrm>
            <a:custGeom>
              <a:avLst/>
              <a:gdLst/>
              <a:ahLst/>
              <a:cxnLst/>
              <a:rect l="l" t="t" r="r" b="b"/>
              <a:pathLst>
                <a:path w="435609" h="1475104">
                  <a:moveTo>
                    <a:pt x="204724" y="51079"/>
                  </a:moveTo>
                  <a:lnTo>
                    <a:pt x="76187" y="51079"/>
                  </a:lnTo>
                  <a:lnTo>
                    <a:pt x="76187" y="76619"/>
                  </a:lnTo>
                  <a:lnTo>
                    <a:pt x="204724" y="76619"/>
                  </a:lnTo>
                  <a:lnTo>
                    <a:pt x="204724" y="51079"/>
                  </a:lnTo>
                  <a:close/>
                </a:path>
                <a:path w="435609" h="1475104">
                  <a:moveTo>
                    <a:pt x="409041" y="51079"/>
                  </a:moveTo>
                  <a:lnTo>
                    <a:pt x="383489" y="51079"/>
                  </a:lnTo>
                  <a:lnTo>
                    <a:pt x="383489" y="76619"/>
                  </a:lnTo>
                  <a:lnTo>
                    <a:pt x="383489" y="153238"/>
                  </a:lnTo>
                  <a:lnTo>
                    <a:pt x="311696" y="153238"/>
                  </a:lnTo>
                  <a:lnTo>
                    <a:pt x="294106" y="189001"/>
                  </a:lnTo>
                  <a:lnTo>
                    <a:pt x="276529" y="153238"/>
                  </a:lnTo>
                  <a:lnTo>
                    <a:pt x="204724" y="153238"/>
                  </a:lnTo>
                  <a:lnTo>
                    <a:pt x="204724" y="127698"/>
                  </a:lnTo>
                  <a:lnTo>
                    <a:pt x="357962" y="127698"/>
                  </a:lnTo>
                  <a:lnTo>
                    <a:pt x="357962" y="102158"/>
                  </a:lnTo>
                  <a:lnTo>
                    <a:pt x="255803" y="102158"/>
                  </a:lnTo>
                  <a:lnTo>
                    <a:pt x="255803" y="76619"/>
                  </a:lnTo>
                  <a:lnTo>
                    <a:pt x="383489" y="76619"/>
                  </a:lnTo>
                  <a:lnTo>
                    <a:pt x="383489" y="51079"/>
                  </a:lnTo>
                  <a:lnTo>
                    <a:pt x="255803" y="51079"/>
                  </a:lnTo>
                  <a:lnTo>
                    <a:pt x="255803" y="25539"/>
                  </a:lnTo>
                  <a:lnTo>
                    <a:pt x="255803" y="0"/>
                  </a:lnTo>
                  <a:lnTo>
                    <a:pt x="230263" y="0"/>
                  </a:lnTo>
                  <a:lnTo>
                    <a:pt x="230263" y="25539"/>
                  </a:lnTo>
                  <a:lnTo>
                    <a:pt x="230263" y="102158"/>
                  </a:lnTo>
                  <a:lnTo>
                    <a:pt x="157683" y="102158"/>
                  </a:lnTo>
                  <a:lnTo>
                    <a:pt x="140030" y="137452"/>
                  </a:lnTo>
                  <a:lnTo>
                    <a:pt x="122377" y="102158"/>
                  </a:lnTo>
                  <a:lnTo>
                    <a:pt x="50647" y="102158"/>
                  </a:lnTo>
                  <a:lnTo>
                    <a:pt x="50647" y="25539"/>
                  </a:lnTo>
                  <a:lnTo>
                    <a:pt x="230263" y="25539"/>
                  </a:lnTo>
                  <a:lnTo>
                    <a:pt x="230263" y="0"/>
                  </a:lnTo>
                  <a:lnTo>
                    <a:pt x="25107" y="0"/>
                  </a:lnTo>
                  <a:lnTo>
                    <a:pt x="25107" y="127698"/>
                  </a:lnTo>
                  <a:lnTo>
                    <a:pt x="106603" y="127698"/>
                  </a:lnTo>
                  <a:lnTo>
                    <a:pt x="140030" y="194551"/>
                  </a:lnTo>
                  <a:lnTo>
                    <a:pt x="168579" y="137452"/>
                  </a:lnTo>
                  <a:lnTo>
                    <a:pt x="173456" y="127698"/>
                  </a:lnTo>
                  <a:lnTo>
                    <a:pt x="179184" y="127698"/>
                  </a:lnTo>
                  <a:lnTo>
                    <a:pt x="179184" y="178765"/>
                  </a:lnTo>
                  <a:lnTo>
                    <a:pt x="260629" y="178765"/>
                  </a:lnTo>
                  <a:lnTo>
                    <a:pt x="294106" y="246862"/>
                  </a:lnTo>
                  <a:lnTo>
                    <a:pt x="322567" y="189001"/>
                  </a:lnTo>
                  <a:lnTo>
                    <a:pt x="327596" y="178765"/>
                  </a:lnTo>
                  <a:lnTo>
                    <a:pt x="409041" y="178765"/>
                  </a:lnTo>
                  <a:lnTo>
                    <a:pt x="409041" y="76619"/>
                  </a:lnTo>
                  <a:lnTo>
                    <a:pt x="409041" y="51079"/>
                  </a:lnTo>
                  <a:close/>
                </a:path>
                <a:path w="435609" h="1475104">
                  <a:moveTo>
                    <a:pt x="435000" y="1131938"/>
                  </a:moveTo>
                  <a:lnTo>
                    <a:pt x="427786" y="1110348"/>
                  </a:lnTo>
                  <a:lnTo>
                    <a:pt x="412775" y="1093838"/>
                  </a:lnTo>
                  <a:lnTo>
                    <a:pt x="406654" y="1090688"/>
                  </a:lnTo>
                  <a:lnTo>
                    <a:pt x="406654" y="1135748"/>
                  </a:lnTo>
                  <a:lnTo>
                    <a:pt x="405879" y="1145908"/>
                  </a:lnTo>
                  <a:lnTo>
                    <a:pt x="401078" y="1156068"/>
                  </a:lnTo>
                  <a:lnTo>
                    <a:pt x="392595" y="1163688"/>
                  </a:lnTo>
                  <a:lnTo>
                    <a:pt x="381850" y="1167498"/>
                  </a:lnTo>
                  <a:lnTo>
                    <a:pt x="370916" y="1166228"/>
                  </a:lnTo>
                  <a:lnTo>
                    <a:pt x="361073" y="1161148"/>
                  </a:lnTo>
                  <a:lnTo>
                    <a:pt x="353568" y="1153528"/>
                  </a:lnTo>
                  <a:lnTo>
                    <a:pt x="349961" y="1142098"/>
                  </a:lnTo>
                  <a:lnTo>
                    <a:pt x="350634" y="1133208"/>
                  </a:lnTo>
                  <a:lnTo>
                    <a:pt x="350723" y="1131938"/>
                  </a:lnTo>
                  <a:lnTo>
                    <a:pt x="354926" y="1123048"/>
                  </a:lnTo>
                  <a:lnTo>
                    <a:pt x="355523" y="1121778"/>
                  </a:lnTo>
                  <a:lnTo>
                    <a:pt x="364020" y="1114158"/>
                  </a:lnTo>
                  <a:lnTo>
                    <a:pt x="374789" y="1110348"/>
                  </a:lnTo>
                  <a:lnTo>
                    <a:pt x="385711" y="1111618"/>
                  </a:lnTo>
                  <a:lnTo>
                    <a:pt x="395554" y="1116698"/>
                  </a:lnTo>
                  <a:lnTo>
                    <a:pt x="403047" y="1124318"/>
                  </a:lnTo>
                  <a:lnTo>
                    <a:pt x="406654" y="1135748"/>
                  </a:lnTo>
                  <a:lnTo>
                    <a:pt x="406654" y="1090688"/>
                  </a:lnTo>
                  <a:lnTo>
                    <a:pt x="393090" y="1083678"/>
                  </a:lnTo>
                  <a:lnTo>
                    <a:pt x="371246" y="1082408"/>
                  </a:lnTo>
                  <a:lnTo>
                    <a:pt x="349745" y="1088758"/>
                  </a:lnTo>
                  <a:lnTo>
                    <a:pt x="340626" y="1096378"/>
                  </a:lnTo>
                  <a:lnTo>
                    <a:pt x="336346" y="1100759"/>
                  </a:lnTo>
                  <a:lnTo>
                    <a:pt x="336346" y="1191628"/>
                  </a:lnTo>
                  <a:lnTo>
                    <a:pt x="334086" y="1210678"/>
                  </a:lnTo>
                  <a:lnTo>
                    <a:pt x="328066" y="1225918"/>
                  </a:lnTo>
                  <a:lnTo>
                    <a:pt x="324345" y="1232268"/>
                  </a:lnTo>
                  <a:lnTo>
                    <a:pt x="328066" y="1238618"/>
                  </a:lnTo>
                  <a:lnTo>
                    <a:pt x="334086" y="1252588"/>
                  </a:lnTo>
                  <a:lnTo>
                    <a:pt x="336346" y="1271638"/>
                  </a:lnTo>
                  <a:lnTo>
                    <a:pt x="328828" y="1295768"/>
                  </a:lnTo>
                  <a:lnTo>
                    <a:pt x="312013" y="1314818"/>
                  </a:lnTo>
                  <a:lnTo>
                    <a:pt x="293598" y="1322438"/>
                  </a:lnTo>
                  <a:lnTo>
                    <a:pt x="278320" y="1323708"/>
                  </a:lnTo>
                  <a:lnTo>
                    <a:pt x="270929" y="1323708"/>
                  </a:lnTo>
                  <a:lnTo>
                    <a:pt x="267271" y="1330058"/>
                  </a:lnTo>
                  <a:lnTo>
                    <a:pt x="258013" y="1342758"/>
                  </a:lnTo>
                  <a:lnTo>
                    <a:pt x="246075" y="1352143"/>
                  </a:lnTo>
                  <a:lnTo>
                    <a:pt x="246075" y="1417688"/>
                  </a:lnTo>
                  <a:lnTo>
                    <a:pt x="243789" y="1429118"/>
                  </a:lnTo>
                  <a:lnTo>
                    <a:pt x="237591" y="1438008"/>
                  </a:lnTo>
                  <a:lnTo>
                    <a:pt x="228498" y="1444358"/>
                  </a:lnTo>
                  <a:lnTo>
                    <a:pt x="217500" y="1446898"/>
                  </a:lnTo>
                  <a:lnTo>
                    <a:pt x="206502" y="1444358"/>
                  </a:lnTo>
                  <a:lnTo>
                    <a:pt x="197408" y="1438008"/>
                  </a:lnTo>
                  <a:lnTo>
                    <a:pt x="191223" y="1429118"/>
                  </a:lnTo>
                  <a:lnTo>
                    <a:pt x="188937" y="1417688"/>
                  </a:lnTo>
                  <a:lnTo>
                    <a:pt x="191185" y="1406258"/>
                  </a:lnTo>
                  <a:lnTo>
                    <a:pt x="197307" y="1397368"/>
                  </a:lnTo>
                  <a:lnTo>
                    <a:pt x="206387" y="1391018"/>
                  </a:lnTo>
                  <a:lnTo>
                    <a:pt x="217500" y="1388478"/>
                  </a:lnTo>
                  <a:lnTo>
                    <a:pt x="228600" y="1391018"/>
                  </a:lnTo>
                  <a:lnTo>
                    <a:pt x="237693" y="1397368"/>
                  </a:lnTo>
                  <a:lnTo>
                    <a:pt x="243827" y="1406258"/>
                  </a:lnTo>
                  <a:lnTo>
                    <a:pt x="246075" y="1417688"/>
                  </a:lnTo>
                  <a:lnTo>
                    <a:pt x="246075" y="1352143"/>
                  </a:lnTo>
                  <a:lnTo>
                    <a:pt x="241846" y="1355458"/>
                  </a:lnTo>
                  <a:lnTo>
                    <a:pt x="217500" y="1360538"/>
                  </a:lnTo>
                  <a:lnTo>
                    <a:pt x="193154" y="1355458"/>
                  </a:lnTo>
                  <a:lnTo>
                    <a:pt x="176987" y="1342758"/>
                  </a:lnTo>
                  <a:lnTo>
                    <a:pt x="175133" y="1340218"/>
                  </a:lnTo>
                  <a:lnTo>
                    <a:pt x="167728" y="1330058"/>
                  </a:lnTo>
                  <a:lnTo>
                    <a:pt x="164084" y="1323708"/>
                  </a:lnTo>
                  <a:lnTo>
                    <a:pt x="156591" y="1323708"/>
                  </a:lnTo>
                  <a:lnTo>
                    <a:pt x="106184" y="1295768"/>
                  </a:lnTo>
                  <a:lnTo>
                    <a:pt x="98590" y="1267828"/>
                  </a:lnTo>
                  <a:lnTo>
                    <a:pt x="100609" y="1252588"/>
                  </a:lnTo>
                  <a:lnTo>
                    <a:pt x="106514" y="1238618"/>
                  </a:lnTo>
                  <a:lnTo>
                    <a:pt x="110667" y="1232268"/>
                  </a:lnTo>
                  <a:lnTo>
                    <a:pt x="106514" y="1224648"/>
                  </a:lnTo>
                  <a:lnTo>
                    <a:pt x="99009" y="1203058"/>
                  </a:lnTo>
                  <a:lnTo>
                    <a:pt x="99288" y="1195438"/>
                  </a:lnTo>
                  <a:lnTo>
                    <a:pt x="99339" y="1194168"/>
                  </a:lnTo>
                  <a:lnTo>
                    <a:pt x="99720" y="1184008"/>
                  </a:lnTo>
                  <a:lnTo>
                    <a:pt x="122986" y="1148448"/>
                  </a:lnTo>
                  <a:lnTo>
                    <a:pt x="156679" y="1139558"/>
                  </a:lnTo>
                  <a:lnTo>
                    <a:pt x="164084" y="1139558"/>
                  </a:lnTo>
                  <a:lnTo>
                    <a:pt x="167728" y="1133208"/>
                  </a:lnTo>
                  <a:lnTo>
                    <a:pt x="175133" y="1123048"/>
                  </a:lnTo>
                  <a:lnTo>
                    <a:pt x="176987" y="1120508"/>
                  </a:lnTo>
                  <a:lnTo>
                    <a:pt x="193141" y="1109078"/>
                  </a:lnTo>
                  <a:lnTo>
                    <a:pt x="217500" y="1102728"/>
                  </a:lnTo>
                  <a:lnTo>
                    <a:pt x="241846" y="1109078"/>
                  </a:lnTo>
                  <a:lnTo>
                    <a:pt x="258013" y="1120508"/>
                  </a:lnTo>
                  <a:lnTo>
                    <a:pt x="267271" y="1133208"/>
                  </a:lnTo>
                  <a:lnTo>
                    <a:pt x="270929" y="1139558"/>
                  </a:lnTo>
                  <a:lnTo>
                    <a:pt x="278409" y="1139558"/>
                  </a:lnTo>
                  <a:lnTo>
                    <a:pt x="293662" y="1140828"/>
                  </a:lnTo>
                  <a:lnTo>
                    <a:pt x="312013" y="1148448"/>
                  </a:lnTo>
                  <a:lnTo>
                    <a:pt x="328828" y="1167498"/>
                  </a:lnTo>
                  <a:lnTo>
                    <a:pt x="336346" y="1191628"/>
                  </a:lnTo>
                  <a:lnTo>
                    <a:pt x="336346" y="1100759"/>
                  </a:lnTo>
                  <a:lnTo>
                    <a:pt x="333171" y="1103998"/>
                  </a:lnTo>
                  <a:lnTo>
                    <a:pt x="327444" y="1112888"/>
                  </a:lnTo>
                  <a:lnTo>
                    <a:pt x="323532" y="1123048"/>
                  </a:lnTo>
                  <a:lnTo>
                    <a:pt x="315061" y="1117968"/>
                  </a:lnTo>
                  <a:lnTo>
                    <a:pt x="306133" y="1115428"/>
                  </a:lnTo>
                  <a:lnTo>
                    <a:pt x="287210" y="1110348"/>
                  </a:lnTo>
                  <a:lnTo>
                    <a:pt x="281152" y="1102728"/>
                  </a:lnTo>
                  <a:lnTo>
                    <a:pt x="274345" y="1096378"/>
                  </a:lnTo>
                  <a:lnTo>
                    <a:pt x="266877" y="1090028"/>
                  </a:lnTo>
                  <a:lnTo>
                    <a:pt x="258813" y="1084948"/>
                  </a:lnTo>
                  <a:lnTo>
                    <a:pt x="265417" y="1077328"/>
                  </a:lnTo>
                  <a:lnTo>
                    <a:pt x="266661" y="1074788"/>
                  </a:lnTo>
                  <a:lnTo>
                    <a:pt x="270395" y="1067168"/>
                  </a:lnTo>
                  <a:lnTo>
                    <a:pt x="273532" y="1057008"/>
                  </a:lnTo>
                  <a:lnTo>
                    <a:pt x="274637" y="1045578"/>
                  </a:lnTo>
                  <a:lnTo>
                    <a:pt x="270179" y="1023988"/>
                  </a:lnTo>
                  <a:lnTo>
                    <a:pt x="265303" y="1016368"/>
                  </a:lnTo>
                  <a:lnTo>
                    <a:pt x="258000" y="1004938"/>
                  </a:lnTo>
                  <a:lnTo>
                    <a:pt x="246075" y="996594"/>
                  </a:lnTo>
                  <a:lnTo>
                    <a:pt x="246075" y="1045578"/>
                  </a:lnTo>
                  <a:lnTo>
                    <a:pt x="243827" y="1057008"/>
                  </a:lnTo>
                  <a:lnTo>
                    <a:pt x="237693" y="1065898"/>
                  </a:lnTo>
                  <a:lnTo>
                    <a:pt x="228600" y="1072248"/>
                  </a:lnTo>
                  <a:lnTo>
                    <a:pt x="217500" y="1074788"/>
                  </a:lnTo>
                  <a:lnTo>
                    <a:pt x="206387" y="1072248"/>
                  </a:lnTo>
                  <a:lnTo>
                    <a:pt x="197307" y="1065898"/>
                  </a:lnTo>
                  <a:lnTo>
                    <a:pt x="191185" y="1057008"/>
                  </a:lnTo>
                  <a:lnTo>
                    <a:pt x="188937" y="1045578"/>
                  </a:lnTo>
                  <a:lnTo>
                    <a:pt x="191223" y="1034148"/>
                  </a:lnTo>
                  <a:lnTo>
                    <a:pt x="197408" y="1025258"/>
                  </a:lnTo>
                  <a:lnTo>
                    <a:pt x="206502" y="1018908"/>
                  </a:lnTo>
                  <a:lnTo>
                    <a:pt x="217500" y="1016368"/>
                  </a:lnTo>
                  <a:lnTo>
                    <a:pt x="228498" y="1018908"/>
                  </a:lnTo>
                  <a:lnTo>
                    <a:pt x="237591" y="1025258"/>
                  </a:lnTo>
                  <a:lnTo>
                    <a:pt x="243789" y="1034148"/>
                  </a:lnTo>
                  <a:lnTo>
                    <a:pt x="246075" y="1045578"/>
                  </a:lnTo>
                  <a:lnTo>
                    <a:pt x="246075" y="996594"/>
                  </a:lnTo>
                  <a:lnTo>
                    <a:pt x="239852" y="992238"/>
                  </a:lnTo>
                  <a:lnTo>
                    <a:pt x="217500" y="988428"/>
                  </a:lnTo>
                  <a:lnTo>
                    <a:pt x="195148" y="992238"/>
                  </a:lnTo>
                  <a:lnTo>
                    <a:pt x="176999" y="1004938"/>
                  </a:lnTo>
                  <a:lnTo>
                    <a:pt x="164820" y="1023988"/>
                  </a:lnTo>
                  <a:lnTo>
                    <a:pt x="160375" y="1045578"/>
                  </a:lnTo>
                  <a:lnTo>
                    <a:pt x="161467" y="1057008"/>
                  </a:lnTo>
                  <a:lnTo>
                    <a:pt x="164604" y="1067168"/>
                  </a:lnTo>
                  <a:lnTo>
                    <a:pt x="169583" y="1077328"/>
                  </a:lnTo>
                  <a:lnTo>
                    <a:pt x="176187" y="1084948"/>
                  </a:lnTo>
                  <a:lnTo>
                    <a:pt x="168122" y="1090028"/>
                  </a:lnTo>
                  <a:lnTo>
                    <a:pt x="160642" y="1096378"/>
                  </a:lnTo>
                  <a:lnTo>
                    <a:pt x="153835" y="1102728"/>
                  </a:lnTo>
                  <a:lnTo>
                    <a:pt x="147789" y="1110348"/>
                  </a:lnTo>
                  <a:lnTo>
                    <a:pt x="128854" y="1115428"/>
                  </a:lnTo>
                  <a:lnTo>
                    <a:pt x="119926" y="1117968"/>
                  </a:lnTo>
                  <a:lnTo>
                    <a:pt x="111467" y="1123048"/>
                  </a:lnTo>
                  <a:lnTo>
                    <a:pt x="107543" y="1112888"/>
                  </a:lnTo>
                  <a:lnTo>
                    <a:pt x="85039" y="1088694"/>
                  </a:lnTo>
                  <a:lnTo>
                    <a:pt x="85039" y="1142098"/>
                  </a:lnTo>
                  <a:lnTo>
                    <a:pt x="85039" y="1321168"/>
                  </a:lnTo>
                  <a:lnTo>
                    <a:pt x="60223" y="1352918"/>
                  </a:lnTo>
                  <a:lnTo>
                    <a:pt x="49301" y="1351648"/>
                  </a:lnTo>
                  <a:lnTo>
                    <a:pt x="39458" y="1347838"/>
                  </a:lnTo>
                  <a:lnTo>
                    <a:pt x="31953" y="1338948"/>
                  </a:lnTo>
                  <a:lnTo>
                    <a:pt x="28346" y="1327518"/>
                  </a:lnTo>
                  <a:lnTo>
                    <a:pt x="29108" y="1317358"/>
                  </a:lnTo>
                  <a:lnTo>
                    <a:pt x="33909" y="1307198"/>
                  </a:lnTo>
                  <a:lnTo>
                    <a:pt x="42418" y="1299578"/>
                  </a:lnTo>
                  <a:lnTo>
                    <a:pt x="53162" y="1295768"/>
                  </a:lnTo>
                  <a:lnTo>
                    <a:pt x="64084" y="1297038"/>
                  </a:lnTo>
                  <a:lnTo>
                    <a:pt x="73926" y="1302118"/>
                  </a:lnTo>
                  <a:lnTo>
                    <a:pt x="81432" y="1309738"/>
                  </a:lnTo>
                  <a:lnTo>
                    <a:pt x="85039" y="1321168"/>
                  </a:lnTo>
                  <a:lnTo>
                    <a:pt x="85039" y="1142098"/>
                  </a:lnTo>
                  <a:lnTo>
                    <a:pt x="81432" y="1153528"/>
                  </a:lnTo>
                  <a:lnTo>
                    <a:pt x="73926" y="1161148"/>
                  </a:lnTo>
                  <a:lnTo>
                    <a:pt x="64084" y="1166228"/>
                  </a:lnTo>
                  <a:lnTo>
                    <a:pt x="53162" y="1167498"/>
                  </a:lnTo>
                  <a:lnTo>
                    <a:pt x="42418" y="1163688"/>
                  </a:lnTo>
                  <a:lnTo>
                    <a:pt x="33909" y="1156068"/>
                  </a:lnTo>
                  <a:lnTo>
                    <a:pt x="29108" y="1145908"/>
                  </a:lnTo>
                  <a:lnTo>
                    <a:pt x="28346" y="1135748"/>
                  </a:lnTo>
                  <a:lnTo>
                    <a:pt x="31953" y="1124318"/>
                  </a:lnTo>
                  <a:lnTo>
                    <a:pt x="39458" y="1116698"/>
                  </a:lnTo>
                  <a:lnTo>
                    <a:pt x="49301" y="1111618"/>
                  </a:lnTo>
                  <a:lnTo>
                    <a:pt x="60223" y="1110348"/>
                  </a:lnTo>
                  <a:lnTo>
                    <a:pt x="70980" y="1114158"/>
                  </a:lnTo>
                  <a:lnTo>
                    <a:pt x="79476" y="1121778"/>
                  </a:lnTo>
                  <a:lnTo>
                    <a:pt x="84264" y="1131938"/>
                  </a:lnTo>
                  <a:lnTo>
                    <a:pt x="84848" y="1139558"/>
                  </a:lnTo>
                  <a:lnTo>
                    <a:pt x="84937" y="1140828"/>
                  </a:lnTo>
                  <a:lnTo>
                    <a:pt x="85039" y="1142098"/>
                  </a:lnTo>
                  <a:lnTo>
                    <a:pt x="85039" y="1088694"/>
                  </a:lnTo>
                  <a:lnTo>
                    <a:pt x="63754" y="1082408"/>
                  </a:lnTo>
                  <a:lnTo>
                    <a:pt x="41910" y="1083678"/>
                  </a:lnTo>
                  <a:lnTo>
                    <a:pt x="22225" y="1093838"/>
                  </a:lnTo>
                  <a:lnTo>
                    <a:pt x="7226" y="1110348"/>
                  </a:lnTo>
                  <a:lnTo>
                    <a:pt x="0" y="1131938"/>
                  </a:lnTo>
                  <a:lnTo>
                    <a:pt x="1536" y="1153528"/>
                  </a:lnTo>
                  <a:lnTo>
                    <a:pt x="11137" y="1173848"/>
                  </a:lnTo>
                  <a:lnTo>
                    <a:pt x="28130" y="1187818"/>
                  </a:lnTo>
                  <a:lnTo>
                    <a:pt x="38061" y="1192898"/>
                  </a:lnTo>
                  <a:lnTo>
                    <a:pt x="48539" y="1195438"/>
                  </a:lnTo>
                  <a:lnTo>
                    <a:pt x="59334" y="1195438"/>
                  </a:lnTo>
                  <a:lnTo>
                    <a:pt x="70154" y="1194168"/>
                  </a:lnTo>
                  <a:lnTo>
                    <a:pt x="70497" y="1203058"/>
                  </a:lnTo>
                  <a:lnTo>
                    <a:pt x="70548" y="1204328"/>
                  </a:lnTo>
                  <a:lnTo>
                    <a:pt x="71996" y="1213218"/>
                  </a:lnTo>
                  <a:lnTo>
                    <a:pt x="74510" y="1222108"/>
                  </a:lnTo>
                  <a:lnTo>
                    <a:pt x="78079" y="1232268"/>
                  </a:lnTo>
                  <a:lnTo>
                    <a:pt x="74510" y="1241158"/>
                  </a:lnTo>
                  <a:lnTo>
                    <a:pt x="71996" y="1250048"/>
                  </a:lnTo>
                  <a:lnTo>
                    <a:pt x="70548" y="1258938"/>
                  </a:lnTo>
                  <a:lnTo>
                    <a:pt x="70205" y="1267828"/>
                  </a:lnTo>
                  <a:lnTo>
                    <a:pt x="70154" y="1269098"/>
                  </a:lnTo>
                  <a:lnTo>
                    <a:pt x="59626" y="1267828"/>
                  </a:lnTo>
                  <a:lnTo>
                    <a:pt x="48933" y="1267828"/>
                  </a:lnTo>
                  <a:lnTo>
                    <a:pt x="11137" y="1290688"/>
                  </a:lnTo>
                  <a:lnTo>
                    <a:pt x="88" y="1330058"/>
                  </a:lnTo>
                  <a:lnTo>
                    <a:pt x="0" y="1331328"/>
                  </a:lnTo>
                  <a:lnTo>
                    <a:pt x="7226" y="1352918"/>
                  </a:lnTo>
                  <a:lnTo>
                    <a:pt x="22199" y="1370698"/>
                  </a:lnTo>
                  <a:lnTo>
                    <a:pt x="41859" y="1379588"/>
                  </a:lnTo>
                  <a:lnTo>
                    <a:pt x="63715" y="1380858"/>
                  </a:lnTo>
                  <a:lnTo>
                    <a:pt x="85267" y="1374508"/>
                  </a:lnTo>
                  <a:lnTo>
                    <a:pt x="111467" y="1340218"/>
                  </a:lnTo>
                  <a:lnTo>
                    <a:pt x="119926" y="1345298"/>
                  </a:lnTo>
                  <a:lnTo>
                    <a:pt x="128854" y="1349108"/>
                  </a:lnTo>
                  <a:lnTo>
                    <a:pt x="138163" y="1351648"/>
                  </a:lnTo>
                  <a:lnTo>
                    <a:pt x="147789" y="1352918"/>
                  </a:lnTo>
                  <a:lnTo>
                    <a:pt x="153835" y="1360538"/>
                  </a:lnTo>
                  <a:lnTo>
                    <a:pt x="160642" y="1366888"/>
                  </a:lnTo>
                  <a:lnTo>
                    <a:pt x="168122" y="1373238"/>
                  </a:lnTo>
                  <a:lnTo>
                    <a:pt x="176187" y="1378318"/>
                  </a:lnTo>
                  <a:lnTo>
                    <a:pt x="169583" y="1385938"/>
                  </a:lnTo>
                  <a:lnTo>
                    <a:pt x="164604" y="1396098"/>
                  </a:lnTo>
                  <a:lnTo>
                    <a:pt x="161467" y="1406258"/>
                  </a:lnTo>
                  <a:lnTo>
                    <a:pt x="160375" y="1417688"/>
                  </a:lnTo>
                  <a:lnTo>
                    <a:pt x="164820" y="1439278"/>
                  </a:lnTo>
                  <a:lnTo>
                    <a:pt x="176999" y="1458328"/>
                  </a:lnTo>
                  <a:lnTo>
                    <a:pt x="195148" y="1471028"/>
                  </a:lnTo>
                  <a:lnTo>
                    <a:pt x="217500" y="1474838"/>
                  </a:lnTo>
                  <a:lnTo>
                    <a:pt x="239852" y="1471028"/>
                  </a:lnTo>
                  <a:lnTo>
                    <a:pt x="258000" y="1458328"/>
                  </a:lnTo>
                  <a:lnTo>
                    <a:pt x="265303" y="1446898"/>
                  </a:lnTo>
                  <a:lnTo>
                    <a:pt x="270179" y="1439278"/>
                  </a:lnTo>
                  <a:lnTo>
                    <a:pt x="274637" y="1417688"/>
                  </a:lnTo>
                  <a:lnTo>
                    <a:pt x="273532" y="1406258"/>
                  </a:lnTo>
                  <a:lnTo>
                    <a:pt x="270395" y="1396098"/>
                  </a:lnTo>
                  <a:lnTo>
                    <a:pt x="266661" y="1388478"/>
                  </a:lnTo>
                  <a:lnTo>
                    <a:pt x="265417" y="1385938"/>
                  </a:lnTo>
                  <a:lnTo>
                    <a:pt x="258813" y="1378318"/>
                  </a:lnTo>
                  <a:lnTo>
                    <a:pt x="266877" y="1373238"/>
                  </a:lnTo>
                  <a:lnTo>
                    <a:pt x="274345" y="1366888"/>
                  </a:lnTo>
                  <a:lnTo>
                    <a:pt x="281152" y="1360538"/>
                  </a:lnTo>
                  <a:lnTo>
                    <a:pt x="287210" y="1352918"/>
                  </a:lnTo>
                  <a:lnTo>
                    <a:pt x="296824" y="1351648"/>
                  </a:lnTo>
                  <a:lnTo>
                    <a:pt x="306133" y="1349108"/>
                  </a:lnTo>
                  <a:lnTo>
                    <a:pt x="315061" y="1345298"/>
                  </a:lnTo>
                  <a:lnTo>
                    <a:pt x="323532" y="1340218"/>
                  </a:lnTo>
                  <a:lnTo>
                    <a:pt x="327444" y="1350378"/>
                  </a:lnTo>
                  <a:lnTo>
                    <a:pt x="333171" y="1359268"/>
                  </a:lnTo>
                  <a:lnTo>
                    <a:pt x="340626" y="1366888"/>
                  </a:lnTo>
                  <a:lnTo>
                    <a:pt x="349745" y="1374508"/>
                  </a:lnTo>
                  <a:lnTo>
                    <a:pt x="371271" y="1380858"/>
                  </a:lnTo>
                  <a:lnTo>
                    <a:pt x="393128" y="1379588"/>
                  </a:lnTo>
                  <a:lnTo>
                    <a:pt x="412788" y="1370698"/>
                  </a:lnTo>
                  <a:lnTo>
                    <a:pt x="427786" y="1352918"/>
                  </a:lnTo>
                  <a:lnTo>
                    <a:pt x="435000" y="1331328"/>
                  </a:lnTo>
                  <a:lnTo>
                    <a:pt x="433463" y="1309738"/>
                  </a:lnTo>
                  <a:lnTo>
                    <a:pt x="426427" y="1295768"/>
                  </a:lnTo>
                  <a:lnTo>
                    <a:pt x="423862" y="1290688"/>
                  </a:lnTo>
                  <a:lnTo>
                    <a:pt x="406869" y="1275448"/>
                  </a:lnTo>
                  <a:lnTo>
                    <a:pt x="406654" y="1275346"/>
                  </a:lnTo>
                  <a:lnTo>
                    <a:pt x="406654" y="1327518"/>
                  </a:lnTo>
                  <a:lnTo>
                    <a:pt x="403047" y="1338948"/>
                  </a:lnTo>
                  <a:lnTo>
                    <a:pt x="395541" y="1347838"/>
                  </a:lnTo>
                  <a:lnTo>
                    <a:pt x="385699" y="1351648"/>
                  </a:lnTo>
                  <a:lnTo>
                    <a:pt x="374777" y="1352918"/>
                  </a:lnTo>
                  <a:lnTo>
                    <a:pt x="364020" y="1349108"/>
                  </a:lnTo>
                  <a:lnTo>
                    <a:pt x="355523" y="1341488"/>
                  </a:lnTo>
                  <a:lnTo>
                    <a:pt x="354926" y="1340218"/>
                  </a:lnTo>
                  <a:lnTo>
                    <a:pt x="350723" y="1331328"/>
                  </a:lnTo>
                  <a:lnTo>
                    <a:pt x="350151" y="1323708"/>
                  </a:lnTo>
                  <a:lnTo>
                    <a:pt x="350050" y="1322438"/>
                  </a:lnTo>
                  <a:lnTo>
                    <a:pt x="349961" y="1321168"/>
                  </a:lnTo>
                  <a:lnTo>
                    <a:pt x="353568" y="1309738"/>
                  </a:lnTo>
                  <a:lnTo>
                    <a:pt x="361048" y="1302118"/>
                  </a:lnTo>
                  <a:lnTo>
                    <a:pt x="370878" y="1297038"/>
                  </a:lnTo>
                  <a:lnTo>
                    <a:pt x="381812" y="1295768"/>
                  </a:lnTo>
                  <a:lnTo>
                    <a:pt x="392595" y="1299578"/>
                  </a:lnTo>
                  <a:lnTo>
                    <a:pt x="401078" y="1307198"/>
                  </a:lnTo>
                  <a:lnTo>
                    <a:pt x="405879" y="1317358"/>
                  </a:lnTo>
                  <a:lnTo>
                    <a:pt x="406654" y="1327518"/>
                  </a:lnTo>
                  <a:lnTo>
                    <a:pt x="406654" y="1275346"/>
                  </a:lnTo>
                  <a:lnTo>
                    <a:pt x="396659" y="1270368"/>
                  </a:lnTo>
                  <a:lnTo>
                    <a:pt x="391363" y="1269098"/>
                  </a:lnTo>
                  <a:lnTo>
                    <a:pt x="386067" y="1267828"/>
                  </a:lnTo>
                  <a:lnTo>
                    <a:pt x="375361" y="1267828"/>
                  </a:lnTo>
                  <a:lnTo>
                    <a:pt x="364845" y="1269098"/>
                  </a:lnTo>
                  <a:lnTo>
                    <a:pt x="364451" y="1258938"/>
                  </a:lnTo>
                  <a:lnTo>
                    <a:pt x="362991" y="1250048"/>
                  </a:lnTo>
                  <a:lnTo>
                    <a:pt x="360489" y="1241158"/>
                  </a:lnTo>
                  <a:lnTo>
                    <a:pt x="356920" y="1232268"/>
                  </a:lnTo>
                  <a:lnTo>
                    <a:pt x="360476" y="1222108"/>
                  </a:lnTo>
                  <a:lnTo>
                    <a:pt x="362991" y="1213218"/>
                  </a:lnTo>
                  <a:lnTo>
                    <a:pt x="364439" y="1204328"/>
                  </a:lnTo>
                  <a:lnTo>
                    <a:pt x="364794" y="1195438"/>
                  </a:lnTo>
                  <a:lnTo>
                    <a:pt x="364845" y="1194168"/>
                  </a:lnTo>
                  <a:lnTo>
                    <a:pt x="375653" y="1195438"/>
                  </a:lnTo>
                  <a:lnTo>
                    <a:pt x="386435" y="1195438"/>
                  </a:lnTo>
                  <a:lnTo>
                    <a:pt x="391680" y="1194168"/>
                  </a:lnTo>
                  <a:lnTo>
                    <a:pt x="396925" y="1192898"/>
                  </a:lnTo>
                  <a:lnTo>
                    <a:pt x="406869" y="1187818"/>
                  </a:lnTo>
                  <a:lnTo>
                    <a:pt x="423862" y="1173848"/>
                  </a:lnTo>
                  <a:lnTo>
                    <a:pt x="426859" y="1167498"/>
                  </a:lnTo>
                  <a:lnTo>
                    <a:pt x="433463" y="1153528"/>
                  </a:lnTo>
                  <a:lnTo>
                    <a:pt x="434911" y="1133208"/>
                  </a:lnTo>
                  <a:lnTo>
                    <a:pt x="435000" y="1131938"/>
                  </a:lnTo>
                  <a:close/>
                </a:path>
              </a:pathLst>
            </a:custGeom>
            <a:solidFill>
              <a:srgbClr val="D1E3F2"/>
            </a:solidFill>
          </p:spPr>
          <p:txBody>
            <a:bodyPr wrap="square" lIns="0" tIns="0" rIns="0" bIns="0" rtlCol="0"/>
            <a:lstStyle/>
            <a:p>
              <a:endParaRPr/>
            </a:p>
          </p:txBody>
        </p:sp>
        <p:pic>
          <p:nvPicPr>
            <p:cNvPr id="31" name="object 31"/>
            <p:cNvPicPr/>
            <p:nvPr/>
          </p:nvPicPr>
          <p:blipFill>
            <a:blip r:embed="rId5" cstate="print"/>
            <a:stretch>
              <a:fillRect/>
            </a:stretch>
          </p:blipFill>
          <p:spPr>
            <a:xfrm>
              <a:off x="7814905" y="5348128"/>
              <a:ext cx="164934" cy="142836"/>
            </a:xfrm>
            <a:prstGeom prst="rect">
              <a:avLst/>
            </a:prstGeom>
          </p:spPr>
        </p:pic>
        <p:sp>
          <p:nvSpPr>
            <p:cNvPr id="32" name="object 32"/>
            <p:cNvSpPr/>
            <p:nvPr/>
          </p:nvSpPr>
          <p:spPr>
            <a:xfrm>
              <a:off x="7679877" y="6190055"/>
              <a:ext cx="435609" cy="486409"/>
            </a:xfrm>
            <a:custGeom>
              <a:avLst/>
              <a:gdLst/>
              <a:ahLst/>
              <a:cxnLst/>
              <a:rect l="l" t="t" r="r" b="b"/>
              <a:pathLst>
                <a:path w="435609" h="486409">
                  <a:moveTo>
                    <a:pt x="175130" y="351789"/>
                  </a:moveTo>
                  <a:lnTo>
                    <a:pt x="111460" y="351789"/>
                  </a:lnTo>
                  <a:lnTo>
                    <a:pt x="119921" y="356869"/>
                  </a:lnTo>
                  <a:lnTo>
                    <a:pt x="128850" y="360679"/>
                  </a:lnTo>
                  <a:lnTo>
                    <a:pt x="138163" y="363219"/>
                  </a:lnTo>
                  <a:lnTo>
                    <a:pt x="147782" y="364489"/>
                  </a:lnTo>
                  <a:lnTo>
                    <a:pt x="153834" y="372109"/>
                  </a:lnTo>
                  <a:lnTo>
                    <a:pt x="160638" y="378459"/>
                  </a:lnTo>
                  <a:lnTo>
                    <a:pt x="168113" y="384809"/>
                  </a:lnTo>
                  <a:lnTo>
                    <a:pt x="176179" y="389889"/>
                  </a:lnTo>
                  <a:lnTo>
                    <a:pt x="169578" y="397509"/>
                  </a:lnTo>
                  <a:lnTo>
                    <a:pt x="164602" y="407669"/>
                  </a:lnTo>
                  <a:lnTo>
                    <a:pt x="161461" y="417829"/>
                  </a:lnTo>
                  <a:lnTo>
                    <a:pt x="160368" y="429259"/>
                  </a:lnTo>
                  <a:lnTo>
                    <a:pt x="164820" y="450849"/>
                  </a:lnTo>
                  <a:lnTo>
                    <a:pt x="177000" y="469899"/>
                  </a:lnTo>
                  <a:lnTo>
                    <a:pt x="195145" y="482599"/>
                  </a:lnTo>
                  <a:lnTo>
                    <a:pt x="217492" y="486409"/>
                  </a:lnTo>
                  <a:lnTo>
                    <a:pt x="239847" y="482599"/>
                  </a:lnTo>
                  <a:lnTo>
                    <a:pt x="257996" y="469899"/>
                  </a:lnTo>
                  <a:lnTo>
                    <a:pt x="265305" y="458469"/>
                  </a:lnTo>
                  <a:lnTo>
                    <a:pt x="217492" y="458469"/>
                  </a:lnTo>
                  <a:lnTo>
                    <a:pt x="206498" y="455929"/>
                  </a:lnTo>
                  <a:lnTo>
                    <a:pt x="197406" y="449579"/>
                  </a:lnTo>
                  <a:lnTo>
                    <a:pt x="191216" y="440689"/>
                  </a:lnTo>
                  <a:lnTo>
                    <a:pt x="188930" y="429259"/>
                  </a:lnTo>
                  <a:lnTo>
                    <a:pt x="191178" y="417829"/>
                  </a:lnTo>
                  <a:lnTo>
                    <a:pt x="197306" y="408939"/>
                  </a:lnTo>
                  <a:lnTo>
                    <a:pt x="206386" y="402589"/>
                  </a:lnTo>
                  <a:lnTo>
                    <a:pt x="217492" y="400049"/>
                  </a:lnTo>
                  <a:lnTo>
                    <a:pt x="266654" y="400049"/>
                  </a:lnTo>
                  <a:lnTo>
                    <a:pt x="265409" y="397509"/>
                  </a:lnTo>
                  <a:lnTo>
                    <a:pt x="258805" y="389889"/>
                  </a:lnTo>
                  <a:lnTo>
                    <a:pt x="266872" y="384809"/>
                  </a:lnTo>
                  <a:lnTo>
                    <a:pt x="274347" y="378459"/>
                  </a:lnTo>
                  <a:lnTo>
                    <a:pt x="281151" y="372109"/>
                  </a:lnTo>
                  <a:lnTo>
                    <a:pt x="217492" y="372109"/>
                  </a:lnTo>
                  <a:lnTo>
                    <a:pt x="193144" y="367029"/>
                  </a:lnTo>
                  <a:lnTo>
                    <a:pt x="176983" y="354329"/>
                  </a:lnTo>
                  <a:lnTo>
                    <a:pt x="175130" y="351789"/>
                  </a:lnTo>
                  <a:close/>
                </a:path>
                <a:path w="435609" h="486409">
                  <a:moveTo>
                    <a:pt x="266654" y="400049"/>
                  </a:moveTo>
                  <a:lnTo>
                    <a:pt x="217492" y="400049"/>
                  </a:lnTo>
                  <a:lnTo>
                    <a:pt x="228601" y="402589"/>
                  </a:lnTo>
                  <a:lnTo>
                    <a:pt x="237685" y="408939"/>
                  </a:lnTo>
                  <a:lnTo>
                    <a:pt x="243817" y="417829"/>
                  </a:lnTo>
                  <a:lnTo>
                    <a:pt x="246067" y="429259"/>
                  </a:lnTo>
                  <a:lnTo>
                    <a:pt x="243780" y="440689"/>
                  </a:lnTo>
                  <a:lnTo>
                    <a:pt x="237585" y="449579"/>
                  </a:lnTo>
                  <a:lnTo>
                    <a:pt x="228488" y="455929"/>
                  </a:lnTo>
                  <a:lnTo>
                    <a:pt x="217492" y="458469"/>
                  </a:lnTo>
                  <a:lnTo>
                    <a:pt x="265305" y="458469"/>
                  </a:lnTo>
                  <a:lnTo>
                    <a:pt x="270178" y="450849"/>
                  </a:lnTo>
                  <a:lnTo>
                    <a:pt x="274630" y="429259"/>
                  </a:lnTo>
                  <a:lnTo>
                    <a:pt x="273534" y="417829"/>
                  </a:lnTo>
                  <a:lnTo>
                    <a:pt x="270389" y="407669"/>
                  </a:lnTo>
                  <a:lnTo>
                    <a:pt x="266654" y="400049"/>
                  </a:lnTo>
                  <a:close/>
                </a:path>
                <a:path w="435609" h="486409">
                  <a:moveTo>
                    <a:pt x="59627" y="279399"/>
                  </a:moveTo>
                  <a:lnTo>
                    <a:pt x="48925" y="279399"/>
                  </a:lnTo>
                  <a:lnTo>
                    <a:pt x="38329" y="281939"/>
                  </a:lnTo>
                  <a:lnTo>
                    <a:pt x="1530" y="321309"/>
                  </a:lnTo>
                  <a:lnTo>
                    <a:pt x="0" y="342899"/>
                  </a:lnTo>
                  <a:lnTo>
                    <a:pt x="7218" y="364489"/>
                  </a:lnTo>
                  <a:lnTo>
                    <a:pt x="22193" y="382269"/>
                  </a:lnTo>
                  <a:lnTo>
                    <a:pt x="41853" y="391159"/>
                  </a:lnTo>
                  <a:lnTo>
                    <a:pt x="63706" y="392429"/>
                  </a:lnTo>
                  <a:lnTo>
                    <a:pt x="85260" y="386079"/>
                  </a:lnTo>
                  <a:lnTo>
                    <a:pt x="94370" y="378459"/>
                  </a:lnTo>
                  <a:lnTo>
                    <a:pt x="101822" y="370839"/>
                  </a:lnTo>
                  <a:lnTo>
                    <a:pt x="105909" y="364489"/>
                  </a:lnTo>
                  <a:lnTo>
                    <a:pt x="60215" y="364489"/>
                  </a:lnTo>
                  <a:lnTo>
                    <a:pt x="49292" y="363219"/>
                  </a:lnTo>
                  <a:lnTo>
                    <a:pt x="39452" y="359409"/>
                  </a:lnTo>
                  <a:lnTo>
                    <a:pt x="31945" y="350519"/>
                  </a:lnTo>
                  <a:lnTo>
                    <a:pt x="28339" y="339089"/>
                  </a:lnTo>
                  <a:lnTo>
                    <a:pt x="29105" y="328929"/>
                  </a:lnTo>
                  <a:lnTo>
                    <a:pt x="33908" y="318769"/>
                  </a:lnTo>
                  <a:lnTo>
                    <a:pt x="42410" y="311149"/>
                  </a:lnTo>
                  <a:lnTo>
                    <a:pt x="53153" y="307339"/>
                  </a:lnTo>
                  <a:lnTo>
                    <a:pt x="106177" y="307339"/>
                  </a:lnTo>
                  <a:lnTo>
                    <a:pt x="100431" y="293369"/>
                  </a:lnTo>
                  <a:lnTo>
                    <a:pt x="98750" y="280669"/>
                  </a:lnTo>
                  <a:lnTo>
                    <a:pt x="70147" y="280669"/>
                  </a:lnTo>
                  <a:lnTo>
                    <a:pt x="59627" y="279399"/>
                  </a:lnTo>
                  <a:close/>
                </a:path>
                <a:path w="435609" h="486409">
                  <a:moveTo>
                    <a:pt x="354923" y="351789"/>
                  </a:moveTo>
                  <a:lnTo>
                    <a:pt x="323525" y="351789"/>
                  </a:lnTo>
                  <a:lnTo>
                    <a:pt x="327444" y="361949"/>
                  </a:lnTo>
                  <a:lnTo>
                    <a:pt x="333169" y="370839"/>
                  </a:lnTo>
                  <a:lnTo>
                    <a:pt x="340625" y="378459"/>
                  </a:lnTo>
                  <a:lnTo>
                    <a:pt x="349737" y="386079"/>
                  </a:lnTo>
                  <a:lnTo>
                    <a:pt x="371272" y="392429"/>
                  </a:lnTo>
                  <a:lnTo>
                    <a:pt x="393121" y="391159"/>
                  </a:lnTo>
                  <a:lnTo>
                    <a:pt x="412788" y="382269"/>
                  </a:lnTo>
                  <a:lnTo>
                    <a:pt x="427779" y="364489"/>
                  </a:lnTo>
                  <a:lnTo>
                    <a:pt x="374770" y="364489"/>
                  </a:lnTo>
                  <a:lnTo>
                    <a:pt x="364012" y="360679"/>
                  </a:lnTo>
                  <a:lnTo>
                    <a:pt x="355523" y="353059"/>
                  </a:lnTo>
                  <a:lnTo>
                    <a:pt x="354923" y="351789"/>
                  </a:lnTo>
                  <a:close/>
                </a:path>
                <a:path w="435609" h="486409">
                  <a:moveTo>
                    <a:pt x="281151" y="114299"/>
                  </a:moveTo>
                  <a:lnTo>
                    <a:pt x="217492" y="114299"/>
                  </a:lnTo>
                  <a:lnTo>
                    <a:pt x="241841" y="120649"/>
                  </a:lnTo>
                  <a:lnTo>
                    <a:pt x="258004" y="132079"/>
                  </a:lnTo>
                  <a:lnTo>
                    <a:pt x="267268" y="144779"/>
                  </a:lnTo>
                  <a:lnTo>
                    <a:pt x="270921" y="151129"/>
                  </a:lnTo>
                  <a:lnTo>
                    <a:pt x="278405" y="151129"/>
                  </a:lnTo>
                  <a:lnTo>
                    <a:pt x="293656" y="152399"/>
                  </a:lnTo>
                  <a:lnTo>
                    <a:pt x="312014" y="160019"/>
                  </a:lnTo>
                  <a:lnTo>
                    <a:pt x="328821" y="179069"/>
                  </a:lnTo>
                  <a:lnTo>
                    <a:pt x="336348" y="203199"/>
                  </a:lnTo>
                  <a:lnTo>
                    <a:pt x="334077" y="222249"/>
                  </a:lnTo>
                  <a:lnTo>
                    <a:pt x="328060" y="237489"/>
                  </a:lnTo>
                  <a:lnTo>
                    <a:pt x="324337" y="243839"/>
                  </a:lnTo>
                  <a:lnTo>
                    <a:pt x="328065" y="250189"/>
                  </a:lnTo>
                  <a:lnTo>
                    <a:pt x="334080" y="264159"/>
                  </a:lnTo>
                  <a:lnTo>
                    <a:pt x="336344" y="283209"/>
                  </a:lnTo>
                  <a:lnTo>
                    <a:pt x="328821" y="307339"/>
                  </a:lnTo>
                  <a:lnTo>
                    <a:pt x="312016" y="326389"/>
                  </a:lnTo>
                  <a:lnTo>
                    <a:pt x="293594" y="334009"/>
                  </a:lnTo>
                  <a:lnTo>
                    <a:pt x="278311" y="335279"/>
                  </a:lnTo>
                  <a:lnTo>
                    <a:pt x="270921" y="335279"/>
                  </a:lnTo>
                  <a:lnTo>
                    <a:pt x="267270" y="341629"/>
                  </a:lnTo>
                  <a:lnTo>
                    <a:pt x="258009" y="354329"/>
                  </a:lnTo>
                  <a:lnTo>
                    <a:pt x="241846" y="367029"/>
                  </a:lnTo>
                  <a:lnTo>
                    <a:pt x="217492" y="372109"/>
                  </a:lnTo>
                  <a:lnTo>
                    <a:pt x="281151" y="372109"/>
                  </a:lnTo>
                  <a:lnTo>
                    <a:pt x="287203" y="364489"/>
                  </a:lnTo>
                  <a:lnTo>
                    <a:pt x="296821" y="363219"/>
                  </a:lnTo>
                  <a:lnTo>
                    <a:pt x="306135" y="360679"/>
                  </a:lnTo>
                  <a:lnTo>
                    <a:pt x="315063" y="356869"/>
                  </a:lnTo>
                  <a:lnTo>
                    <a:pt x="323525" y="351789"/>
                  </a:lnTo>
                  <a:lnTo>
                    <a:pt x="354923" y="351789"/>
                  </a:lnTo>
                  <a:lnTo>
                    <a:pt x="350723" y="342899"/>
                  </a:lnTo>
                  <a:lnTo>
                    <a:pt x="350147" y="335279"/>
                  </a:lnTo>
                  <a:lnTo>
                    <a:pt x="350051" y="334009"/>
                  </a:lnTo>
                  <a:lnTo>
                    <a:pt x="381812" y="307339"/>
                  </a:lnTo>
                  <a:lnTo>
                    <a:pt x="426419" y="307339"/>
                  </a:lnTo>
                  <a:lnTo>
                    <a:pt x="423859" y="302259"/>
                  </a:lnTo>
                  <a:lnTo>
                    <a:pt x="406862" y="287019"/>
                  </a:lnTo>
                  <a:lnTo>
                    <a:pt x="396656" y="281939"/>
                  </a:lnTo>
                  <a:lnTo>
                    <a:pt x="391358" y="280669"/>
                  </a:lnTo>
                  <a:lnTo>
                    <a:pt x="364838" y="280669"/>
                  </a:lnTo>
                  <a:lnTo>
                    <a:pt x="364442" y="270509"/>
                  </a:lnTo>
                  <a:lnTo>
                    <a:pt x="362990" y="261619"/>
                  </a:lnTo>
                  <a:lnTo>
                    <a:pt x="360480" y="252729"/>
                  </a:lnTo>
                  <a:lnTo>
                    <a:pt x="356913" y="243839"/>
                  </a:lnTo>
                  <a:lnTo>
                    <a:pt x="360478" y="233679"/>
                  </a:lnTo>
                  <a:lnTo>
                    <a:pt x="362985" y="224789"/>
                  </a:lnTo>
                  <a:lnTo>
                    <a:pt x="364437" y="215899"/>
                  </a:lnTo>
                  <a:lnTo>
                    <a:pt x="364788" y="207009"/>
                  </a:lnTo>
                  <a:lnTo>
                    <a:pt x="364838" y="205739"/>
                  </a:lnTo>
                  <a:lnTo>
                    <a:pt x="391672" y="205739"/>
                  </a:lnTo>
                  <a:lnTo>
                    <a:pt x="396919" y="204469"/>
                  </a:lnTo>
                  <a:lnTo>
                    <a:pt x="406862" y="199389"/>
                  </a:lnTo>
                  <a:lnTo>
                    <a:pt x="423859" y="185419"/>
                  </a:lnTo>
                  <a:lnTo>
                    <a:pt x="426859" y="179069"/>
                  </a:lnTo>
                  <a:lnTo>
                    <a:pt x="381844" y="179069"/>
                  </a:lnTo>
                  <a:lnTo>
                    <a:pt x="370916" y="177799"/>
                  </a:lnTo>
                  <a:lnTo>
                    <a:pt x="361067" y="172719"/>
                  </a:lnTo>
                  <a:lnTo>
                    <a:pt x="353560" y="165099"/>
                  </a:lnTo>
                  <a:lnTo>
                    <a:pt x="349955" y="153669"/>
                  </a:lnTo>
                  <a:lnTo>
                    <a:pt x="350627" y="144779"/>
                  </a:lnTo>
                  <a:lnTo>
                    <a:pt x="350723" y="143509"/>
                  </a:lnTo>
                  <a:lnTo>
                    <a:pt x="354923" y="134619"/>
                  </a:lnTo>
                  <a:lnTo>
                    <a:pt x="323525" y="134619"/>
                  </a:lnTo>
                  <a:lnTo>
                    <a:pt x="315063" y="129539"/>
                  </a:lnTo>
                  <a:lnTo>
                    <a:pt x="306135" y="126999"/>
                  </a:lnTo>
                  <a:lnTo>
                    <a:pt x="287203" y="121919"/>
                  </a:lnTo>
                  <a:lnTo>
                    <a:pt x="281151" y="114299"/>
                  </a:lnTo>
                  <a:close/>
                </a:path>
                <a:path w="435609" h="486409">
                  <a:moveTo>
                    <a:pt x="106177" y="307339"/>
                  </a:moveTo>
                  <a:lnTo>
                    <a:pt x="53153" y="307339"/>
                  </a:lnTo>
                  <a:lnTo>
                    <a:pt x="64080" y="308609"/>
                  </a:lnTo>
                  <a:lnTo>
                    <a:pt x="73925" y="313689"/>
                  </a:lnTo>
                  <a:lnTo>
                    <a:pt x="81425" y="321309"/>
                  </a:lnTo>
                  <a:lnTo>
                    <a:pt x="85031" y="332739"/>
                  </a:lnTo>
                  <a:lnTo>
                    <a:pt x="84362" y="341629"/>
                  </a:lnTo>
                  <a:lnTo>
                    <a:pt x="84266" y="342899"/>
                  </a:lnTo>
                  <a:lnTo>
                    <a:pt x="79467" y="353059"/>
                  </a:lnTo>
                  <a:lnTo>
                    <a:pt x="70972" y="360679"/>
                  </a:lnTo>
                  <a:lnTo>
                    <a:pt x="60215" y="364489"/>
                  </a:lnTo>
                  <a:lnTo>
                    <a:pt x="105909" y="364489"/>
                  </a:lnTo>
                  <a:lnTo>
                    <a:pt x="107543" y="361949"/>
                  </a:lnTo>
                  <a:lnTo>
                    <a:pt x="111460" y="351789"/>
                  </a:lnTo>
                  <a:lnTo>
                    <a:pt x="175130" y="351789"/>
                  </a:lnTo>
                  <a:lnTo>
                    <a:pt x="167722" y="341629"/>
                  </a:lnTo>
                  <a:lnTo>
                    <a:pt x="164076" y="335279"/>
                  </a:lnTo>
                  <a:lnTo>
                    <a:pt x="156585" y="335279"/>
                  </a:lnTo>
                  <a:lnTo>
                    <a:pt x="141332" y="334009"/>
                  </a:lnTo>
                  <a:lnTo>
                    <a:pt x="122976" y="326389"/>
                  </a:lnTo>
                  <a:lnTo>
                    <a:pt x="106177" y="307339"/>
                  </a:lnTo>
                  <a:close/>
                </a:path>
                <a:path w="435609" h="486409">
                  <a:moveTo>
                    <a:pt x="426419" y="307339"/>
                  </a:moveTo>
                  <a:lnTo>
                    <a:pt x="381812" y="307339"/>
                  </a:lnTo>
                  <a:lnTo>
                    <a:pt x="392587" y="311149"/>
                  </a:lnTo>
                  <a:lnTo>
                    <a:pt x="401077" y="318769"/>
                  </a:lnTo>
                  <a:lnTo>
                    <a:pt x="405876" y="328929"/>
                  </a:lnTo>
                  <a:lnTo>
                    <a:pt x="406644" y="339089"/>
                  </a:lnTo>
                  <a:lnTo>
                    <a:pt x="403039" y="350519"/>
                  </a:lnTo>
                  <a:lnTo>
                    <a:pt x="395532" y="359409"/>
                  </a:lnTo>
                  <a:lnTo>
                    <a:pt x="385693" y="363219"/>
                  </a:lnTo>
                  <a:lnTo>
                    <a:pt x="374770" y="364489"/>
                  </a:lnTo>
                  <a:lnTo>
                    <a:pt x="427779" y="364489"/>
                  </a:lnTo>
                  <a:lnTo>
                    <a:pt x="434992" y="342899"/>
                  </a:lnTo>
                  <a:lnTo>
                    <a:pt x="433461" y="321309"/>
                  </a:lnTo>
                  <a:lnTo>
                    <a:pt x="426419" y="307339"/>
                  </a:lnTo>
                  <a:close/>
                </a:path>
                <a:path w="435609" h="486409">
                  <a:moveTo>
                    <a:pt x="99333" y="205739"/>
                  </a:moveTo>
                  <a:lnTo>
                    <a:pt x="70147" y="205739"/>
                  </a:lnTo>
                  <a:lnTo>
                    <a:pt x="70493" y="214629"/>
                  </a:lnTo>
                  <a:lnTo>
                    <a:pt x="70542" y="215899"/>
                  </a:lnTo>
                  <a:lnTo>
                    <a:pt x="71995" y="224789"/>
                  </a:lnTo>
                  <a:lnTo>
                    <a:pt x="74505" y="233679"/>
                  </a:lnTo>
                  <a:lnTo>
                    <a:pt x="78072" y="243839"/>
                  </a:lnTo>
                  <a:lnTo>
                    <a:pt x="74505" y="252729"/>
                  </a:lnTo>
                  <a:lnTo>
                    <a:pt x="71995" y="261619"/>
                  </a:lnTo>
                  <a:lnTo>
                    <a:pt x="70542" y="270509"/>
                  </a:lnTo>
                  <a:lnTo>
                    <a:pt x="70196" y="279399"/>
                  </a:lnTo>
                  <a:lnTo>
                    <a:pt x="70147" y="280669"/>
                  </a:lnTo>
                  <a:lnTo>
                    <a:pt x="98750" y="280669"/>
                  </a:lnTo>
                  <a:lnTo>
                    <a:pt x="98582" y="279399"/>
                  </a:lnTo>
                  <a:lnTo>
                    <a:pt x="100610" y="264159"/>
                  </a:lnTo>
                  <a:lnTo>
                    <a:pt x="106507" y="250189"/>
                  </a:lnTo>
                  <a:lnTo>
                    <a:pt x="110660" y="243839"/>
                  </a:lnTo>
                  <a:lnTo>
                    <a:pt x="106507" y="236219"/>
                  </a:lnTo>
                  <a:lnTo>
                    <a:pt x="98999" y="214629"/>
                  </a:lnTo>
                  <a:lnTo>
                    <a:pt x="99286" y="207009"/>
                  </a:lnTo>
                  <a:lnTo>
                    <a:pt x="99333" y="205739"/>
                  </a:lnTo>
                  <a:close/>
                </a:path>
                <a:path w="435609" h="486409">
                  <a:moveTo>
                    <a:pt x="386059" y="279399"/>
                  </a:moveTo>
                  <a:lnTo>
                    <a:pt x="375358" y="279399"/>
                  </a:lnTo>
                  <a:lnTo>
                    <a:pt x="364838" y="280669"/>
                  </a:lnTo>
                  <a:lnTo>
                    <a:pt x="391358" y="280669"/>
                  </a:lnTo>
                  <a:lnTo>
                    <a:pt x="386059" y="279399"/>
                  </a:lnTo>
                  <a:close/>
                </a:path>
                <a:path w="435609" h="486409">
                  <a:moveTo>
                    <a:pt x="63745" y="93979"/>
                  </a:moveTo>
                  <a:lnTo>
                    <a:pt x="41901" y="95249"/>
                  </a:lnTo>
                  <a:lnTo>
                    <a:pt x="22225" y="105409"/>
                  </a:lnTo>
                  <a:lnTo>
                    <a:pt x="7218" y="121919"/>
                  </a:lnTo>
                  <a:lnTo>
                    <a:pt x="0" y="143509"/>
                  </a:lnTo>
                  <a:lnTo>
                    <a:pt x="1530" y="165099"/>
                  </a:lnTo>
                  <a:lnTo>
                    <a:pt x="11131" y="185419"/>
                  </a:lnTo>
                  <a:lnTo>
                    <a:pt x="28123" y="199389"/>
                  </a:lnTo>
                  <a:lnTo>
                    <a:pt x="38052" y="204469"/>
                  </a:lnTo>
                  <a:lnTo>
                    <a:pt x="48539" y="207009"/>
                  </a:lnTo>
                  <a:lnTo>
                    <a:pt x="59325" y="207009"/>
                  </a:lnTo>
                  <a:lnTo>
                    <a:pt x="70147" y="205739"/>
                  </a:lnTo>
                  <a:lnTo>
                    <a:pt x="99333" y="205739"/>
                  </a:lnTo>
                  <a:lnTo>
                    <a:pt x="99716" y="195579"/>
                  </a:lnTo>
                  <a:lnTo>
                    <a:pt x="103742" y="184149"/>
                  </a:lnTo>
                  <a:lnTo>
                    <a:pt x="106164" y="179069"/>
                  </a:lnTo>
                  <a:lnTo>
                    <a:pt x="53153" y="179069"/>
                  </a:lnTo>
                  <a:lnTo>
                    <a:pt x="42410" y="175259"/>
                  </a:lnTo>
                  <a:lnTo>
                    <a:pt x="33908" y="167639"/>
                  </a:lnTo>
                  <a:lnTo>
                    <a:pt x="29105" y="157479"/>
                  </a:lnTo>
                  <a:lnTo>
                    <a:pt x="28339" y="147319"/>
                  </a:lnTo>
                  <a:lnTo>
                    <a:pt x="31945" y="135889"/>
                  </a:lnTo>
                  <a:lnTo>
                    <a:pt x="39452" y="128269"/>
                  </a:lnTo>
                  <a:lnTo>
                    <a:pt x="49292" y="123189"/>
                  </a:lnTo>
                  <a:lnTo>
                    <a:pt x="60215" y="121919"/>
                  </a:lnTo>
                  <a:lnTo>
                    <a:pt x="105909" y="121919"/>
                  </a:lnTo>
                  <a:lnTo>
                    <a:pt x="101822" y="115569"/>
                  </a:lnTo>
                  <a:lnTo>
                    <a:pt x="94370" y="107949"/>
                  </a:lnTo>
                  <a:lnTo>
                    <a:pt x="85260" y="100329"/>
                  </a:lnTo>
                  <a:lnTo>
                    <a:pt x="63745" y="93979"/>
                  </a:lnTo>
                  <a:close/>
                </a:path>
                <a:path w="435609" h="486409">
                  <a:moveTo>
                    <a:pt x="391672" y="205739"/>
                  </a:moveTo>
                  <a:lnTo>
                    <a:pt x="364838" y="205739"/>
                  </a:lnTo>
                  <a:lnTo>
                    <a:pt x="375646" y="207009"/>
                  </a:lnTo>
                  <a:lnTo>
                    <a:pt x="386426" y="207009"/>
                  </a:lnTo>
                  <a:lnTo>
                    <a:pt x="391672" y="205739"/>
                  </a:lnTo>
                  <a:close/>
                </a:path>
                <a:path w="435609" h="486409">
                  <a:moveTo>
                    <a:pt x="105909" y="121919"/>
                  </a:moveTo>
                  <a:lnTo>
                    <a:pt x="60215" y="121919"/>
                  </a:lnTo>
                  <a:lnTo>
                    <a:pt x="70972" y="125729"/>
                  </a:lnTo>
                  <a:lnTo>
                    <a:pt x="79467" y="133349"/>
                  </a:lnTo>
                  <a:lnTo>
                    <a:pt x="84266" y="143509"/>
                  </a:lnTo>
                  <a:lnTo>
                    <a:pt x="84840" y="151129"/>
                  </a:lnTo>
                  <a:lnTo>
                    <a:pt x="84936" y="152399"/>
                  </a:lnTo>
                  <a:lnTo>
                    <a:pt x="85031" y="153669"/>
                  </a:lnTo>
                  <a:lnTo>
                    <a:pt x="81425" y="165099"/>
                  </a:lnTo>
                  <a:lnTo>
                    <a:pt x="73925" y="172719"/>
                  </a:lnTo>
                  <a:lnTo>
                    <a:pt x="64080" y="177799"/>
                  </a:lnTo>
                  <a:lnTo>
                    <a:pt x="53153" y="179069"/>
                  </a:lnTo>
                  <a:lnTo>
                    <a:pt x="106164" y="179069"/>
                  </a:lnTo>
                  <a:lnTo>
                    <a:pt x="122980" y="160019"/>
                  </a:lnTo>
                  <a:lnTo>
                    <a:pt x="141399" y="152399"/>
                  </a:lnTo>
                  <a:lnTo>
                    <a:pt x="156681" y="151129"/>
                  </a:lnTo>
                  <a:lnTo>
                    <a:pt x="164076" y="151129"/>
                  </a:lnTo>
                  <a:lnTo>
                    <a:pt x="167720" y="144779"/>
                  </a:lnTo>
                  <a:lnTo>
                    <a:pt x="175126" y="134619"/>
                  </a:lnTo>
                  <a:lnTo>
                    <a:pt x="111460" y="134619"/>
                  </a:lnTo>
                  <a:lnTo>
                    <a:pt x="107543" y="124459"/>
                  </a:lnTo>
                  <a:lnTo>
                    <a:pt x="105909" y="121919"/>
                  </a:lnTo>
                  <a:close/>
                </a:path>
                <a:path w="435609" h="486409">
                  <a:moveTo>
                    <a:pt x="427779" y="121919"/>
                  </a:moveTo>
                  <a:lnTo>
                    <a:pt x="374784" y="121919"/>
                  </a:lnTo>
                  <a:lnTo>
                    <a:pt x="385712" y="123189"/>
                  </a:lnTo>
                  <a:lnTo>
                    <a:pt x="395547" y="128269"/>
                  </a:lnTo>
                  <a:lnTo>
                    <a:pt x="403039" y="135889"/>
                  </a:lnTo>
                  <a:lnTo>
                    <a:pt x="406644" y="147319"/>
                  </a:lnTo>
                  <a:lnTo>
                    <a:pt x="405876" y="157479"/>
                  </a:lnTo>
                  <a:lnTo>
                    <a:pt x="401077" y="167639"/>
                  </a:lnTo>
                  <a:lnTo>
                    <a:pt x="392587" y="175259"/>
                  </a:lnTo>
                  <a:lnTo>
                    <a:pt x="381844" y="179069"/>
                  </a:lnTo>
                  <a:lnTo>
                    <a:pt x="426859" y="179069"/>
                  </a:lnTo>
                  <a:lnTo>
                    <a:pt x="433461" y="165099"/>
                  </a:lnTo>
                  <a:lnTo>
                    <a:pt x="434902" y="144779"/>
                  </a:lnTo>
                  <a:lnTo>
                    <a:pt x="434992" y="143509"/>
                  </a:lnTo>
                  <a:lnTo>
                    <a:pt x="427779" y="121919"/>
                  </a:lnTo>
                  <a:close/>
                </a:path>
                <a:path w="435609" h="486409">
                  <a:moveTo>
                    <a:pt x="217492" y="0"/>
                  </a:moveTo>
                  <a:lnTo>
                    <a:pt x="195140" y="3809"/>
                  </a:lnTo>
                  <a:lnTo>
                    <a:pt x="176995" y="16509"/>
                  </a:lnTo>
                  <a:lnTo>
                    <a:pt x="164818" y="35559"/>
                  </a:lnTo>
                  <a:lnTo>
                    <a:pt x="160368" y="57149"/>
                  </a:lnTo>
                  <a:lnTo>
                    <a:pt x="161461" y="68579"/>
                  </a:lnTo>
                  <a:lnTo>
                    <a:pt x="164602" y="78739"/>
                  </a:lnTo>
                  <a:lnTo>
                    <a:pt x="169578" y="88899"/>
                  </a:lnTo>
                  <a:lnTo>
                    <a:pt x="176179" y="96519"/>
                  </a:lnTo>
                  <a:lnTo>
                    <a:pt x="168113" y="101599"/>
                  </a:lnTo>
                  <a:lnTo>
                    <a:pt x="160638" y="107949"/>
                  </a:lnTo>
                  <a:lnTo>
                    <a:pt x="153834" y="114299"/>
                  </a:lnTo>
                  <a:lnTo>
                    <a:pt x="147782" y="121919"/>
                  </a:lnTo>
                  <a:lnTo>
                    <a:pt x="128850" y="126999"/>
                  </a:lnTo>
                  <a:lnTo>
                    <a:pt x="119921" y="129539"/>
                  </a:lnTo>
                  <a:lnTo>
                    <a:pt x="111460" y="134619"/>
                  </a:lnTo>
                  <a:lnTo>
                    <a:pt x="175126" y="134619"/>
                  </a:lnTo>
                  <a:lnTo>
                    <a:pt x="176978" y="132079"/>
                  </a:lnTo>
                  <a:lnTo>
                    <a:pt x="193139" y="120649"/>
                  </a:lnTo>
                  <a:lnTo>
                    <a:pt x="217492" y="114299"/>
                  </a:lnTo>
                  <a:lnTo>
                    <a:pt x="281151" y="114299"/>
                  </a:lnTo>
                  <a:lnTo>
                    <a:pt x="274347" y="107949"/>
                  </a:lnTo>
                  <a:lnTo>
                    <a:pt x="266872" y="101599"/>
                  </a:lnTo>
                  <a:lnTo>
                    <a:pt x="258805" y="96519"/>
                  </a:lnTo>
                  <a:lnTo>
                    <a:pt x="265409" y="88899"/>
                  </a:lnTo>
                  <a:lnTo>
                    <a:pt x="266654" y="86359"/>
                  </a:lnTo>
                  <a:lnTo>
                    <a:pt x="217492" y="86359"/>
                  </a:lnTo>
                  <a:lnTo>
                    <a:pt x="206386" y="83819"/>
                  </a:lnTo>
                  <a:lnTo>
                    <a:pt x="197306" y="77469"/>
                  </a:lnTo>
                  <a:lnTo>
                    <a:pt x="191178" y="68579"/>
                  </a:lnTo>
                  <a:lnTo>
                    <a:pt x="188930" y="57149"/>
                  </a:lnTo>
                  <a:lnTo>
                    <a:pt x="191216" y="45719"/>
                  </a:lnTo>
                  <a:lnTo>
                    <a:pt x="197406" y="36829"/>
                  </a:lnTo>
                  <a:lnTo>
                    <a:pt x="206498" y="30479"/>
                  </a:lnTo>
                  <a:lnTo>
                    <a:pt x="217492" y="27939"/>
                  </a:lnTo>
                  <a:lnTo>
                    <a:pt x="265305" y="27939"/>
                  </a:lnTo>
                  <a:lnTo>
                    <a:pt x="257996" y="16509"/>
                  </a:lnTo>
                  <a:lnTo>
                    <a:pt x="239847" y="3809"/>
                  </a:lnTo>
                  <a:lnTo>
                    <a:pt x="217492" y="0"/>
                  </a:lnTo>
                  <a:close/>
                </a:path>
                <a:path w="435609" h="486409">
                  <a:moveTo>
                    <a:pt x="371247" y="93979"/>
                  </a:moveTo>
                  <a:lnTo>
                    <a:pt x="333169" y="115569"/>
                  </a:lnTo>
                  <a:lnTo>
                    <a:pt x="323525" y="134619"/>
                  </a:lnTo>
                  <a:lnTo>
                    <a:pt x="354923" y="134619"/>
                  </a:lnTo>
                  <a:lnTo>
                    <a:pt x="355523" y="133349"/>
                  </a:lnTo>
                  <a:lnTo>
                    <a:pt x="364012" y="125729"/>
                  </a:lnTo>
                  <a:lnTo>
                    <a:pt x="374784" y="121919"/>
                  </a:lnTo>
                  <a:lnTo>
                    <a:pt x="427779" y="121919"/>
                  </a:lnTo>
                  <a:lnTo>
                    <a:pt x="412770" y="105409"/>
                  </a:lnTo>
                  <a:lnTo>
                    <a:pt x="393092" y="95249"/>
                  </a:lnTo>
                  <a:lnTo>
                    <a:pt x="371247" y="93979"/>
                  </a:lnTo>
                  <a:close/>
                </a:path>
                <a:path w="435609" h="486409">
                  <a:moveTo>
                    <a:pt x="265305" y="27939"/>
                  </a:moveTo>
                  <a:lnTo>
                    <a:pt x="217492" y="27939"/>
                  </a:lnTo>
                  <a:lnTo>
                    <a:pt x="228488" y="30479"/>
                  </a:lnTo>
                  <a:lnTo>
                    <a:pt x="237585" y="36829"/>
                  </a:lnTo>
                  <a:lnTo>
                    <a:pt x="243780" y="45719"/>
                  </a:lnTo>
                  <a:lnTo>
                    <a:pt x="246067" y="57149"/>
                  </a:lnTo>
                  <a:lnTo>
                    <a:pt x="243817" y="68579"/>
                  </a:lnTo>
                  <a:lnTo>
                    <a:pt x="237685" y="77469"/>
                  </a:lnTo>
                  <a:lnTo>
                    <a:pt x="228601" y="83819"/>
                  </a:lnTo>
                  <a:lnTo>
                    <a:pt x="217492" y="86359"/>
                  </a:lnTo>
                  <a:lnTo>
                    <a:pt x="266654" y="86359"/>
                  </a:lnTo>
                  <a:lnTo>
                    <a:pt x="270389" y="78739"/>
                  </a:lnTo>
                  <a:lnTo>
                    <a:pt x="273534" y="68579"/>
                  </a:lnTo>
                  <a:lnTo>
                    <a:pt x="274630" y="57149"/>
                  </a:lnTo>
                  <a:lnTo>
                    <a:pt x="270178" y="35559"/>
                  </a:lnTo>
                  <a:lnTo>
                    <a:pt x="265305" y="27939"/>
                  </a:lnTo>
                  <a:close/>
                </a:path>
              </a:pathLst>
            </a:custGeom>
            <a:solidFill>
              <a:srgbClr val="D1E3F2"/>
            </a:solidFill>
          </p:spPr>
          <p:txBody>
            <a:bodyPr wrap="square" lIns="0" tIns="0" rIns="0" bIns="0" rtlCol="0"/>
            <a:lstStyle/>
            <a:p>
              <a:endParaRPr/>
            </a:p>
          </p:txBody>
        </p:sp>
        <p:pic>
          <p:nvPicPr>
            <p:cNvPr id="33" name="object 33"/>
            <p:cNvPicPr/>
            <p:nvPr/>
          </p:nvPicPr>
          <p:blipFill>
            <a:blip r:embed="rId5" cstate="print"/>
            <a:stretch>
              <a:fillRect/>
            </a:stretch>
          </p:blipFill>
          <p:spPr>
            <a:xfrm>
              <a:off x="7814905" y="6361276"/>
              <a:ext cx="164934" cy="142836"/>
            </a:xfrm>
            <a:prstGeom prst="rect">
              <a:avLst/>
            </a:prstGeom>
          </p:spPr>
        </p:pic>
        <p:sp>
          <p:nvSpPr>
            <p:cNvPr id="34" name="object 34"/>
            <p:cNvSpPr/>
            <p:nvPr/>
          </p:nvSpPr>
          <p:spPr>
            <a:xfrm>
              <a:off x="7679436" y="1149057"/>
              <a:ext cx="436245" cy="435609"/>
            </a:xfrm>
            <a:custGeom>
              <a:avLst/>
              <a:gdLst/>
              <a:ahLst/>
              <a:cxnLst/>
              <a:rect l="l" t="t" r="r" b="b"/>
              <a:pathLst>
                <a:path w="436245" h="435609">
                  <a:moveTo>
                    <a:pt x="395846" y="141312"/>
                  </a:moveTo>
                  <a:lnTo>
                    <a:pt x="372427" y="106019"/>
                  </a:lnTo>
                  <a:lnTo>
                    <a:pt x="370319" y="105600"/>
                  </a:lnTo>
                  <a:lnTo>
                    <a:pt x="370319" y="134264"/>
                  </a:lnTo>
                  <a:lnTo>
                    <a:pt x="370319" y="148348"/>
                  </a:lnTo>
                  <a:lnTo>
                    <a:pt x="364591" y="154076"/>
                  </a:lnTo>
                  <a:lnTo>
                    <a:pt x="350507" y="154076"/>
                  </a:lnTo>
                  <a:lnTo>
                    <a:pt x="344779" y="148348"/>
                  </a:lnTo>
                  <a:lnTo>
                    <a:pt x="344779" y="134264"/>
                  </a:lnTo>
                  <a:lnTo>
                    <a:pt x="350507" y="128536"/>
                  </a:lnTo>
                  <a:lnTo>
                    <a:pt x="364591" y="128536"/>
                  </a:lnTo>
                  <a:lnTo>
                    <a:pt x="370319" y="134264"/>
                  </a:lnTo>
                  <a:lnTo>
                    <a:pt x="370319" y="105600"/>
                  </a:lnTo>
                  <a:lnTo>
                    <a:pt x="357543" y="102997"/>
                  </a:lnTo>
                  <a:lnTo>
                    <a:pt x="350748" y="103593"/>
                  </a:lnTo>
                  <a:lnTo>
                    <a:pt x="344360" y="105333"/>
                  </a:lnTo>
                  <a:lnTo>
                    <a:pt x="338455" y="108102"/>
                  </a:lnTo>
                  <a:lnTo>
                    <a:pt x="333159" y="111785"/>
                  </a:lnTo>
                  <a:lnTo>
                    <a:pt x="303885" y="94221"/>
                  </a:lnTo>
                  <a:lnTo>
                    <a:pt x="275945" y="77457"/>
                  </a:lnTo>
                  <a:lnTo>
                    <a:pt x="267398" y="72326"/>
                  </a:lnTo>
                  <a:lnTo>
                    <a:pt x="267893" y="69862"/>
                  </a:lnTo>
                  <a:lnTo>
                    <a:pt x="268160" y="67297"/>
                  </a:lnTo>
                  <a:lnTo>
                    <a:pt x="268160" y="64693"/>
                  </a:lnTo>
                  <a:lnTo>
                    <a:pt x="265569" y="51930"/>
                  </a:lnTo>
                  <a:lnTo>
                    <a:pt x="265137" y="49796"/>
                  </a:lnTo>
                  <a:lnTo>
                    <a:pt x="256921" y="37617"/>
                  </a:lnTo>
                  <a:lnTo>
                    <a:pt x="244741" y="29400"/>
                  </a:lnTo>
                  <a:lnTo>
                    <a:pt x="242620" y="28981"/>
                  </a:lnTo>
                  <a:lnTo>
                    <a:pt x="242620" y="57658"/>
                  </a:lnTo>
                  <a:lnTo>
                    <a:pt x="242620" y="71729"/>
                  </a:lnTo>
                  <a:lnTo>
                    <a:pt x="236893" y="77457"/>
                  </a:lnTo>
                  <a:lnTo>
                    <a:pt x="222808" y="77457"/>
                  </a:lnTo>
                  <a:lnTo>
                    <a:pt x="217081" y="71729"/>
                  </a:lnTo>
                  <a:lnTo>
                    <a:pt x="217081" y="57658"/>
                  </a:lnTo>
                  <a:lnTo>
                    <a:pt x="222808" y="51930"/>
                  </a:lnTo>
                  <a:lnTo>
                    <a:pt x="236893" y="51930"/>
                  </a:lnTo>
                  <a:lnTo>
                    <a:pt x="242620" y="57658"/>
                  </a:lnTo>
                  <a:lnTo>
                    <a:pt x="242620" y="28981"/>
                  </a:lnTo>
                  <a:lnTo>
                    <a:pt x="202768" y="37617"/>
                  </a:lnTo>
                  <a:lnTo>
                    <a:pt x="191541" y="64693"/>
                  </a:lnTo>
                  <a:lnTo>
                    <a:pt x="191541" y="70599"/>
                  </a:lnTo>
                  <a:lnTo>
                    <a:pt x="192900" y="76200"/>
                  </a:lnTo>
                  <a:lnTo>
                    <a:pt x="195287" y="81203"/>
                  </a:lnTo>
                  <a:lnTo>
                    <a:pt x="118668" y="157822"/>
                  </a:lnTo>
                  <a:lnTo>
                    <a:pt x="114922" y="156032"/>
                  </a:lnTo>
                  <a:lnTo>
                    <a:pt x="114922" y="185343"/>
                  </a:lnTo>
                  <a:lnTo>
                    <a:pt x="114922" y="199428"/>
                  </a:lnTo>
                  <a:lnTo>
                    <a:pt x="109194" y="205155"/>
                  </a:lnTo>
                  <a:lnTo>
                    <a:pt x="95123" y="205155"/>
                  </a:lnTo>
                  <a:lnTo>
                    <a:pt x="89395" y="199428"/>
                  </a:lnTo>
                  <a:lnTo>
                    <a:pt x="89395" y="185343"/>
                  </a:lnTo>
                  <a:lnTo>
                    <a:pt x="95123" y="179616"/>
                  </a:lnTo>
                  <a:lnTo>
                    <a:pt x="109194" y="179616"/>
                  </a:lnTo>
                  <a:lnTo>
                    <a:pt x="114922" y="185343"/>
                  </a:lnTo>
                  <a:lnTo>
                    <a:pt x="114922" y="156032"/>
                  </a:lnTo>
                  <a:lnTo>
                    <a:pt x="113665" y="155422"/>
                  </a:lnTo>
                  <a:lnTo>
                    <a:pt x="108064" y="154076"/>
                  </a:lnTo>
                  <a:lnTo>
                    <a:pt x="102158" y="154076"/>
                  </a:lnTo>
                  <a:lnTo>
                    <a:pt x="87261" y="157086"/>
                  </a:lnTo>
                  <a:lnTo>
                    <a:pt x="75082" y="165303"/>
                  </a:lnTo>
                  <a:lnTo>
                    <a:pt x="66865" y="177495"/>
                  </a:lnTo>
                  <a:lnTo>
                    <a:pt x="63855" y="192392"/>
                  </a:lnTo>
                  <a:lnTo>
                    <a:pt x="66865" y="207289"/>
                  </a:lnTo>
                  <a:lnTo>
                    <a:pt x="75082" y="219468"/>
                  </a:lnTo>
                  <a:lnTo>
                    <a:pt x="87261" y="227685"/>
                  </a:lnTo>
                  <a:lnTo>
                    <a:pt x="102158" y="230695"/>
                  </a:lnTo>
                  <a:lnTo>
                    <a:pt x="117055" y="227685"/>
                  </a:lnTo>
                  <a:lnTo>
                    <a:pt x="129235" y="219468"/>
                  </a:lnTo>
                  <a:lnTo>
                    <a:pt x="137452" y="207289"/>
                  </a:lnTo>
                  <a:lnTo>
                    <a:pt x="137883" y="205155"/>
                  </a:lnTo>
                  <a:lnTo>
                    <a:pt x="140474" y="192392"/>
                  </a:lnTo>
                  <a:lnTo>
                    <a:pt x="140474" y="186474"/>
                  </a:lnTo>
                  <a:lnTo>
                    <a:pt x="139128" y="180873"/>
                  </a:lnTo>
                  <a:lnTo>
                    <a:pt x="138518" y="179616"/>
                  </a:lnTo>
                  <a:lnTo>
                    <a:pt x="136728" y="175882"/>
                  </a:lnTo>
                  <a:lnTo>
                    <a:pt x="154787" y="157822"/>
                  </a:lnTo>
                  <a:lnTo>
                    <a:pt x="213347" y="99263"/>
                  </a:lnTo>
                  <a:lnTo>
                    <a:pt x="218338" y="101650"/>
                  </a:lnTo>
                  <a:lnTo>
                    <a:pt x="223951" y="102997"/>
                  </a:lnTo>
                  <a:lnTo>
                    <a:pt x="229857" y="102997"/>
                  </a:lnTo>
                  <a:lnTo>
                    <a:pt x="236626" y="102400"/>
                  </a:lnTo>
                  <a:lnTo>
                    <a:pt x="243027" y="100660"/>
                  </a:lnTo>
                  <a:lnTo>
                    <a:pt x="246011" y="99263"/>
                  </a:lnTo>
                  <a:lnTo>
                    <a:pt x="248932" y="97904"/>
                  </a:lnTo>
                  <a:lnTo>
                    <a:pt x="254241" y="94221"/>
                  </a:lnTo>
                  <a:lnTo>
                    <a:pt x="320001" y="133680"/>
                  </a:lnTo>
                  <a:lnTo>
                    <a:pt x="319493" y="136144"/>
                  </a:lnTo>
                  <a:lnTo>
                    <a:pt x="319239" y="138696"/>
                  </a:lnTo>
                  <a:lnTo>
                    <a:pt x="319239" y="141312"/>
                  </a:lnTo>
                  <a:lnTo>
                    <a:pt x="322249" y="156210"/>
                  </a:lnTo>
                  <a:lnTo>
                    <a:pt x="330466" y="168389"/>
                  </a:lnTo>
                  <a:lnTo>
                    <a:pt x="342646" y="176606"/>
                  </a:lnTo>
                  <a:lnTo>
                    <a:pt x="357543" y="179616"/>
                  </a:lnTo>
                  <a:lnTo>
                    <a:pt x="372427" y="176606"/>
                  </a:lnTo>
                  <a:lnTo>
                    <a:pt x="384606" y="168389"/>
                  </a:lnTo>
                  <a:lnTo>
                    <a:pt x="392823" y="156210"/>
                  </a:lnTo>
                  <a:lnTo>
                    <a:pt x="393255" y="154076"/>
                  </a:lnTo>
                  <a:lnTo>
                    <a:pt x="395846" y="141312"/>
                  </a:lnTo>
                  <a:close/>
                </a:path>
                <a:path w="436245" h="435609">
                  <a:moveTo>
                    <a:pt x="435851" y="410210"/>
                  </a:moveTo>
                  <a:lnTo>
                    <a:pt x="408609" y="410210"/>
                  </a:lnTo>
                  <a:lnTo>
                    <a:pt x="408609" y="231140"/>
                  </a:lnTo>
                  <a:lnTo>
                    <a:pt x="408609" y="230695"/>
                  </a:lnTo>
                  <a:lnTo>
                    <a:pt x="408609" y="205740"/>
                  </a:lnTo>
                  <a:lnTo>
                    <a:pt x="383082" y="205740"/>
                  </a:lnTo>
                  <a:lnTo>
                    <a:pt x="383082" y="231140"/>
                  </a:lnTo>
                  <a:lnTo>
                    <a:pt x="383082" y="410210"/>
                  </a:lnTo>
                  <a:lnTo>
                    <a:pt x="332003" y="410210"/>
                  </a:lnTo>
                  <a:lnTo>
                    <a:pt x="332003" y="231140"/>
                  </a:lnTo>
                  <a:lnTo>
                    <a:pt x="383082" y="231140"/>
                  </a:lnTo>
                  <a:lnTo>
                    <a:pt x="383082" y="205740"/>
                  </a:lnTo>
                  <a:lnTo>
                    <a:pt x="306463" y="205740"/>
                  </a:lnTo>
                  <a:lnTo>
                    <a:pt x="306463" y="231140"/>
                  </a:lnTo>
                  <a:lnTo>
                    <a:pt x="306463" y="410210"/>
                  </a:lnTo>
                  <a:lnTo>
                    <a:pt x="280924" y="410210"/>
                  </a:lnTo>
                  <a:lnTo>
                    <a:pt x="280924" y="179616"/>
                  </a:lnTo>
                  <a:lnTo>
                    <a:pt x="255371" y="179616"/>
                  </a:lnTo>
                  <a:lnTo>
                    <a:pt x="255371" y="410210"/>
                  </a:lnTo>
                  <a:lnTo>
                    <a:pt x="204304" y="410210"/>
                  </a:lnTo>
                  <a:lnTo>
                    <a:pt x="204304" y="179070"/>
                  </a:lnTo>
                  <a:lnTo>
                    <a:pt x="280924" y="179070"/>
                  </a:lnTo>
                  <a:lnTo>
                    <a:pt x="280924" y="153670"/>
                  </a:lnTo>
                  <a:lnTo>
                    <a:pt x="178765" y="153670"/>
                  </a:lnTo>
                  <a:lnTo>
                    <a:pt x="178765" y="179070"/>
                  </a:lnTo>
                  <a:lnTo>
                    <a:pt x="178765" y="410210"/>
                  </a:lnTo>
                  <a:lnTo>
                    <a:pt x="153225" y="410210"/>
                  </a:lnTo>
                  <a:lnTo>
                    <a:pt x="153225" y="281940"/>
                  </a:lnTo>
                  <a:lnTo>
                    <a:pt x="153225" y="281774"/>
                  </a:lnTo>
                  <a:lnTo>
                    <a:pt x="153225" y="256540"/>
                  </a:lnTo>
                  <a:lnTo>
                    <a:pt x="127698" y="256540"/>
                  </a:lnTo>
                  <a:lnTo>
                    <a:pt x="127698" y="281940"/>
                  </a:lnTo>
                  <a:lnTo>
                    <a:pt x="127698" y="410210"/>
                  </a:lnTo>
                  <a:lnTo>
                    <a:pt x="76619" y="410210"/>
                  </a:lnTo>
                  <a:lnTo>
                    <a:pt x="76619" y="281940"/>
                  </a:lnTo>
                  <a:lnTo>
                    <a:pt x="127698" y="281940"/>
                  </a:lnTo>
                  <a:lnTo>
                    <a:pt x="127698" y="256540"/>
                  </a:lnTo>
                  <a:lnTo>
                    <a:pt x="51079" y="256540"/>
                  </a:lnTo>
                  <a:lnTo>
                    <a:pt x="51079" y="281940"/>
                  </a:lnTo>
                  <a:lnTo>
                    <a:pt x="51079" y="410210"/>
                  </a:lnTo>
                  <a:lnTo>
                    <a:pt x="25539" y="410210"/>
                  </a:lnTo>
                  <a:lnTo>
                    <a:pt x="25539" y="0"/>
                  </a:lnTo>
                  <a:lnTo>
                    <a:pt x="0" y="0"/>
                  </a:lnTo>
                  <a:lnTo>
                    <a:pt x="0" y="410210"/>
                  </a:lnTo>
                  <a:lnTo>
                    <a:pt x="0" y="435610"/>
                  </a:lnTo>
                  <a:lnTo>
                    <a:pt x="435851" y="435610"/>
                  </a:lnTo>
                  <a:lnTo>
                    <a:pt x="435851" y="410210"/>
                  </a:lnTo>
                  <a:close/>
                </a:path>
              </a:pathLst>
            </a:custGeom>
            <a:solidFill>
              <a:srgbClr val="D1E3F2"/>
            </a:solidFill>
          </p:spPr>
          <p:txBody>
            <a:bodyPr wrap="square" lIns="0" tIns="0" rIns="0" bIns="0" rtlCol="0"/>
            <a:lstStyle/>
            <a:p>
              <a:endParaRPr/>
            </a:p>
          </p:txBody>
        </p:sp>
      </p:grpSp>
      <p:sp>
        <p:nvSpPr>
          <p:cNvPr id="36" name="object 36"/>
          <p:cNvSpPr txBox="1">
            <a:spLocks noGrp="1"/>
          </p:cNvSpPr>
          <p:nvPr>
            <p:ph type="sldNum" sz="quarter" idx="7"/>
          </p:nvPr>
        </p:nvSpPr>
        <p:spPr>
          <a:xfrm>
            <a:off x="10253885" y="7115302"/>
            <a:ext cx="201295" cy="162224"/>
          </a:xfrm>
          <a:prstGeom prst="rect">
            <a:avLst/>
          </a:prstGeom>
        </p:spPr>
        <p:txBody>
          <a:bodyPr vert="horz" wrap="square" lIns="0" tIns="8255" rIns="0" bIns="0" rtlCol="0">
            <a:spAutoFit/>
          </a:bodyPr>
          <a:lstStyle/>
          <a:p>
            <a:pPr marL="27940">
              <a:lnSpc>
                <a:spcPct val="100000"/>
              </a:lnSpc>
              <a:spcBef>
                <a:spcPts val="65"/>
              </a:spcBef>
            </a:pPr>
            <a:fld id="{81D60167-4931-47E6-BA6A-407CBD079E47}" type="slidenum">
              <a:rPr spc="-25" dirty="0">
                <a:solidFill>
                  <a:schemeClr val="bg1"/>
                </a:solidFill>
              </a:rPr>
              <a:t>13</a:t>
            </a:fld>
            <a:endParaRPr spc="-25" dirty="0">
              <a:solidFill>
                <a:schemeClr val="bg1"/>
              </a:solidFill>
            </a:endParaRPr>
          </a:p>
        </p:txBody>
      </p:sp>
      <p:sp>
        <p:nvSpPr>
          <p:cNvPr id="37" name="object 10" descr="$PPTXTitle">
            <a:extLst>
              <a:ext uri="{FF2B5EF4-FFF2-40B4-BE49-F238E27FC236}">
                <a16:creationId xmlns:a16="http://schemas.microsoft.com/office/drawing/2014/main" id="{C7E3C2E7-28C4-06D8-5ED8-257FDEDE90FA}"/>
              </a:ext>
            </a:extLst>
          </p:cNvPr>
          <p:cNvSpPr txBox="1">
            <a:spLocks/>
          </p:cNvSpPr>
          <p:nvPr/>
        </p:nvSpPr>
        <p:spPr>
          <a:xfrm>
            <a:off x="8993284" y="1094952"/>
            <a:ext cx="1436370" cy="671338"/>
          </a:xfrm>
          <a:prstGeom prst="rect">
            <a:avLst/>
          </a:prstGeom>
        </p:spPr>
        <p:txBody>
          <a:bodyPr vert="horz" wrap="square" lIns="0" tIns="11430" rIns="0" bIns="0" rtlCol="0">
            <a:spAutoFit/>
          </a:bodyPr>
          <a:lstStyle>
            <a:lvl1pPr>
              <a:defRPr>
                <a:latin typeface="+mj-lt"/>
                <a:ea typeface="+mj-ea"/>
                <a:cs typeface="+mj-cs"/>
              </a:defRPr>
            </a:lvl1pPr>
          </a:lstStyle>
          <a:p>
            <a:pPr marL="25400" marR="17780" algn="r">
              <a:lnSpc>
                <a:spcPct val="108700"/>
              </a:lnSpc>
              <a:spcBef>
                <a:spcPts val="90"/>
              </a:spcBef>
            </a:pPr>
            <a:r>
              <a:rPr lang="ar-SA" sz="2000" b="1" dirty="0">
                <a:solidFill>
                  <a:schemeClr val="bg1"/>
                </a:solidFill>
                <a:latin typeface="Zanjabeel" pitchFamily="50" charset="-78"/>
                <a:cs typeface="Zanjabeel" pitchFamily="50" charset="-78"/>
              </a:rPr>
              <a:t>التمكين القيادي</a:t>
            </a:r>
          </a:p>
        </p:txBody>
      </p:sp>
      <p:sp>
        <p:nvSpPr>
          <p:cNvPr id="38" name="object 11">
            <a:extLst>
              <a:ext uri="{FF2B5EF4-FFF2-40B4-BE49-F238E27FC236}">
                <a16:creationId xmlns:a16="http://schemas.microsoft.com/office/drawing/2014/main" id="{F90B4E83-AF61-6F58-2FCE-4C319D2C3CFA}"/>
              </a:ext>
            </a:extLst>
          </p:cNvPr>
          <p:cNvSpPr txBox="1"/>
          <p:nvPr/>
        </p:nvSpPr>
        <p:spPr>
          <a:xfrm>
            <a:off x="9244744" y="2038909"/>
            <a:ext cx="1184910" cy="197490"/>
          </a:xfrm>
          <a:prstGeom prst="rect">
            <a:avLst/>
          </a:prstGeom>
        </p:spPr>
        <p:txBody>
          <a:bodyPr vert="horz" wrap="square" lIns="0" tIns="12700" rIns="0" bIns="0" rtlCol="0">
            <a:spAutoFit/>
          </a:bodyPr>
          <a:lstStyle/>
          <a:p>
            <a:pPr marL="25400" marR="17780" algn="r">
              <a:lnSpc>
                <a:spcPct val="100000"/>
              </a:lnSpc>
              <a:spcBef>
                <a:spcPts val="100"/>
              </a:spcBef>
            </a:pPr>
            <a:r>
              <a:rPr lang="ar-SA" baseline="34722" dirty="0">
                <a:solidFill>
                  <a:schemeClr val="bg1"/>
                </a:solidFill>
                <a:latin typeface="Zanjabeel" pitchFamily="50" charset="-78"/>
                <a:cs typeface="Zanjabeel" pitchFamily="50" charset="-78"/>
              </a:rPr>
              <a:t>نطــاق العمل</a:t>
            </a:r>
            <a:endParaRPr sz="1800" baseline="34722" dirty="0">
              <a:solidFill>
                <a:schemeClr val="bg1"/>
              </a:solidFill>
              <a:latin typeface="Zanjabeel" pitchFamily="50" charset="-78"/>
              <a:cs typeface="Zanjabeel" pitchFamily="50" charset="-78"/>
            </a:endParaRPr>
          </a:p>
        </p:txBody>
      </p:sp>
      <p:sp>
        <p:nvSpPr>
          <p:cNvPr id="43" name="object 14">
            <a:extLst>
              <a:ext uri="{FF2B5EF4-FFF2-40B4-BE49-F238E27FC236}">
                <a16:creationId xmlns:a16="http://schemas.microsoft.com/office/drawing/2014/main" id="{06DFF5F8-7AA0-A8D1-2C47-D440536C0071}"/>
              </a:ext>
            </a:extLst>
          </p:cNvPr>
          <p:cNvSpPr txBox="1"/>
          <p:nvPr/>
        </p:nvSpPr>
        <p:spPr>
          <a:xfrm>
            <a:off x="4584700" y="1077381"/>
            <a:ext cx="2519007" cy="182101"/>
          </a:xfrm>
          <a:prstGeom prst="rect">
            <a:avLst/>
          </a:prstGeom>
        </p:spPr>
        <p:txBody>
          <a:bodyPr vert="horz" wrap="square" lIns="0" tIns="12700" rIns="0" bIns="0" rtlCol="0">
            <a:spAutoFit/>
          </a:bodyPr>
          <a:lstStyle/>
          <a:p>
            <a:pPr rtl="1"/>
            <a:r>
              <a:rPr lang="ar-SA" sz="1100" b="1" dirty="0">
                <a:latin typeface="Zanjabeel" pitchFamily="50" charset="-78"/>
                <a:cs typeface="Zanjabeel" pitchFamily="50" charset="-78"/>
              </a:rPr>
              <a:t>التقييم والتشخيص القيادي</a:t>
            </a:r>
            <a:endParaRPr lang="ar-SA" sz="1100" b="1" dirty="0">
              <a:effectLst/>
              <a:latin typeface="Zanjabeel" pitchFamily="50" charset="-78"/>
              <a:cs typeface="Zanjabeel" pitchFamily="50" charset="-78"/>
            </a:endParaRPr>
          </a:p>
        </p:txBody>
      </p:sp>
      <p:sp>
        <p:nvSpPr>
          <p:cNvPr id="44" name="object 15">
            <a:extLst>
              <a:ext uri="{FF2B5EF4-FFF2-40B4-BE49-F238E27FC236}">
                <a16:creationId xmlns:a16="http://schemas.microsoft.com/office/drawing/2014/main" id="{D681E72B-3F09-F6A0-AD64-0B3006226CD0}"/>
              </a:ext>
            </a:extLst>
          </p:cNvPr>
          <p:cNvSpPr txBox="1"/>
          <p:nvPr/>
        </p:nvSpPr>
        <p:spPr>
          <a:xfrm>
            <a:off x="2679700" y="1331381"/>
            <a:ext cx="4423866"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إجراء تقييم شامل للقدرات القيادية باستخدام أدوات تحليل متقدمة، لقياس الجاهزية القيادية وتحديد فجوات الأداء.</a:t>
            </a:r>
            <a:endParaRPr lang="ar-SA" sz="1100" b="0" dirty="0">
              <a:effectLst/>
              <a:latin typeface="Zanjabeel Light" pitchFamily="50" charset="-78"/>
              <a:cs typeface="Zanjabeel Light" pitchFamily="50" charset="-78"/>
            </a:endParaRPr>
          </a:p>
        </p:txBody>
      </p:sp>
      <p:sp>
        <p:nvSpPr>
          <p:cNvPr id="45" name="object 14">
            <a:extLst>
              <a:ext uri="{FF2B5EF4-FFF2-40B4-BE49-F238E27FC236}">
                <a16:creationId xmlns:a16="http://schemas.microsoft.com/office/drawing/2014/main" id="{190D897C-8FFC-106D-987F-6C250783201E}"/>
              </a:ext>
            </a:extLst>
          </p:cNvPr>
          <p:cNvSpPr txBox="1"/>
          <p:nvPr/>
        </p:nvSpPr>
        <p:spPr>
          <a:xfrm>
            <a:off x="4584700" y="2023520"/>
            <a:ext cx="2519007" cy="182101"/>
          </a:xfrm>
          <a:prstGeom prst="rect">
            <a:avLst/>
          </a:prstGeom>
        </p:spPr>
        <p:txBody>
          <a:bodyPr vert="horz" wrap="square" lIns="0" tIns="12700" rIns="0" bIns="0" rtlCol="0">
            <a:spAutoFit/>
          </a:bodyPr>
          <a:lstStyle/>
          <a:p>
            <a:pPr rtl="1"/>
            <a:r>
              <a:rPr lang="ar-SA" sz="1100" b="1" dirty="0">
                <a:latin typeface="Zanjabeel" pitchFamily="50" charset="-78"/>
                <a:cs typeface="Zanjabeel" pitchFamily="50" charset="-78"/>
              </a:rPr>
              <a:t>تصميم برامج تطوير القيادات</a:t>
            </a:r>
            <a:endParaRPr lang="ar-SA" sz="1100" b="1" dirty="0">
              <a:effectLst/>
              <a:latin typeface="Zanjabeel" pitchFamily="50" charset="-78"/>
              <a:cs typeface="Zanjabeel" pitchFamily="50" charset="-78"/>
            </a:endParaRPr>
          </a:p>
        </p:txBody>
      </p:sp>
      <p:sp>
        <p:nvSpPr>
          <p:cNvPr id="46" name="object 15">
            <a:extLst>
              <a:ext uri="{FF2B5EF4-FFF2-40B4-BE49-F238E27FC236}">
                <a16:creationId xmlns:a16="http://schemas.microsoft.com/office/drawing/2014/main" id="{CAE6AB7D-7140-15B6-A9D8-B128736DFF11}"/>
              </a:ext>
            </a:extLst>
          </p:cNvPr>
          <p:cNvSpPr txBox="1"/>
          <p:nvPr/>
        </p:nvSpPr>
        <p:spPr>
          <a:xfrm>
            <a:off x="2679700" y="2277520"/>
            <a:ext cx="4423866"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تصميم برامج تطوير مخصّصة تنطلق من احتياجات الجهة وتراعي السياق التنظيمي والتحديات الاستراتيجية.</a:t>
            </a:r>
            <a:endParaRPr lang="ar-SA" sz="1100" b="0" dirty="0">
              <a:effectLst/>
              <a:latin typeface="Zanjabeel Light" pitchFamily="50" charset="-78"/>
              <a:cs typeface="Zanjabeel Light" pitchFamily="50" charset="-78"/>
            </a:endParaRPr>
          </a:p>
        </p:txBody>
      </p:sp>
      <p:sp>
        <p:nvSpPr>
          <p:cNvPr id="47" name="object 14">
            <a:extLst>
              <a:ext uri="{FF2B5EF4-FFF2-40B4-BE49-F238E27FC236}">
                <a16:creationId xmlns:a16="http://schemas.microsoft.com/office/drawing/2014/main" id="{42238FC9-1912-1BAE-B02A-59D7F25B1417}"/>
              </a:ext>
            </a:extLst>
          </p:cNvPr>
          <p:cNvSpPr txBox="1"/>
          <p:nvPr/>
        </p:nvSpPr>
        <p:spPr>
          <a:xfrm>
            <a:off x="4584700" y="3050335"/>
            <a:ext cx="2519007" cy="182101"/>
          </a:xfrm>
          <a:prstGeom prst="rect">
            <a:avLst/>
          </a:prstGeom>
        </p:spPr>
        <p:txBody>
          <a:bodyPr vert="horz" wrap="square" lIns="0" tIns="12700" rIns="0" bIns="0" rtlCol="0">
            <a:spAutoFit/>
          </a:bodyPr>
          <a:lstStyle/>
          <a:p>
            <a:pPr rtl="1"/>
            <a:r>
              <a:rPr lang="ar-SA" sz="1100" b="1" dirty="0">
                <a:latin typeface="Zanjabeel" pitchFamily="50" charset="-78"/>
                <a:cs typeface="Zanjabeel" pitchFamily="50" charset="-78"/>
              </a:rPr>
              <a:t>الإرشاد التنفيذي للقيادات العليا</a:t>
            </a:r>
            <a:endParaRPr lang="ar-SA" sz="1100" b="1" dirty="0">
              <a:effectLst/>
              <a:latin typeface="Zanjabeel" pitchFamily="50" charset="-78"/>
              <a:cs typeface="Zanjabeel" pitchFamily="50" charset="-78"/>
            </a:endParaRPr>
          </a:p>
        </p:txBody>
      </p:sp>
      <p:sp>
        <p:nvSpPr>
          <p:cNvPr id="48" name="object 15">
            <a:extLst>
              <a:ext uri="{FF2B5EF4-FFF2-40B4-BE49-F238E27FC236}">
                <a16:creationId xmlns:a16="http://schemas.microsoft.com/office/drawing/2014/main" id="{82D3B4E7-F6E5-4BC2-038F-F969F49BC453}"/>
              </a:ext>
            </a:extLst>
          </p:cNvPr>
          <p:cNvSpPr txBox="1"/>
          <p:nvPr/>
        </p:nvSpPr>
        <p:spPr>
          <a:xfrm>
            <a:off x="2679700" y="3304335"/>
            <a:ext cx="4423866"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تقديم جلسات إرشاد فردية وتفاعلية للقيادات التنفيذية، تركز على تطوير التفكير القيادي وجودة اتخاذ القرار.</a:t>
            </a:r>
            <a:endParaRPr lang="ar-SA" sz="1100" b="0" dirty="0">
              <a:effectLst/>
              <a:latin typeface="Zanjabeel Light" pitchFamily="50" charset="-78"/>
              <a:cs typeface="Zanjabeel Light" pitchFamily="50" charset="-78"/>
            </a:endParaRPr>
          </a:p>
        </p:txBody>
      </p:sp>
      <p:sp>
        <p:nvSpPr>
          <p:cNvPr id="49" name="object 14">
            <a:extLst>
              <a:ext uri="{FF2B5EF4-FFF2-40B4-BE49-F238E27FC236}">
                <a16:creationId xmlns:a16="http://schemas.microsoft.com/office/drawing/2014/main" id="{13DC0FF4-3995-0068-3B36-D806794A5FDA}"/>
              </a:ext>
            </a:extLst>
          </p:cNvPr>
          <p:cNvSpPr txBox="1"/>
          <p:nvPr/>
        </p:nvSpPr>
        <p:spPr>
          <a:xfrm>
            <a:off x="4584700" y="4077150"/>
            <a:ext cx="2519007" cy="182101"/>
          </a:xfrm>
          <a:prstGeom prst="rect">
            <a:avLst/>
          </a:prstGeom>
        </p:spPr>
        <p:txBody>
          <a:bodyPr vert="horz" wrap="square" lIns="0" tIns="12700" rIns="0" bIns="0" rtlCol="0">
            <a:spAutoFit/>
          </a:bodyPr>
          <a:lstStyle/>
          <a:p>
            <a:pPr rtl="1"/>
            <a:r>
              <a:rPr lang="ar-SA" sz="1100" b="1" dirty="0">
                <a:latin typeface="Zanjabeel" pitchFamily="50" charset="-78"/>
                <a:cs typeface="Zanjabeel" pitchFamily="50" charset="-78"/>
              </a:rPr>
              <a:t>بناء المسارات القيادية التخصصية</a:t>
            </a:r>
            <a:endParaRPr lang="ar-SA" sz="1100" b="1" dirty="0">
              <a:effectLst/>
              <a:latin typeface="Zanjabeel" pitchFamily="50" charset="-78"/>
              <a:cs typeface="Zanjabeel" pitchFamily="50" charset="-78"/>
            </a:endParaRPr>
          </a:p>
        </p:txBody>
      </p:sp>
      <p:sp>
        <p:nvSpPr>
          <p:cNvPr id="50" name="object 15">
            <a:extLst>
              <a:ext uri="{FF2B5EF4-FFF2-40B4-BE49-F238E27FC236}">
                <a16:creationId xmlns:a16="http://schemas.microsoft.com/office/drawing/2014/main" id="{41B7AA59-8349-8944-6FF2-A4830EC5C3D2}"/>
              </a:ext>
            </a:extLst>
          </p:cNvPr>
          <p:cNvSpPr txBox="1"/>
          <p:nvPr/>
        </p:nvSpPr>
        <p:spPr>
          <a:xfrm>
            <a:off x="2679700" y="4331150"/>
            <a:ext cx="4423866"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تطوير مسارات قيادية واضحة بحسب المستويات الوظيفية، تضمن إعداد قيادات مستقبلية قادرة على تحمّل المسؤوليات المتقدمة.</a:t>
            </a:r>
            <a:endParaRPr lang="ar-SA" sz="1100" b="0" dirty="0">
              <a:effectLst/>
              <a:latin typeface="Zanjabeel Light" pitchFamily="50" charset="-78"/>
              <a:cs typeface="Zanjabeel Light" pitchFamily="50" charset="-78"/>
            </a:endParaRPr>
          </a:p>
        </p:txBody>
      </p:sp>
      <p:sp>
        <p:nvSpPr>
          <p:cNvPr id="51" name="object 14">
            <a:extLst>
              <a:ext uri="{FF2B5EF4-FFF2-40B4-BE49-F238E27FC236}">
                <a16:creationId xmlns:a16="http://schemas.microsoft.com/office/drawing/2014/main" id="{FF5D596E-931C-0C50-828B-937E3C0DF369}"/>
              </a:ext>
            </a:extLst>
          </p:cNvPr>
          <p:cNvSpPr txBox="1"/>
          <p:nvPr/>
        </p:nvSpPr>
        <p:spPr>
          <a:xfrm>
            <a:off x="4584700" y="5103965"/>
            <a:ext cx="2519007" cy="182101"/>
          </a:xfrm>
          <a:prstGeom prst="rect">
            <a:avLst/>
          </a:prstGeom>
        </p:spPr>
        <p:txBody>
          <a:bodyPr vert="horz" wrap="square" lIns="0" tIns="12700" rIns="0" bIns="0" rtlCol="0">
            <a:spAutoFit/>
          </a:bodyPr>
          <a:lstStyle/>
          <a:p>
            <a:pPr rtl="1"/>
            <a:r>
              <a:rPr lang="ar-SA" sz="1100" b="1" dirty="0">
                <a:latin typeface="Zanjabeel" pitchFamily="50" charset="-78"/>
                <a:cs typeface="Zanjabeel" pitchFamily="50" charset="-78"/>
              </a:rPr>
              <a:t>تطوير قدرات اتخاذ القرار</a:t>
            </a:r>
            <a:endParaRPr lang="ar-SA" sz="1100" b="1" dirty="0">
              <a:effectLst/>
              <a:latin typeface="Zanjabeel" pitchFamily="50" charset="-78"/>
              <a:cs typeface="Zanjabeel" pitchFamily="50" charset="-78"/>
            </a:endParaRPr>
          </a:p>
        </p:txBody>
      </p:sp>
      <p:sp>
        <p:nvSpPr>
          <p:cNvPr id="52" name="object 15">
            <a:extLst>
              <a:ext uri="{FF2B5EF4-FFF2-40B4-BE49-F238E27FC236}">
                <a16:creationId xmlns:a16="http://schemas.microsoft.com/office/drawing/2014/main" id="{0AD2980C-14C1-A808-B838-30B1CE3CD194}"/>
              </a:ext>
            </a:extLst>
          </p:cNvPr>
          <p:cNvSpPr txBox="1"/>
          <p:nvPr/>
        </p:nvSpPr>
        <p:spPr>
          <a:xfrm>
            <a:off x="2679700" y="5357965"/>
            <a:ext cx="4423866"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تنمية قدرات القادة على اتخاذ القرار في البيئات عالية التغيّر، من خلال تطبيقات عملية ومحاكاة واقعية للسيناريوهات القيادية.</a:t>
            </a:r>
            <a:endParaRPr lang="ar-SA" sz="1100" b="0" dirty="0">
              <a:effectLst/>
              <a:latin typeface="Zanjabeel Light" pitchFamily="50" charset="-78"/>
              <a:cs typeface="Zanjabeel Light" pitchFamily="50" charset="-78"/>
            </a:endParaRPr>
          </a:p>
        </p:txBody>
      </p:sp>
      <p:sp>
        <p:nvSpPr>
          <p:cNvPr id="53" name="object 14">
            <a:extLst>
              <a:ext uri="{FF2B5EF4-FFF2-40B4-BE49-F238E27FC236}">
                <a16:creationId xmlns:a16="http://schemas.microsoft.com/office/drawing/2014/main" id="{66E354F6-300B-6DF0-27C6-E10981BB85B3}"/>
              </a:ext>
            </a:extLst>
          </p:cNvPr>
          <p:cNvSpPr txBox="1"/>
          <p:nvPr/>
        </p:nvSpPr>
        <p:spPr>
          <a:xfrm>
            <a:off x="4584700" y="6086075"/>
            <a:ext cx="2519007" cy="182101"/>
          </a:xfrm>
          <a:prstGeom prst="rect">
            <a:avLst/>
          </a:prstGeom>
        </p:spPr>
        <p:txBody>
          <a:bodyPr vert="horz" wrap="square" lIns="0" tIns="12700" rIns="0" bIns="0" rtlCol="0">
            <a:spAutoFit/>
          </a:bodyPr>
          <a:lstStyle/>
          <a:p>
            <a:pPr rtl="1"/>
            <a:r>
              <a:rPr lang="ar-SA" sz="1100" b="1" dirty="0">
                <a:latin typeface="Zanjabeel" pitchFamily="50" charset="-78"/>
                <a:cs typeface="Zanjabeel" pitchFamily="50" charset="-78"/>
              </a:rPr>
              <a:t>ربط الأداء القيادي بالأداء المؤسسي</a:t>
            </a:r>
            <a:endParaRPr lang="ar-SA" sz="1100" b="1" dirty="0">
              <a:effectLst/>
              <a:latin typeface="Zanjabeel" pitchFamily="50" charset="-78"/>
              <a:cs typeface="Zanjabeel" pitchFamily="50" charset="-78"/>
            </a:endParaRPr>
          </a:p>
        </p:txBody>
      </p:sp>
      <p:sp>
        <p:nvSpPr>
          <p:cNvPr id="54" name="object 15">
            <a:extLst>
              <a:ext uri="{FF2B5EF4-FFF2-40B4-BE49-F238E27FC236}">
                <a16:creationId xmlns:a16="http://schemas.microsoft.com/office/drawing/2014/main" id="{DFB147D5-AD5C-6BF7-672E-18E886100503}"/>
              </a:ext>
            </a:extLst>
          </p:cNvPr>
          <p:cNvSpPr txBox="1"/>
          <p:nvPr/>
        </p:nvSpPr>
        <p:spPr>
          <a:xfrm>
            <a:off x="2679700" y="6340075"/>
            <a:ext cx="4423866" cy="351378"/>
          </a:xfrm>
          <a:prstGeom prst="rect">
            <a:avLst/>
          </a:prstGeom>
        </p:spPr>
        <p:txBody>
          <a:bodyPr vert="horz" wrap="square" lIns="0" tIns="12700" rIns="0" bIns="0" rtlCol="0">
            <a:spAutoFit/>
          </a:bodyPr>
          <a:lstStyle/>
          <a:p>
            <a:pPr rtl="1"/>
            <a:r>
              <a:rPr lang="ar-SA" sz="1100" dirty="0">
                <a:latin typeface="Zanjabeel Light" pitchFamily="50" charset="-78"/>
                <a:cs typeface="Zanjabeel Light" pitchFamily="50" charset="-78"/>
              </a:rPr>
              <a:t>مواءمة مخرجات التطوير القيادي مع مؤشرات الأداء المؤسسي، لضمان تحقيق أثر ملموس وقابل للقياس.</a:t>
            </a:r>
            <a:endParaRPr lang="ar-SA" sz="1100" b="0" dirty="0">
              <a:effectLst/>
              <a:latin typeface="Zanjabeel Light" pitchFamily="50" charset="-78"/>
              <a:cs typeface="Zanjabeel Light" pitchFamily="50" charset="-78"/>
            </a:endParaRPr>
          </a:p>
        </p:txBody>
      </p:sp>
      <p:sp>
        <p:nvSpPr>
          <p:cNvPr id="10" name="TextBox 9">
            <a:extLst>
              <a:ext uri="{FF2B5EF4-FFF2-40B4-BE49-F238E27FC236}">
                <a16:creationId xmlns:a16="http://schemas.microsoft.com/office/drawing/2014/main" id="{D1DBF5BF-7AF7-A0D3-2252-3B9C4DD9AC1E}"/>
              </a:ext>
            </a:extLst>
          </p:cNvPr>
          <p:cNvSpPr txBox="1"/>
          <p:nvPr/>
        </p:nvSpPr>
        <p:spPr>
          <a:xfrm>
            <a:off x="7890747" y="238471"/>
            <a:ext cx="2392585"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ملف تعريفي               2026       </a:t>
            </a:r>
            <a:endParaRPr lang="en-US" sz="700" dirty="0">
              <a:solidFill>
                <a:schemeClr val="bg1"/>
              </a:solidFill>
              <a:latin typeface="Zanjabeel" pitchFamily="50" charset="-78"/>
              <a:cs typeface="Zanjabeel" pitchFamily="50" charset="-78"/>
            </a:endParaRPr>
          </a:p>
        </p:txBody>
      </p:sp>
      <p:sp>
        <p:nvSpPr>
          <p:cNvPr id="11" name="TextBox 10">
            <a:extLst>
              <a:ext uri="{FF2B5EF4-FFF2-40B4-BE49-F238E27FC236}">
                <a16:creationId xmlns:a16="http://schemas.microsoft.com/office/drawing/2014/main" id="{692AAF87-21C8-D811-A1DC-54672DCD355B}"/>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التمكين القيادي</a:t>
            </a:r>
            <a:endParaRPr lang="en-US" sz="700" dirty="0">
              <a:solidFill>
                <a:schemeClr val="bg1"/>
              </a:solidFill>
              <a:latin typeface="Zanjabeel" pitchFamily="50" charset="-78"/>
              <a:cs typeface="Zanjabeel" pitchFamily="50" charset="-7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2"/>
            <a:ext cx="10692003" cy="5353710"/>
          </a:xfrm>
          <a:prstGeom prst="rect">
            <a:avLst/>
          </a:prstGeom>
        </p:spPr>
      </p:pic>
      <p:grpSp>
        <p:nvGrpSpPr>
          <p:cNvPr id="5" name="object 5"/>
          <p:cNvGrpSpPr/>
          <p:nvPr/>
        </p:nvGrpSpPr>
        <p:grpSpPr>
          <a:xfrm>
            <a:off x="-5" y="2627985"/>
            <a:ext cx="10692130" cy="4932045"/>
            <a:chOff x="-5" y="2627985"/>
            <a:chExt cx="10692130" cy="4932045"/>
          </a:xfrm>
        </p:grpSpPr>
        <p:sp>
          <p:nvSpPr>
            <p:cNvPr id="6" name="object 6"/>
            <p:cNvSpPr/>
            <p:nvPr/>
          </p:nvSpPr>
          <p:spPr>
            <a:xfrm>
              <a:off x="0" y="5353723"/>
              <a:ext cx="10692130" cy="2206625"/>
            </a:xfrm>
            <a:custGeom>
              <a:avLst/>
              <a:gdLst/>
              <a:ahLst/>
              <a:cxnLst/>
              <a:rect l="l" t="t" r="r" b="b"/>
              <a:pathLst>
                <a:path w="10692130" h="2206625">
                  <a:moveTo>
                    <a:pt x="10692003" y="0"/>
                  </a:moveTo>
                  <a:lnTo>
                    <a:pt x="0" y="0"/>
                  </a:lnTo>
                  <a:lnTo>
                    <a:pt x="0" y="2206282"/>
                  </a:lnTo>
                  <a:lnTo>
                    <a:pt x="10692003" y="2206282"/>
                  </a:lnTo>
                  <a:lnTo>
                    <a:pt x="10692003" y="0"/>
                  </a:lnTo>
                  <a:close/>
                </a:path>
              </a:pathLst>
            </a:custGeom>
            <a:solidFill>
              <a:srgbClr val="D6E5F5"/>
            </a:solidFill>
          </p:spPr>
          <p:txBody>
            <a:bodyPr wrap="square" lIns="0" tIns="0" rIns="0" bIns="0" rtlCol="0"/>
            <a:lstStyle/>
            <a:p>
              <a:endParaRPr/>
            </a:p>
          </p:txBody>
        </p:sp>
        <p:sp>
          <p:nvSpPr>
            <p:cNvPr id="7" name="object 7"/>
            <p:cNvSpPr/>
            <p:nvPr/>
          </p:nvSpPr>
          <p:spPr>
            <a:xfrm>
              <a:off x="0" y="5353722"/>
              <a:ext cx="10660380" cy="2206625"/>
            </a:xfrm>
            <a:custGeom>
              <a:avLst/>
              <a:gdLst/>
              <a:ahLst/>
              <a:cxnLst/>
              <a:rect l="l" t="t" r="r" b="b"/>
              <a:pathLst>
                <a:path w="10660380" h="2206625">
                  <a:moveTo>
                    <a:pt x="245846" y="0"/>
                  </a:moveTo>
                  <a:lnTo>
                    <a:pt x="43103" y="0"/>
                  </a:lnTo>
                  <a:lnTo>
                    <a:pt x="0" y="43103"/>
                  </a:lnTo>
                  <a:lnTo>
                    <a:pt x="0" y="245795"/>
                  </a:lnTo>
                  <a:lnTo>
                    <a:pt x="245846" y="0"/>
                  </a:lnTo>
                  <a:close/>
                </a:path>
                <a:path w="10660380" h="2206625">
                  <a:moveTo>
                    <a:pt x="294754" y="2134527"/>
                  </a:moveTo>
                  <a:lnTo>
                    <a:pt x="244335" y="2084108"/>
                  </a:lnTo>
                  <a:lnTo>
                    <a:pt x="92049" y="2134514"/>
                  </a:lnTo>
                  <a:lnTo>
                    <a:pt x="20243" y="2206282"/>
                  </a:lnTo>
                  <a:lnTo>
                    <a:pt x="222986" y="2206282"/>
                  </a:lnTo>
                  <a:lnTo>
                    <a:pt x="294754" y="2134527"/>
                  </a:lnTo>
                  <a:close/>
                </a:path>
                <a:path w="10660380" h="2206625">
                  <a:moveTo>
                    <a:pt x="294754" y="1588668"/>
                  </a:moveTo>
                  <a:lnTo>
                    <a:pt x="244335" y="1538249"/>
                  </a:lnTo>
                  <a:lnTo>
                    <a:pt x="92049" y="1588655"/>
                  </a:lnTo>
                  <a:lnTo>
                    <a:pt x="0" y="1680679"/>
                  </a:lnTo>
                  <a:lnTo>
                    <a:pt x="0" y="1883359"/>
                  </a:lnTo>
                  <a:lnTo>
                    <a:pt x="294754" y="1588668"/>
                  </a:lnTo>
                  <a:close/>
                </a:path>
                <a:path w="10660380" h="2206625">
                  <a:moveTo>
                    <a:pt x="294754" y="1042822"/>
                  </a:moveTo>
                  <a:lnTo>
                    <a:pt x="244335" y="992403"/>
                  </a:lnTo>
                  <a:lnTo>
                    <a:pt x="92049" y="1042809"/>
                  </a:lnTo>
                  <a:lnTo>
                    <a:pt x="0" y="1134821"/>
                  </a:lnTo>
                  <a:lnTo>
                    <a:pt x="0" y="1337513"/>
                  </a:lnTo>
                  <a:lnTo>
                    <a:pt x="294754" y="1042822"/>
                  </a:lnTo>
                  <a:close/>
                </a:path>
                <a:path w="10660380" h="2206625">
                  <a:moveTo>
                    <a:pt x="294754" y="496951"/>
                  </a:moveTo>
                  <a:lnTo>
                    <a:pt x="244335" y="446532"/>
                  </a:lnTo>
                  <a:lnTo>
                    <a:pt x="92049" y="496938"/>
                  </a:lnTo>
                  <a:lnTo>
                    <a:pt x="0" y="588962"/>
                  </a:lnTo>
                  <a:lnTo>
                    <a:pt x="0" y="791641"/>
                  </a:lnTo>
                  <a:lnTo>
                    <a:pt x="294754" y="496951"/>
                  </a:lnTo>
                  <a:close/>
                </a:path>
                <a:path w="10660380" h="2206625">
                  <a:moveTo>
                    <a:pt x="893660" y="0"/>
                  </a:moveTo>
                  <a:lnTo>
                    <a:pt x="690943" y="0"/>
                  </a:lnTo>
                  <a:lnTo>
                    <a:pt x="358292" y="332574"/>
                  </a:lnTo>
                  <a:lnTo>
                    <a:pt x="408711" y="382993"/>
                  </a:lnTo>
                  <a:lnTo>
                    <a:pt x="560997" y="332587"/>
                  </a:lnTo>
                  <a:lnTo>
                    <a:pt x="893660" y="0"/>
                  </a:lnTo>
                  <a:close/>
                </a:path>
                <a:path w="10660380" h="2206625">
                  <a:moveTo>
                    <a:pt x="942568" y="2134527"/>
                  </a:moveTo>
                  <a:lnTo>
                    <a:pt x="892149" y="2084108"/>
                  </a:lnTo>
                  <a:lnTo>
                    <a:pt x="739863" y="2134514"/>
                  </a:lnTo>
                  <a:lnTo>
                    <a:pt x="668083" y="2206282"/>
                  </a:lnTo>
                  <a:lnTo>
                    <a:pt x="870800" y="2206282"/>
                  </a:lnTo>
                  <a:lnTo>
                    <a:pt x="942568" y="2134527"/>
                  </a:lnTo>
                  <a:close/>
                </a:path>
                <a:path w="10660380" h="2206625">
                  <a:moveTo>
                    <a:pt x="942568" y="1588668"/>
                  </a:moveTo>
                  <a:lnTo>
                    <a:pt x="892149" y="1538249"/>
                  </a:lnTo>
                  <a:lnTo>
                    <a:pt x="739851" y="1588668"/>
                  </a:lnTo>
                  <a:lnTo>
                    <a:pt x="358305" y="1970151"/>
                  </a:lnTo>
                  <a:lnTo>
                    <a:pt x="408711" y="2020557"/>
                  </a:lnTo>
                  <a:lnTo>
                    <a:pt x="560997" y="1970151"/>
                  </a:lnTo>
                  <a:lnTo>
                    <a:pt x="942568" y="1588668"/>
                  </a:lnTo>
                  <a:close/>
                </a:path>
                <a:path w="10660380" h="2206625">
                  <a:moveTo>
                    <a:pt x="942568" y="1042809"/>
                  </a:moveTo>
                  <a:lnTo>
                    <a:pt x="892149" y="992390"/>
                  </a:lnTo>
                  <a:lnTo>
                    <a:pt x="739863" y="1042784"/>
                  </a:lnTo>
                  <a:lnTo>
                    <a:pt x="358292" y="1424279"/>
                  </a:lnTo>
                  <a:lnTo>
                    <a:pt x="408711" y="1474698"/>
                  </a:lnTo>
                  <a:lnTo>
                    <a:pt x="561009" y="1424292"/>
                  </a:lnTo>
                  <a:lnTo>
                    <a:pt x="942568" y="1042809"/>
                  </a:lnTo>
                  <a:close/>
                </a:path>
                <a:path w="10660380" h="2206625">
                  <a:moveTo>
                    <a:pt x="942568" y="496963"/>
                  </a:moveTo>
                  <a:lnTo>
                    <a:pt x="892149" y="446544"/>
                  </a:lnTo>
                  <a:lnTo>
                    <a:pt x="739863" y="496938"/>
                  </a:lnTo>
                  <a:lnTo>
                    <a:pt x="358292" y="878433"/>
                  </a:lnTo>
                  <a:lnTo>
                    <a:pt x="408711" y="928852"/>
                  </a:lnTo>
                  <a:lnTo>
                    <a:pt x="561009" y="878446"/>
                  </a:lnTo>
                  <a:lnTo>
                    <a:pt x="942568" y="496963"/>
                  </a:lnTo>
                  <a:close/>
                </a:path>
                <a:path w="10660380" h="2206625">
                  <a:moveTo>
                    <a:pt x="1541475" y="0"/>
                  </a:moveTo>
                  <a:lnTo>
                    <a:pt x="1338757" y="0"/>
                  </a:lnTo>
                  <a:lnTo>
                    <a:pt x="1006119" y="332574"/>
                  </a:lnTo>
                  <a:lnTo>
                    <a:pt x="1056538" y="382993"/>
                  </a:lnTo>
                  <a:lnTo>
                    <a:pt x="1208824" y="332587"/>
                  </a:lnTo>
                  <a:lnTo>
                    <a:pt x="1541475" y="0"/>
                  </a:lnTo>
                  <a:close/>
                </a:path>
                <a:path w="10660380" h="2206625">
                  <a:moveTo>
                    <a:pt x="1590395" y="2134527"/>
                  </a:moveTo>
                  <a:lnTo>
                    <a:pt x="1539976" y="2084108"/>
                  </a:lnTo>
                  <a:lnTo>
                    <a:pt x="1387690" y="2134514"/>
                  </a:lnTo>
                  <a:lnTo>
                    <a:pt x="1315897" y="2206282"/>
                  </a:lnTo>
                  <a:lnTo>
                    <a:pt x="1518615" y="2206282"/>
                  </a:lnTo>
                  <a:lnTo>
                    <a:pt x="1590395" y="2134527"/>
                  </a:lnTo>
                  <a:close/>
                </a:path>
                <a:path w="10660380" h="2206625">
                  <a:moveTo>
                    <a:pt x="1590395" y="1588668"/>
                  </a:moveTo>
                  <a:lnTo>
                    <a:pt x="1539976" y="1538249"/>
                  </a:lnTo>
                  <a:lnTo>
                    <a:pt x="1387678" y="1588668"/>
                  </a:lnTo>
                  <a:lnTo>
                    <a:pt x="1006132" y="1970151"/>
                  </a:lnTo>
                  <a:lnTo>
                    <a:pt x="1056538" y="2020557"/>
                  </a:lnTo>
                  <a:lnTo>
                    <a:pt x="1208824" y="1970151"/>
                  </a:lnTo>
                  <a:lnTo>
                    <a:pt x="1590395" y="1588668"/>
                  </a:lnTo>
                  <a:close/>
                </a:path>
                <a:path w="10660380" h="2206625">
                  <a:moveTo>
                    <a:pt x="1590395" y="1042809"/>
                  </a:moveTo>
                  <a:lnTo>
                    <a:pt x="1539976" y="992390"/>
                  </a:lnTo>
                  <a:lnTo>
                    <a:pt x="1387690" y="1042784"/>
                  </a:lnTo>
                  <a:lnTo>
                    <a:pt x="1006119" y="1424279"/>
                  </a:lnTo>
                  <a:lnTo>
                    <a:pt x="1056538" y="1474698"/>
                  </a:lnTo>
                  <a:lnTo>
                    <a:pt x="1208824" y="1424292"/>
                  </a:lnTo>
                  <a:lnTo>
                    <a:pt x="1590395" y="1042809"/>
                  </a:lnTo>
                  <a:close/>
                </a:path>
                <a:path w="10660380" h="2206625">
                  <a:moveTo>
                    <a:pt x="1590395" y="496963"/>
                  </a:moveTo>
                  <a:lnTo>
                    <a:pt x="1539976" y="446544"/>
                  </a:lnTo>
                  <a:lnTo>
                    <a:pt x="1387690" y="496938"/>
                  </a:lnTo>
                  <a:lnTo>
                    <a:pt x="1006119" y="878433"/>
                  </a:lnTo>
                  <a:lnTo>
                    <a:pt x="1056538" y="928852"/>
                  </a:lnTo>
                  <a:lnTo>
                    <a:pt x="1208824" y="878446"/>
                  </a:lnTo>
                  <a:lnTo>
                    <a:pt x="1590395" y="496963"/>
                  </a:lnTo>
                  <a:close/>
                </a:path>
                <a:path w="10660380" h="2206625">
                  <a:moveTo>
                    <a:pt x="2189302" y="0"/>
                  </a:moveTo>
                  <a:lnTo>
                    <a:pt x="1986584" y="0"/>
                  </a:lnTo>
                  <a:lnTo>
                    <a:pt x="1653933" y="332574"/>
                  </a:lnTo>
                  <a:lnTo>
                    <a:pt x="1704352" y="382993"/>
                  </a:lnTo>
                  <a:lnTo>
                    <a:pt x="1856638" y="332587"/>
                  </a:lnTo>
                  <a:lnTo>
                    <a:pt x="2189302" y="0"/>
                  </a:lnTo>
                  <a:close/>
                </a:path>
                <a:path w="10660380" h="2206625">
                  <a:moveTo>
                    <a:pt x="2238210" y="1588668"/>
                  </a:moveTo>
                  <a:lnTo>
                    <a:pt x="2187791" y="1538249"/>
                  </a:lnTo>
                  <a:lnTo>
                    <a:pt x="2035492" y="1588668"/>
                  </a:lnTo>
                  <a:lnTo>
                    <a:pt x="1653946" y="1970151"/>
                  </a:lnTo>
                  <a:lnTo>
                    <a:pt x="1704352" y="2020557"/>
                  </a:lnTo>
                  <a:lnTo>
                    <a:pt x="1856638" y="1970151"/>
                  </a:lnTo>
                  <a:lnTo>
                    <a:pt x="2238210" y="1588668"/>
                  </a:lnTo>
                  <a:close/>
                </a:path>
                <a:path w="10660380" h="2206625">
                  <a:moveTo>
                    <a:pt x="2238210" y="1042809"/>
                  </a:moveTo>
                  <a:lnTo>
                    <a:pt x="2187791" y="992390"/>
                  </a:lnTo>
                  <a:lnTo>
                    <a:pt x="2035505" y="1042784"/>
                  </a:lnTo>
                  <a:lnTo>
                    <a:pt x="1653933" y="1424279"/>
                  </a:lnTo>
                  <a:lnTo>
                    <a:pt x="1704352" y="1474698"/>
                  </a:lnTo>
                  <a:lnTo>
                    <a:pt x="1856638" y="1424292"/>
                  </a:lnTo>
                  <a:lnTo>
                    <a:pt x="2238210" y="1042809"/>
                  </a:lnTo>
                  <a:close/>
                </a:path>
                <a:path w="10660380" h="2206625">
                  <a:moveTo>
                    <a:pt x="2238210" y="496963"/>
                  </a:moveTo>
                  <a:lnTo>
                    <a:pt x="2187791" y="446544"/>
                  </a:lnTo>
                  <a:lnTo>
                    <a:pt x="2035505" y="496938"/>
                  </a:lnTo>
                  <a:lnTo>
                    <a:pt x="1653933" y="878433"/>
                  </a:lnTo>
                  <a:lnTo>
                    <a:pt x="1704352" y="928852"/>
                  </a:lnTo>
                  <a:lnTo>
                    <a:pt x="1856638" y="878446"/>
                  </a:lnTo>
                  <a:lnTo>
                    <a:pt x="2238210" y="496963"/>
                  </a:lnTo>
                  <a:close/>
                </a:path>
                <a:path w="10660380" h="2206625">
                  <a:moveTo>
                    <a:pt x="2837116" y="0"/>
                  </a:moveTo>
                  <a:lnTo>
                    <a:pt x="2634399" y="0"/>
                  </a:lnTo>
                  <a:lnTo>
                    <a:pt x="2301760" y="332574"/>
                  </a:lnTo>
                  <a:lnTo>
                    <a:pt x="2352179" y="382993"/>
                  </a:lnTo>
                  <a:lnTo>
                    <a:pt x="2504465" y="332587"/>
                  </a:lnTo>
                  <a:lnTo>
                    <a:pt x="2837116" y="0"/>
                  </a:lnTo>
                  <a:close/>
                </a:path>
                <a:path w="10660380" h="2206625">
                  <a:moveTo>
                    <a:pt x="2886037" y="1588668"/>
                  </a:moveTo>
                  <a:lnTo>
                    <a:pt x="2835618" y="1538249"/>
                  </a:lnTo>
                  <a:lnTo>
                    <a:pt x="2683319" y="1588668"/>
                  </a:lnTo>
                  <a:lnTo>
                    <a:pt x="2301773" y="1970151"/>
                  </a:lnTo>
                  <a:lnTo>
                    <a:pt x="2352179" y="2020557"/>
                  </a:lnTo>
                  <a:lnTo>
                    <a:pt x="2504465" y="1970151"/>
                  </a:lnTo>
                  <a:lnTo>
                    <a:pt x="2886037" y="1588668"/>
                  </a:lnTo>
                  <a:close/>
                </a:path>
                <a:path w="10660380" h="2206625">
                  <a:moveTo>
                    <a:pt x="2886037" y="1042809"/>
                  </a:moveTo>
                  <a:lnTo>
                    <a:pt x="2835618" y="992390"/>
                  </a:lnTo>
                  <a:lnTo>
                    <a:pt x="2683332" y="1042784"/>
                  </a:lnTo>
                  <a:lnTo>
                    <a:pt x="2301760" y="1424279"/>
                  </a:lnTo>
                  <a:lnTo>
                    <a:pt x="2352179" y="1474698"/>
                  </a:lnTo>
                  <a:lnTo>
                    <a:pt x="2504465" y="1424292"/>
                  </a:lnTo>
                  <a:lnTo>
                    <a:pt x="2886037" y="1042809"/>
                  </a:lnTo>
                  <a:close/>
                </a:path>
                <a:path w="10660380" h="2206625">
                  <a:moveTo>
                    <a:pt x="2886037" y="496963"/>
                  </a:moveTo>
                  <a:lnTo>
                    <a:pt x="2835618" y="446544"/>
                  </a:lnTo>
                  <a:lnTo>
                    <a:pt x="2683332" y="496938"/>
                  </a:lnTo>
                  <a:lnTo>
                    <a:pt x="2301760" y="878433"/>
                  </a:lnTo>
                  <a:lnTo>
                    <a:pt x="2352179" y="928852"/>
                  </a:lnTo>
                  <a:lnTo>
                    <a:pt x="2504465" y="878446"/>
                  </a:lnTo>
                  <a:lnTo>
                    <a:pt x="2886037" y="496963"/>
                  </a:lnTo>
                  <a:close/>
                </a:path>
                <a:path w="10660380" h="2206625">
                  <a:moveTo>
                    <a:pt x="3484943" y="0"/>
                  </a:moveTo>
                  <a:lnTo>
                    <a:pt x="3282226" y="0"/>
                  </a:lnTo>
                  <a:lnTo>
                    <a:pt x="2949587" y="332574"/>
                  </a:lnTo>
                  <a:lnTo>
                    <a:pt x="3000006" y="382993"/>
                  </a:lnTo>
                  <a:lnTo>
                    <a:pt x="3152292" y="332587"/>
                  </a:lnTo>
                  <a:lnTo>
                    <a:pt x="3484943" y="0"/>
                  </a:lnTo>
                  <a:close/>
                </a:path>
                <a:path w="10660380" h="2206625">
                  <a:moveTo>
                    <a:pt x="3533864" y="1588668"/>
                  </a:moveTo>
                  <a:lnTo>
                    <a:pt x="3483445" y="1538249"/>
                  </a:lnTo>
                  <a:lnTo>
                    <a:pt x="3331133" y="1588668"/>
                  </a:lnTo>
                  <a:lnTo>
                    <a:pt x="2949600" y="1970151"/>
                  </a:lnTo>
                  <a:lnTo>
                    <a:pt x="3000006" y="2020557"/>
                  </a:lnTo>
                  <a:lnTo>
                    <a:pt x="3152292" y="1970151"/>
                  </a:lnTo>
                  <a:lnTo>
                    <a:pt x="3533864" y="1588668"/>
                  </a:lnTo>
                  <a:close/>
                </a:path>
                <a:path w="10660380" h="2206625">
                  <a:moveTo>
                    <a:pt x="3533864" y="1042809"/>
                  </a:moveTo>
                  <a:lnTo>
                    <a:pt x="3483445" y="992390"/>
                  </a:lnTo>
                  <a:lnTo>
                    <a:pt x="3331159" y="1042784"/>
                  </a:lnTo>
                  <a:lnTo>
                    <a:pt x="2949587" y="1424279"/>
                  </a:lnTo>
                  <a:lnTo>
                    <a:pt x="3000006" y="1474698"/>
                  </a:lnTo>
                  <a:lnTo>
                    <a:pt x="3152305" y="1424292"/>
                  </a:lnTo>
                  <a:lnTo>
                    <a:pt x="3533864" y="1042809"/>
                  </a:lnTo>
                  <a:close/>
                </a:path>
                <a:path w="10660380" h="2206625">
                  <a:moveTo>
                    <a:pt x="3533864" y="496963"/>
                  </a:moveTo>
                  <a:lnTo>
                    <a:pt x="3483445" y="446544"/>
                  </a:lnTo>
                  <a:lnTo>
                    <a:pt x="3331159" y="496938"/>
                  </a:lnTo>
                  <a:lnTo>
                    <a:pt x="2949587" y="878433"/>
                  </a:lnTo>
                  <a:lnTo>
                    <a:pt x="3000006" y="928852"/>
                  </a:lnTo>
                  <a:lnTo>
                    <a:pt x="3152305" y="878446"/>
                  </a:lnTo>
                  <a:lnTo>
                    <a:pt x="3533864" y="496963"/>
                  </a:lnTo>
                  <a:close/>
                </a:path>
                <a:path w="10660380" h="2206625">
                  <a:moveTo>
                    <a:pt x="4132770" y="0"/>
                  </a:moveTo>
                  <a:lnTo>
                    <a:pt x="3930053" y="0"/>
                  </a:lnTo>
                  <a:lnTo>
                    <a:pt x="3597402" y="332574"/>
                  </a:lnTo>
                  <a:lnTo>
                    <a:pt x="3647821" y="382993"/>
                  </a:lnTo>
                  <a:lnTo>
                    <a:pt x="3800106" y="332587"/>
                  </a:lnTo>
                  <a:lnTo>
                    <a:pt x="4132770" y="0"/>
                  </a:lnTo>
                  <a:close/>
                </a:path>
                <a:path w="10660380" h="2206625">
                  <a:moveTo>
                    <a:pt x="4181678" y="1588668"/>
                  </a:moveTo>
                  <a:lnTo>
                    <a:pt x="4131259" y="1538249"/>
                  </a:lnTo>
                  <a:lnTo>
                    <a:pt x="3978960" y="1588668"/>
                  </a:lnTo>
                  <a:lnTo>
                    <a:pt x="3597414" y="1970151"/>
                  </a:lnTo>
                  <a:lnTo>
                    <a:pt x="3647821" y="2020557"/>
                  </a:lnTo>
                  <a:lnTo>
                    <a:pt x="3800106" y="1970151"/>
                  </a:lnTo>
                  <a:lnTo>
                    <a:pt x="4181678" y="1588668"/>
                  </a:lnTo>
                  <a:close/>
                </a:path>
                <a:path w="10660380" h="2206625">
                  <a:moveTo>
                    <a:pt x="4181678" y="1042809"/>
                  </a:moveTo>
                  <a:lnTo>
                    <a:pt x="4131259" y="992390"/>
                  </a:lnTo>
                  <a:lnTo>
                    <a:pt x="3978973" y="1042784"/>
                  </a:lnTo>
                  <a:lnTo>
                    <a:pt x="3597402" y="1424279"/>
                  </a:lnTo>
                  <a:lnTo>
                    <a:pt x="3647821" y="1474698"/>
                  </a:lnTo>
                  <a:lnTo>
                    <a:pt x="3800106" y="1424292"/>
                  </a:lnTo>
                  <a:lnTo>
                    <a:pt x="4181678" y="1042809"/>
                  </a:lnTo>
                  <a:close/>
                </a:path>
                <a:path w="10660380" h="2206625">
                  <a:moveTo>
                    <a:pt x="4181678" y="496963"/>
                  </a:moveTo>
                  <a:lnTo>
                    <a:pt x="4131259" y="446544"/>
                  </a:lnTo>
                  <a:lnTo>
                    <a:pt x="3978973" y="496938"/>
                  </a:lnTo>
                  <a:lnTo>
                    <a:pt x="3597402" y="878433"/>
                  </a:lnTo>
                  <a:lnTo>
                    <a:pt x="3647821" y="928852"/>
                  </a:lnTo>
                  <a:lnTo>
                    <a:pt x="3800106" y="878446"/>
                  </a:lnTo>
                  <a:lnTo>
                    <a:pt x="4181678" y="496963"/>
                  </a:lnTo>
                  <a:close/>
                </a:path>
                <a:path w="10660380" h="2206625">
                  <a:moveTo>
                    <a:pt x="4780585" y="0"/>
                  </a:moveTo>
                  <a:lnTo>
                    <a:pt x="4577867" y="0"/>
                  </a:lnTo>
                  <a:lnTo>
                    <a:pt x="4245229" y="332574"/>
                  </a:lnTo>
                  <a:lnTo>
                    <a:pt x="4295648" y="382993"/>
                  </a:lnTo>
                  <a:lnTo>
                    <a:pt x="4447933" y="332587"/>
                  </a:lnTo>
                  <a:lnTo>
                    <a:pt x="4780585" y="0"/>
                  </a:lnTo>
                  <a:close/>
                </a:path>
                <a:path w="10660380" h="2206625">
                  <a:moveTo>
                    <a:pt x="4829505" y="1588668"/>
                  </a:moveTo>
                  <a:lnTo>
                    <a:pt x="4779086" y="1538249"/>
                  </a:lnTo>
                  <a:lnTo>
                    <a:pt x="4626788" y="1588668"/>
                  </a:lnTo>
                  <a:lnTo>
                    <a:pt x="4245241" y="1970151"/>
                  </a:lnTo>
                  <a:lnTo>
                    <a:pt x="4295648" y="2020557"/>
                  </a:lnTo>
                  <a:lnTo>
                    <a:pt x="4447933" y="1970151"/>
                  </a:lnTo>
                  <a:lnTo>
                    <a:pt x="4829505" y="1588668"/>
                  </a:lnTo>
                  <a:close/>
                </a:path>
                <a:path w="10660380" h="2206625">
                  <a:moveTo>
                    <a:pt x="4829505" y="1042809"/>
                  </a:moveTo>
                  <a:lnTo>
                    <a:pt x="4779086" y="992390"/>
                  </a:lnTo>
                  <a:lnTo>
                    <a:pt x="4626800" y="1042784"/>
                  </a:lnTo>
                  <a:lnTo>
                    <a:pt x="4245229" y="1424279"/>
                  </a:lnTo>
                  <a:lnTo>
                    <a:pt x="4295648" y="1474698"/>
                  </a:lnTo>
                  <a:lnTo>
                    <a:pt x="4447946" y="1424292"/>
                  </a:lnTo>
                  <a:lnTo>
                    <a:pt x="4829505" y="1042809"/>
                  </a:lnTo>
                  <a:close/>
                </a:path>
                <a:path w="10660380" h="2206625">
                  <a:moveTo>
                    <a:pt x="4829505" y="496963"/>
                  </a:moveTo>
                  <a:lnTo>
                    <a:pt x="4779086" y="446544"/>
                  </a:lnTo>
                  <a:lnTo>
                    <a:pt x="4626800" y="496938"/>
                  </a:lnTo>
                  <a:lnTo>
                    <a:pt x="4245229" y="878433"/>
                  </a:lnTo>
                  <a:lnTo>
                    <a:pt x="4295648" y="928852"/>
                  </a:lnTo>
                  <a:lnTo>
                    <a:pt x="4447946" y="878446"/>
                  </a:lnTo>
                  <a:lnTo>
                    <a:pt x="4829505" y="496963"/>
                  </a:lnTo>
                  <a:close/>
                </a:path>
                <a:path w="10660380" h="2206625">
                  <a:moveTo>
                    <a:pt x="5428412" y="0"/>
                  </a:moveTo>
                  <a:lnTo>
                    <a:pt x="5225694" y="0"/>
                  </a:lnTo>
                  <a:lnTo>
                    <a:pt x="4893043" y="332574"/>
                  </a:lnTo>
                  <a:lnTo>
                    <a:pt x="4943462" y="382993"/>
                  </a:lnTo>
                  <a:lnTo>
                    <a:pt x="5095748" y="332587"/>
                  </a:lnTo>
                  <a:lnTo>
                    <a:pt x="5428412" y="0"/>
                  </a:lnTo>
                  <a:close/>
                </a:path>
                <a:path w="10660380" h="2206625">
                  <a:moveTo>
                    <a:pt x="5477319" y="1588668"/>
                  </a:moveTo>
                  <a:lnTo>
                    <a:pt x="5426900" y="1538249"/>
                  </a:lnTo>
                  <a:lnTo>
                    <a:pt x="5274602" y="1588668"/>
                  </a:lnTo>
                  <a:lnTo>
                    <a:pt x="4893056" y="1970151"/>
                  </a:lnTo>
                  <a:lnTo>
                    <a:pt x="4943462" y="2020557"/>
                  </a:lnTo>
                  <a:lnTo>
                    <a:pt x="5095748" y="1970151"/>
                  </a:lnTo>
                  <a:lnTo>
                    <a:pt x="5477319" y="1588668"/>
                  </a:lnTo>
                  <a:close/>
                </a:path>
                <a:path w="10660380" h="2206625">
                  <a:moveTo>
                    <a:pt x="5477319" y="1042809"/>
                  </a:moveTo>
                  <a:lnTo>
                    <a:pt x="5426900" y="992390"/>
                  </a:lnTo>
                  <a:lnTo>
                    <a:pt x="5274615" y="1042784"/>
                  </a:lnTo>
                  <a:lnTo>
                    <a:pt x="4893043" y="1424279"/>
                  </a:lnTo>
                  <a:lnTo>
                    <a:pt x="4943462" y="1474698"/>
                  </a:lnTo>
                  <a:lnTo>
                    <a:pt x="5095760" y="1424292"/>
                  </a:lnTo>
                  <a:lnTo>
                    <a:pt x="5477319" y="1042809"/>
                  </a:lnTo>
                  <a:close/>
                </a:path>
                <a:path w="10660380" h="2206625">
                  <a:moveTo>
                    <a:pt x="5477319" y="496963"/>
                  </a:moveTo>
                  <a:lnTo>
                    <a:pt x="5426900" y="446544"/>
                  </a:lnTo>
                  <a:lnTo>
                    <a:pt x="5274615" y="496938"/>
                  </a:lnTo>
                  <a:lnTo>
                    <a:pt x="4893043" y="878433"/>
                  </a:lnTo>
                  <a:lnTo>
                    <a:pt x="4943462" y="928852"/>
                  </a:lnTo>
                  <a:lnTo>
                    <a:pt x="5095760" y="878446"/>
                  </a:lnTo>
                  <a:lnTo>
                    <a:pt x="5477319" y="496963"/>
                  </a:lnTo>
                  <a:close/>
                </a:path>
                <a:path w="10660380" h="2206625">
                  <a:moveTo>
                    <a:pt x="6076239" y="0"/>
                  </a:moveTo>
                  <a:lnTo>
                    <a:pt x="5873521" y="0"/>
                  </a:lnTo>
                  <a:lnTo>
                    <a:pt x="5540870" y="332574"/>
                  </a:lnTo>
                  <a:lnTo>
                    <a:pt x="5591289" y="382993"/>
                  </a:lnTo>
                  <a:lnTo>
                    <a:pt x="5743575" y="332587"/>
                  </a:lnTo>
                  <a:lnTo>
                    <a:pt x="6076239" y="0"/>
                  </a:lnTo>
                  <a:close/>
                </a:path>
                <a:path w="10660380" h="2206625">
                  <a:moveTo>
                    <a:pt x="6125146" y="1588668"/>
                  </a:moveTo>
                  <a:lnTo>
                    <a:pt x="6074727" y="1538249"/>
                  </a:lnTo>
                  <a:lnTo>
                    <a:pt x="5922429" y="1588668"/>
                  </a:lnTo>
                  <a:lnTo>
                    <a:pt x="5540883" y="1970151"/>
                  </a:lnTo>
                  <a:lnTo>
                    <a:pt x="5591289" y="2020557"/>
                  </a:lnTo>
                  <a:lnTo>
                    <a:pt x="5743575" y="1970151"/>
                  </a:lnTo>
                  <a:lnTo>
                    <a:pt x="6125146" y="1588668"/>
                  </a:lnTo>
                  <a:close/>
                </a:path>
                <a:path w="10660380" h="2206625">
                  <a:moveTo>
                    <a:pt x="6125146" y="1042809"/>
                  </a:moveTo>
                  <a:lnTo>
                    <a:pt x="6074727" y="992390"/>
                  </a:lnTo>
                  <a:lnTo>
                    <a:pt x="5922442" y="1042784"/>
                  </a:lnTo>
                  <a:lnTo>
                    <a:pt x="5540870" y="1424279"/>
                  </a:lnTo>
                  <a:lnTo>
                    <a:pt x="5591289" y="1474698"/>
                  </a:lnTo>
                  <a:lnTo>
                    <a:pt x="5743575" y="1424292"/>
                  </a:lnTo>
                  <a:lnTo>
                    <a:pt x="6125146" y="1042809"/>
                  </a:lnTo>
                  <a:close/>
                </a:path>
                <a:path w="10660380" h="2206625">
                  <a:moveTo>
                    <a:pt x="6125146" y="496963"/>
                  </a:moveTo>
                  <a:lnTo>
                    <a:pt x="6074727" y="446544"/>
                  </a:lnTo>
                  <a:lnTo>
                    <a:pt x="5922442" y="496938"/>
                  </a:lnTo>
                  <a:lnTo>
                    <a:pt x="5540870" y="878433"/>
                  </a:lnTo>
                  <a:lnTo>
                    <a:pt x="5591289" y="928852"/>
                  </a:lnTo>
                  <a:lnTo>
                    <a:pt x="5743575" y="878446"/>
                  </a:lnTo>
                  <a:lnTo>
                    <a:pt x="6125146" y="496963"/>
                  </a:lnTo>
                  <a:close/>
                </a:path>
                <a:path w="10660380" h="2206625">
                  <a:moveTo>
                    <a:pt x="6724053" y="0"/>
                  </a:moveTo>
                  <a:lnTo>
                    <a:pt x="6521336" y="0"/>
                  </a:lnTo>
                  <a:lnTo>
                    <a:pt x="6188697" y="332574"/>
                  </a:lnTo>
                  <a:lnTo>
                    <a:pt x="6239116" y="382993"/>
                  </a:lnTo>
                  <a:lnTo>
                    <a:pt x="6391402" y="332587"/>
                  </a:lnTo>
                  <a:lnTo>
                    <a:pt x="6724053" y="0"/>
                  </a:lnTo>
                  <a:close/>
                </a:path>
                <a:path w="10660380" h="2206625">
                  <a:moveTo>
                    <a:pt x="6772973" y="1588668"/>
                  </a:moveTo>
                  <a:lnTo>
                    <a:pt x="6722554" y="1538249"/>
                  </a:lnTo>
                  <a:lnTo>
                    <a:pt x="6570243" y="1588668"/>
                  </a:lnTo>
                  <a:lnTo>
                    <a:pt x="6188710" y="1970151"/>
                  </a:lnTo>
                  <a:lnTo>
                    <a:pt x="6239116" y="2020557"/>
                  </a:lnTo>
                  <a:lnTo>
                    <a:pt x="6391402" y="1970151"/>
                  </a:lnTo>
                  <a:lnTo>
                    <a:pt x="6772973" y="1588668"/>
                  </a:lnTo>
                  <a:close/>
                </a:path>
                <a:path w="10660380" h="2206625">
                  <a:moveTo>
                    <a:pt x="6772973" y="1042809"/>
                  </a:moveTo>
                  <a:lnTo>
                    <a:pt x="6722554" y="992390"/>
                  </a:lnTo>
                  <a:lnTo>
                    <a:pt x="6570269" y="1042784"/>
                  </a:lnTo>
                  <a:lnTo>
                    <a:pt x="6188697" y="1424279"/>
                  </a:lnTo>
                  <a:lnTo>
                    <a:pt x="6239116" y="1474698"/>
                  </a:lnTo>
                  <a:lnTo>
                    <a:pt x="6391415" y="1424292"/>
                  </a:lnTo>
                  <a:lnTo>
                    <a:pt x="6772973" y="1042809"/>
                  </a:lnTo>
                  <a:close/>
                </a:path>
                <a:path w="10660380" h="2206625">
                  <a:moveTo>
                    <a:pt x="6772973" y="496963"/>
                  </a:moveTo>
                  <a:lnTo>
                    <a:pt x="6722554" y="446544"/>
                  </a:lnTo>
                  <a:lnTo>
                    <a:pt x="6570269" y="496938"/>
                  </a:lnTo>
                  <a:lnTo>
                    <a:pt x="6188697" y="878433"/>
                  </a:lnTo>
                  <a:lnTo>
                    <a:pt x="6239116" y="928852"/>
                  </a:lnTo>
                  <a:lnTo>
                    <a:pt x="6391415" y="878446"/>
                  </a:lnTo>
                  <a:lnTo>
                    <a:pt x="6772973" y="496963"/>
                  </a:lnTo>
                  <a:close/>
                </a:path>
                <a:path w="10660380" h="2206625">
                  <a:moveTo>
                    <a:pt x="7371867" y="0"/>
                  </a:moveTo>
                  <a:lnTo>
                    <a:pt x="7169150" y="0"/>
                  </a:lnTo>
                  <a:lnTo>
                    <a:pt x="6836511" y="332574"/>
                  </a:lnTo>
                  <a:lnTo>
                    <a:pt x="6886930" y="382993"/>
                  </a:lnTo>
                  <a:lnTo>
                    <a:pt x="7039216" y="332587"/>
                  </a:lnTo>
                  <a:lnTo>
                    <a:pt x="7371867" y="0"/>
                  </a:lnTo>
                  <a:close/>
                </a:path>
                <a:path w="10660380" h="2206625">
                  <a:moveTo>
                    <a:pt x="7420788" y="1588668"/>
                  </a:moveTo>
                  <a:lnTo>
                    <a:pt x="7370369" y="1538249"/>
                  </a:lnTo>
                  <a:lnTo>
                    <a:pt x="7218070" y="1588668"/>
                  </a:lnTo>
                  <a:lnTo>
                    <a:pt x="6836524" y="1970151"/>
                  </a:lnTo>
                  <a:lnTo>
                    <a:pt x="6886930" y="2020557"/>
                  </a:lnTo>
                  <a:lnTo>
                    <a:pt x="7039216" y="1970151"/>
                  </a:lnTo>
                  <a:lnTo>
                    <a:pt x="7420788" y="1588668"/>
                  </a:lnTo>
                  <a:close/>
                </a:path>
                <a:path w="10660380" h="2206625">
                  <a:moveTo>
                    <a:pt x="7420788" y="1042809"/>
                  </a:moveTo>
                  <a:lnTo>
                    <a:pt x="7370369" y="992390"/>
                  </a:lnTo>
                  <a:lnTo>
                    <a:pt x="7218083" y="1042784"/>
                  </a:lnTo>
                  <a:lnTo>
                    <a:pt x="6836511" y="1424279"/>
                  </a:lnTo>
                  <a:lnTo>
                    <a:pt x="6886930" y="1474698"/>
                  </a:lnTo>
                  <a:lnTo>
                    <a:pt x="7039229" y="1424292"/>
                  </a:lnTo>
                  <a:lnTo>
                    <a:pt x="7420788" y="1042809"/>
                  </a:lnTo>
                  <a:close/>
                </a:path>
                <a:path w="10660380" h="2206625">
                  <a:moveTo>
                    <a:pt x="7420788" y="496963"/>
                  </a:moveTo>
                  <a:lnTo>
                    <a:pt x="7370369" y="446544"/>
                  </a:lnTo>
                  <a:lnTo>
                    <a:pt x="7218083" y="496938"/>
                  </a:lnTo>
                  <a:lnTo>
                    <a:pt x="6836511" y="878433"/>
                  </a:lnTo>
                  <a:lnTo>
                    <a:pt x="6886930" y="928852"/>
                  </a:lnTo>
                  <a:lnTo>
                    <a:pt x="7039229" y="878446"/>
                  </a:lnTo>
                  <a:lnTo>
                    <a:pt x="7420788" y="496963"/>
                  </a:lnTo>
                  <a:close/>
                </a:path>
                <a:path w="10660380" h="2206625">
                  <a:moveTo>
                    <a:pt x="8019694" y="0"/>
                  </a:moveTo>
                  <a:lnTo>
                    <a:pt x="7816977" y="0"/>
                  </a:lnTo>
                  <a:lnTo>
                    <a:pt x="7484338" y="332574"/>
                  </a:lnTo>
                  <a:lnTo>
                    <a:pt x="7534757" y="382993"/>
                  </a:lnTo>
                  <a:lnTo>
                    <a:pt x="7687043" y="332587"/>
                  </a:lnTo>
                  <a:lnTo>
                    <a:pt x="8019694" y="0"/>
                  </a:lnTo>
                  <a:close/>
                </a:path>
                <a:path w="10660380" h="2206625">
                  <a:moveTo>
                    <a:pt x="8068615" y="1588668"/>
                  </a:moveTo>
                  <a:lnTo>
                    <a:pt x="8018196" y="1538249"/>
                  </a:lnTo>
                  <a:lnTo>
                    <a:pt x="7865897" y="1588668"/>
                  </a:lnTo>
                  <a:lnTo>
                    <a:pt x="7484351" y="1970151"/>
                  </a:lnTo>
                  <a:lnTo>
                    <a:pt x="7534757" y="2020557"/>
                  </a:lnTo>
                  <a:lnTo>
                    <a:pt x="7687043" y="1970151"/>
                  </a:lnTo>
                  <a:lnTo>
                    <a:pt x="8068615" y="1588668"/>
                  </a:lnTo>
                  <a:close/>
                </a:path>
                <a:path w="10660380" h="2206625">
                  <a:moveTo>
                    <a:pt x="8068615" y="1042809"/>
                  </a:moveTo>
                  <a:lnTo>
                    <a:pt x="8018196" y="992390"/>
                  </a:lnTo>
                  <a:lnTo>
                    <a:pt x="7865910" y="1042784"/>
                  </a:lnTo>
                  <a:lnTo>
                    <a:pt x="7484338" y="1424279"/>
                  </a:lnTo>
                  <a:lnTo>
                    <a:pt x="7534757" y="1474698"/>
                  </a:lnTo>
                  <a:lnTo>
                    <a:pt x="7687056" y="1424292"/>
                  </a:lnTo>
                  <a:lnTo>
                    <a:pt x="8068615" y="1042809"/>
                  </a:lnTo>
                  <a:close/>
                </a:path>
                <a:path w="10660380" h="2206625">
                  <a:moveTo>
                    <a:pt x="8068615" y="496963"/>
                  </a:moveTo>
                  <a:lnTo>
                    <a:pt x="8018196" y="446544"/>
                  </a:lnTo>
                  <a:lnTo>
                    <a:pt x="7865910" y="496938"/>
                  </a:lnTo>
                  <a:lnTo>
                    <a:pt x="7484338" y="878433"/>
                  </a:lnTo>
                  <a:lnTo>
                    <a:pt x="7534757" y="928852"/>
                  </a:lnTo>
                  <a:lnTo>
                    <a:pt x="7687056" y="878446"/>
                  </a:lnTo>
                  <a:lnTo>
                    <a:pt x="8068615" y="496963"/>
                  </a:lnTo>
                  <a:close/>
                </a:path>
                <a:path w="10660380" h="2206625">
                  <a:moveTo>
                    <a:pt x="8667521" y="0"/>
                  </a:moveTo>
                  <a:lnTo>
                    <a:pt x="8464804" y="0"/>
                  </a:lnTo>
                  <a:lnTo>
                    <a:pt x="8132153" y="332574"/>
                  </a:lnTo>
                  <a:lnTo>
                    <a:pt x="8182572" y="382993"/>
                  </a:lnTo>
                  <a:lnTo>
                    <a:pt x="8334857" y="332587"/>
                  </a:lnTo>
                  <a:lnTo>
                    <a:pt x="8667521" y="0"/>
                  </a:lnTo>
                  <a:close/>
                </a:path>
                <a:path w="10660380" h="2206625">
                  <a:moveTo>
                    <a:pt x="8716429" y="1588668"/>
                  </a:moveTo>
                  <a:lnTo>
                    <a:pt x="8666010" y="1538249"/>
                  </a:lnTo>
                  <a:lnTo>
                    <a:pt x="8513712" y="1588668"/>
                  </a:lnTo>
                  <a:lnTo>
                    <a:pt x="8132165" y="1970151"/>
                  </a:lnTo>
                  <a:lnTo>
                    <a:pt x="8182572" y="2020557"/>
                  </a:lnTo>
                  <a:lnTo>
                    <a:pt x="8334857" y="1970151"/>
                  </a:lnTo>
                  <a:lnTo>
                    <a:pt x="8716429" y="1588668"/>
                  </a:lnTo>
                  <a:close/>
                </a:path>
                <a:path w="10660380" h="2206625">
                  <a:moveTo>
                    <a:pt x="8716429" y="1042809"/>
                  </a:moveTo>
                  <a:lnTo>
                    <a:pt x="8666010" y="992390"/>
                  </a:lnTo>
                  <a:lnTo>
                    <a:pt x="8513724" y="1042784"/>
                  </a:lnTo>
                  <a:lnTo>
                    <a:pt x="8132153" y="1424279"/>
                  </a:lnTo>
                  <a:lnTo>
                    <a:pt x="8182572" y="1474698"/>
                  </a:lnTo>
                  <a:lnTo>
                    <a:pt x="8334857" y="1424292"/>
                  </a:lnTo>
                  <a:lnTo>
                    <a:pt x="8716429" y="1042809"/>
                  </a:lnTo>
                  <a:close/>
                </a:path>
                <a:path w="10660380" h="2206625">
                  <a:moveTo>
                    <a:pt x="8716429" y="496963"/>
                  </a:moveTo>
                  <a:lnTo>
                    <a:pt x="8666010" y="446544"/>
                  </a:lnTo>
                  <a:lnTo>
                    <a:pt x="8513724" y="496938"/>
                  </a:lnTo>
                  <a:lnTo>
                    <a:pt x="8132153" y="878433"/>
                  </a:lnTo>
                  <a:lnTo>
                    <a:pt x="8182572" y="928852"/>
                  </a:lnTo>
                  <a:lnTo>
                    <a:pt x="8334857" y="878446"/>
                  </a:lnTo>
                  <a:lnTo>
                    <a:pt x="8716429" y="496963"/>
                  </a:lnTo>
                  <a:close/>
                </a:path>
                <a:path w="10660380" h="2206625">
                  <a:moveTo>
                    <a:pt x="9315336" y="0"/>
                  </a:moveTo>
                  <a:lnTo>
                    <a:pt x="9112618" y="0"/>
                  </a:lnTo>
                  <a:lnTo>
                    <a:pt x="8779980" y="332574"/>
                  </a:lnTo>
                  <a:lnTo>
                    <a:pt x="8830399" y="382993"/>
                  </a:lnTo>
                  <a:lnTo>
                    <a:pt x="8982685" y="332587"/>
                  </a:lnTo>
                  <a:lnTo>
                    <a:pt x="9315336" y="0"/>
                  </a:lnTo>
                  <a:close/>
                </a:path>
                <a:path w="10660380" h="2206625">
                  <a:moveTo>
                    <a:pt x="9364256" y="1588668"/>
                  </a:moveTo>
                  <a:lnTo>
                    <a:pt x="9313837" y="1538249"/>
                  </a:lnTo>
                  <a:lnTo>
                    <a:pt x="9161539" y="1588668"/>
                  </a:lnTo>
                  <a:lnTo>
                    <a:pt x="8779993" y="1970151"/>
                  </a:lnTo>
                  <a:lnTo>
                    <a:pt x="8830399" y="2020557"/>
                  </a:lnTo>
                  <a:lnTo>
                    <a:pt x="8982685" y="1970151"/>
                  </a:lnTo>
                  <a:lnTo>
                    <a:pt x="9364256" y="1588668"/>
                  </a:lnTo>
                  <a:close/>
                </a:path>
                <a:path w="10660380" h="2206625">
                  <a:moveTo>
                    <a:pt x="9364256" y="1042809"/>
                  </a:moveTo>
                  <a:lnTo>
                    <a:pt x="9313837" y="992390"/>
                  </a:lnTo>
                  <a:lnTo>
                    <a:pt x="9161551" y="1042784"/>
                  </a:lnTo>
                  <a:lnTo>
                    <a:pt x="8779980" y="1424279"/>
                  </a:lnTo>
                  <a:lnTo>
                    <a:pt x="8830399" y="1474698"/>
                  </a:lnTo>
                  <a:lnTo>
                    <a:pt x="8982697" y="1424292"/>
                  </a:lnTo>
                  <a:lnTo>
                    <a:pt x="9364256" y="1042809"/>
                  </a:lnTo>
                  <a:close/>
                </a:path>
                <a:path w="10660380" h="2206625">
                  <a:moveTo>
                    <a:pt x="9364256" y="496963"/>
                  </a:moveTo>
                  <a:lnTo>
                    <a:pt x="9313837" y="446544"/>
                  </a:lnTo>
                  <a:lnTo>
                    <a:pt x="9161551" y="496938"/>
                  </a:lnTo>
                  <a:lnTo>
                    <a:pt x="8779980" y="878433"/>
                  </a:lnTo>
                  <a:lnTo>
                    <a:pt x="8830399" y="928852"/>
                  </a:lnTo>
                  <a:lnTo>
                    <a:pt x="8982697" y="878446"/>
                  </a:lnTo>
                  <a:lnTo>
                    <a:pt x="9364256" y="496963"/>
                  </a:lnTo>
                  <a:close/>
                </a:path>
                <a:path w="10660380" h="2206625">
                  <a:moveTo>
                    <a:pt x="9963163" y="0"/>
                  </a:moveTo>
                  <a:lnTo>
                    <a:pt x="9760445" y="0"/>
                  </a:lnTo>
                  <a:lnTo>
                    <a:pt x="9427794" y="332574"/>
                  </a:lnTo>
                  <a:lnTo>
                    <a:pt x="9478213" y="382993"/>
                  </a:lnTo>
                  <a:lnTo>
                    <a:pt x="9630499" y="332587"/>
                  </a:lnTo>
                  <a:lnTo>
                    <a:pt x="9963163" y="0"/>
                  </a:lnTo>
                  <a:close/>
                </a:path>
                <a:path w="10660380" h="2206625">
                  <a:moveTo>
                    <a:pt x="10012083" y="1588668"/>
                  </a:moveTo>
                  <a:lnTo>
                    <a:pt x="9961664" y="1538249"/>
                  </a:lnTo>
                  <a:lnTo>
                    <a:pt x="9809353" y="1588668"/>
                  </a:lnTo>
                  <a:lnTo>
                    <a:pt x="9427820" y="1970151"/>
                  </a:lnTo>
                  <a:lnTo>
                    <a:pt x="9478226" y="2020557"/>
                  </a:lnTo>
                  <a:lnTo>
                    <a:pt x="9630512" y="1970151"/>
                  </a:lnTo>
                  <a:lnTo>
                    <a:pt x="10012083" y="1588668"/>
                  </a:lnTo>
                  <a:close/>
                </a:path>
                <a:path w="10660380" h="2206625">
                  <a:moveTo>
                    <a:pt x="10012083" y="1042809"/>
                  </a:moveTo>
                  <a:lnTo>
                    <a:pt x="9961664" y="992390"/>
                  </a:lnTo>
                  <a:lnTo>
                    <a:pt x="9809378" y="1042784"/>
                  </a:lnTo>
                  <a:lnTo>
                    <a:pt x="9427807" y="1424279"/>
                  </a:lnTo>
                  <a:lnTo>
                    <a:pt x="9478226" y="1474698"/>
                  </a:lnTo>
                  <a:lnTo>
                    <a:pt x="9630524" y="1424292"/>
                  </a:lnTo>
                  <a:lnTo>
                    <a:pt x="10012083" y="1042809"/>
                  </a:lnTo>
                  <a:close/>
                </a:path>
                <a:path w="10660380" h="2206625">
                  <a:moveTo>
                    <a:pt x="10012083" y="496963"/>
                  </a:moveTo>
                  <a:lnTo>
                    <a:pt x="9961664" y="446544"/>
                  </a:lnTo>
                  <a:lnTo>
                    <a:pt x="9809378" y="496938"/>
                  </a:lnTo>
                  <a:lnTo>
                    <a:pt x="9427807" y="878433"/>
                  </a:lnTo>
                  <a:lnTo>
                    <a:pt x="9478226" y="928852"/>
                  </a:lnTo>
                  <a:lnTo>
                    <a:pt x="9630524" y="878446"/>
                  </a:lnTo>
                  <a:lnTo>
                    <a:pt x="10012083" y="496963"/>
                  </a:lnTo>
                  <a:close/>
                </a:path>
                <a:path w="10660380" h="2206625">
                  <a:moveTo>
                    <a:pt x="10610990" y="0"/>
                  </a:moveTo>
                  <a:lnTo>
                    <a:pt x="10408272" y="0"/>
                  </a:lnTo>
                  <a:lnTo>
                    <a:pt x="10075621" y="332574"/>
                  </a:lnTo>
                  <a:lnTo>
                    <a:pt x="10126040" y="382993"/>
                  </a:lnTo>
                  <a:lnTo>
                    <a:pt x="10278326" y="332587"/>
                  </a:lnTo>
                  <a:lnTo>
                    <a:pt x="10610990" y="0"/>
                  </a:lnTo>
                  <a:close/>
                </a:path>
                <a:path w="10660380" h="2206625">
                  <a:moveTo>
                    <a:pt x="10659897" y="1588668"/>
                  </a:moveTo>
                  <a:lnTo>
                    <a:pt x="10609478" y="1538249"/>
                  </a:lnTo>
                  <a:lnTo>
                    <a:pt x="10457180" y="1588668"/>
                  </a:lnTo>
                  <a:lnTo>
                    <a:pt x="10075634" y="1970151"/>
                  </a:lnTo>
                  <a:lnTo>
                    <a:pt x="10126040" y="2020557"/>
                  </a:lnTo>
                  <a:lnTo>
                    <a:pt x="10278326" y="1970151"/>
                  </a:lnTo>
                  <a:lnTo>
                    <a:pt x="10659897" y="1588668"/>
                  </a:lnTo>
                  <a:close/>
                </a:path>
                <a:path w="10660380" h="2206625">
                  <a:moveTo>
                    <a:pt x="10659897" y="1042809"/>
                  </a:moveTo>
                  <a:lnTo>
                    <a:pt x="10609478" y="992390"/>
                  </a:lnTo>
                  <a:lnTo>
                    <a:pt x="10457193" y="1042784"/>
                  </a:lnTo>
                  <a:lnTo>
                    <a:pt x="10075621" y="1424279"/>
                  </a:lnTo>
                  <a:lnTo>
                    <a:pt x="10126040" y="1474698"/>
                  </a:lnTo>
                  <a:lnTo>
                    <a:pt x="10278326" y="1424292"/>
                  </a:lnTo>
                  <a:lnTo>
                    <a:pt x="10659897" y="1042809"/>
                  </a:lnTo>
                  <a:close/>
                </a:path>
                <a:path w="10660380" h="2206625">
                  <a:moveTo>
                    <a:pt x="10659897" y="496963"/>
                  </a:moveTo>
                  <a:lnTo>
                    <a:pt x="10609478" y="446544"/>
                  </a:lnTo>
                  <a:lnTo>
                    <a:pt x="10457193" y="496938"/>
                  </a:lnTo>
                  <a:lnTo>
                    <a:pt x="10075621" y="878433"/>
                  </a:lnTo>
                  <a:lnTo>
                    <a:pt x="10126040" y="928852"/>
                  </a:lnTo>
                  <a:lnTo>
                    <a:pt x="10278326" y="878446"/>
                  </a:lnTo>
                  <a:lnTo>
                    <a:pt x="10659897" y="496963"/>
                  </a:lnTo>
                  <a:close/>
                </a:path>
              </a:pathLst>
            </a:custGeom>
            <a:solidFill>
              <a:srgbClr val="0D0F38">
                <a:alpha val="13998"/>
              </a:srgbClr>
            </a:solidFill>
          </p:spPr>
          <p:txBody>
            <a:bodyPr wrap="square" lIns="0" tIns="0" rIns="0" bIns="0" rtlCol="0"/>
            <a:lstStyle/>
            <a:p>
              <a:endParaRPr/>
            </a:p>
          </p:txBody>
        </p:sp>
        <p:sp>
          <p:nvSpPr>
            <p:cNvPr id="8" name="object 8"/>
            <p:cNvSpPr/>
            <p:nvPr/>
          </p:nvSpPr>
          <p:spPr>
            <a:xfrm>
              <a:off x="1315897" y="7437831"/>
              <a:ext cx="9344025" cy="122555"/>
            </a:xfrm>
            <a:custGeom>
              <a:avLst/>
              <a:gdLst/>
              <a:ahLst/>
              <a:cxnLst/>
              <a:rect l="l" t="t" r="r" b="b"/>
              <a:pathLst>
                <a:path w="9344025" h="122554">
                  <a:moveTo>
                    <a:pt x="274497" y="50419"/>
                  </a:moveTo>
                  <a:lnTo>
                    <a:pt x="224078" y="0"/>
                  </a:lnTo>
                  <a:lnTo>
                    <a:pt x="71793" y="50406"/>
                  </a:lnTo>
                  <a:lnTo>
                    <a:pt x="0" y="122174"/>
                  </a:lnTo>
                  <a:lnTo>
                    <a:pt x="202717" y="122174"/>
                  </a:lnTo>
                  <a:lnTo>
                    <a:pt x="274497" y="50419"/>
                  </a:lnTo>
                  <a:close/>
                </a:path>
                <a:path w="9344025" h="122554">
                  <a:moveTo>
                    <a:pt x="922312" y="50419"/>
                  </a:moveTo>
                  <a:lnTo>
                    <a:pt x="871893" y="0"/>
                  </a:lnTo>
                  <a:lnTo>
                    <a:pt x="719607" y="50406"/>
                  </a:lnTo>
                  <a:lnTo>
                    <a:pt x="647827" y="122174"/>
                  </a:lnTo>
                  <a:lnTo>
                    <a:pt x="850544" y="122174"/>
                  </a:lnTo>
                  <a:lnTo>
                    <a:pt x="922312" y="50419"/>
                  </a:lnTo>
                  <a:close/>
                </a:path>
                <a:path w="9344025" h="122554">
                  <a:moveTo>
                    <a:pt x="1570139" y="50419"/>
                  </a:moveTo>
                  <a:lnTo>
                    <a:pt x="1519720" y="0"/>
                  </a:lnTo>
                  <a:lnTo>
                    <a:pt x="1367434" y="50406"/>
                  </a:lnTo>
                  <a:lnTo>
                    <a:pt x="1295641" y="122174"/>
                  </a:lnTo>
                  <a:lnTo>
                    <a:pt x="1498358" y="122174"/>
                  </a:lnTo>
                  <a:lnTo>
                    <a:pt x="1570139" y="50419"/>
                  </a:lnTo>
                  <a:close/>
                </a:path>
                <a:path w="9344025" h="122554">
                  <a:moveTo>
                    <a:pt x="2217966" y="50419"/>
                  </a:moveTo>
                  <a:lnTo>
                    <a:pt x="2167547" y="0"/>
                  </a:lnTo>
                  <a:lnTo>
                    <a:pt x="2015261" y="50406"/>
                  </a:lnTo>
                  <a:lnTo>
                    <a:pt x="1943468" y="122174"/>
                  </a:lnTo>
                  <a:lnTo>
                    <a:pt x="2146185" y="122174"/>
                  </a:lnTo>
                  <a:lnTo>
                    <a:pt x="2217966" y="50419"/>
                  </a:lnTo>
                  <a:close/>
                </a:path>
                <a:path w="9344025" h="122554">
                  <a:moveTo>
                    <a:pt x="2865780" y="50419"/>
                  </a:moveTo>
                  <a:lnTo>
                    <a:pt x="2815361" y="0"/>
                  </a:lnTo>
                  <a:lnTo>
                    <a:pt x="2663075" y="50406"/>
                  </a:lnTo>
                  <a:lnTo>
                    <a:pt x="2591295" y="122174"/>
                  </a:lnTo>
                  <a:lnTo>
                    <a:pt x="2794012" y="122174"/>
                  </a:lnTo>
                  <a:lnTo>
                    <a:pt x="2865780" y="50419"/>
                  </a:lnTo>
                  <a:close/>
                </a:path>
                <a:path w="9344025" h="122554">
                  <a:moveTo>
                    <a:pt x="3513607" y="50419"/>
                  </a:moveTo>
                  <a:lnTo>
                    <a:pt x="3463188" y="0"/>
                  </a:lnTo>
                  <a:lnTo>
                    <a:pt x="3310902" y="50406"/>
                  </a:lnTo>
                  <a:lnTo>
                    <a:pt x="3239109" y="122174"/>
                  </a:lnTo>
                  <a:lnTo>
                    <a:pt x="3441827" y="122174"/>
                  </a:lnTo>
                  <a:lnTo>
                    <a:pt x="3513607" y="50419"/>
                  </a:lnTo>
                  <a:close/>
                </a:path>
                <a:path w="9344025" h="122554">
                  <a:moveTo>
                    <a:pt x="4161421" y="50419"/>
                  </a:moveTo>
                  <a:lnTo>
                    <a:pt x="4111002" y="0"/>
                  </a:lnTo>
                  <a:lnTo>
                    <a:pt x="3958717" y="50406"/>
                  </a:lnTo>
                  <a:lnTo>
                    <a:pt x="3886936" y="122174"/>
                  </a:lnTo>
                  <a:lnTo>
                    <a:pt x="4089654" y="122174"/>
                  </a:lnTo>
                  <a:lnTo>
                    <a:pt x="4161421" y="50419"/>
                  </a:lnTo>
                  <a:close/>
                </a:path>
                <a:path w="9344025" h="122554">
                  <a:moveTo>
                    <a:pt x="4809248" y="50419"/>
                  </a:moveTo>
                  <a:lnTo>
                    <a:pt x="4758829" y="0"/>
                  </a:lnTo>
                  <a:lnTo>
                    <a:pt x="4606544" y="50406"/>
                  </a:lnTo>
                  <a:lnTo>
                    <a:pt x="4534751" y="122174"/>
                  </a:lnTo>
                  <a:lnTo>
                    <a:pt x="4737468" y="122174"/>
                  </a:lnTo>
                  <a:lnTo>
                    <a:pt x="4809248" y="50419"/>
                  </a:lnTo>
                  <a:close/>
                </a:path>
                <a:path w="9344025" h="122554">
                  <a:moveTo>
                    <a:pt x="5457075" y="50419"/>
                  </a:moveTo>
                  <a:lnTo>
                    <a:pt x="5406656" y="0"/>
                  </a:lnTo>
                  <a:lnTo>
                    <a:pt x="5254371" y="50406"/>
                  </a:lnTo>
                  <a:lnTo>
                    <a:pt x="5182578" y="122174"/>
                  </a:lnTo>
                  <a:lnTo>
                    <a:pt x="5385295" y="122174"/>
                  </a:lnTo>
                  <a:lnTo>
                    <a:pt x="5457075" y="50419"/>
                  </a:lnTo>
                  <a:close/>
                </a:path>
                <a:path w="9344025" h="122554">
                  <a:moveTo>
                    <a:pt x="6104890" y="50419"/>
                  </a:moveTo>
                  <a:lnTo>
                    <a:pt x="6054471" y="0"/>
                  </a:lnTo>
                  <a:lnTo>
                    <a:pt x="5902185" y="50406"/>
                  </a:lnTo>
                  <a:lnTo>
                    <a:pt x="5830392" y="122174"/>
                  </a:lnTo>
                  <a:lnTo>
                    <a:pt x="6033109" y="122174"/>
                  </a:lnTo>
                  <a:lnTo>
                    <a:pt x="6104890" y="50419"/>
                  </a:lnTo>
                  <a:close/>
                </a:path>
                <a:path w="9344025" h="122554">
                  <a:moveTo>
                    <a:pt x="6752717" y="50419"/>
                  </a:moveTo>
                  <a:lnTo>
                    <a:pt x="6702298" y="0"/>
                  </a:lnTo>
                  <a:lnTo>
                    <a:pt x="6550012" y="50406"/>
                  </a:lnTo>
                  <a:lnTo>
                    <a:pt x="6478219" y="122174"/>
                  </a:lnTo>
                  <a:lnTo>
                    <a:pt x="6680936" y="122174"/>
                  </a:lnTo>
                  <a:lnTo>
                    <a:pt x="6752717" y="50419"/>
                  </a:lnTo>
                  <a:close/>
                </a:path>
                <a:path w="9344025" h="122554">
                  <a:moveTo>
                    <a:pt x="7400531" y="50419"/>
                  </a:moveTo>
                  <a:lnTo>
                    <a:pt x="7350112" y="0"/>
                  </a:lnTo>
                  <a:lnTo>
                    <a:pt x="7197826" y="50406"/>
                  </a:lnTo>
                  <a:lnTo>
                    <a:pt x="7126046" y="122174"/>
                  </a:lnTo>
                  <a:lnTo>
                    <a:pt x="7328763" y="122174"/>
                  </a:lnTo>
                  <a:lnTo>
                    <a:pt x="7400531" y="50419"/>
                  </a:lnTo>
                  <a:close/>
                </a:path>
                <a:path w="9344025" h="122554">
                  <a:moveTo>
                    <a:pt x="8048358" y="50419"/>
                  </a:moveTo>
                  <a:lnTo>
                    <a:pt x="7997939" y="0"/>
                  </a:lnTo>
                  <a:lnTo>
                    <a:pt x="7845653" y="50406"/>
                  </a:lnTo>
                  <a:lnTo>
                    <a:pt x="7773860" y="122174"/>
                  </a:lnTo>
                  <a:lnTo>
                    <a:pt x="7976578" y="122174"/>
                  </a:lnTo>
                  <a:lnTo>
                    <a:pt x="8048358" y="50419"/>
                  </a:lnTo>
                  <a:close/>
                </a:path>
                <a:path w="9344025" h="122554">
                  <a:moveTo>
                    <a:pt x="8696173" y="50419"/>
                  </a:moveTo>
                  <a:lnTo>
                    <a:pt x="8645754" y="0"/>
                  </a:lnTo>
                  <a:lnTo>
                    <a:pt x="8493468" y="50406"/>
                  </a:lnTo>
                  <a:lnTo>
                    <a:pt x="8421687" y="122174"/>
                  </a:lnTo>
                  <a:lnTo>
                    <a:pt x="8624405" y="122174"/>
                  </a:lnTo>
                  <a:lnTo>
                    <a:pt x="8696173" y="50419"/>
                  </a:lnTo>
                  <a:close/>
                </a:path>
                <a:path w="9344025" h="122554">
                  <a:moveTo>
                    <a:pt x="9344000" y="50419"/>
                  </a:moveTo>
                  <a:lnTo>
                    <a:pt x="9293581" y="0"/>
                  </a:lnTo>
                  <a:lnTo>
                    <a:pt x="9141295" y="50406"/>
                  </a:lnTo>
                  <a:lnTo>
                    <a:pt x="9069502" y="122174"/>
                  </a:lnTo>
                  <a:lnTo>
                    <a:pt x="9272219" y="122174"/>
                  </a:lnTo>
                  <a:lnTo>
                    <a:pt x="9344000" y="50419"/>
                  </a:lnTo>
                  <a:close/>
                </a:path>
              </a:pathLst>
            </a:custGeom>
            <a:solidFill>
              <a:srgbClr val="0D0F38">
                <a:alpha val="13998"/>
              </a:srgbClr>
            </a:solidFill>
          </p:spPr>
          <p:txBody>
            <a:bodyPr wrap="square" lIns="0" tIns="0" rIns="0" bIns="0" rtlCol="0"/>
            <a:lstStyle/>
            <a:p>
              <a:endParaRPr/>
            </a:p>
          </p:txBody>
        </p:sp>
        <p:sp>
          <p:nvSpPr>
            <p:cNvPr id="9" name="object 9"/>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sp>
          <p:nvSpPr>
            <p:cNvPr id="10" name="object 10"/>
            <p:cNvSpPr/>
            <p:nvPr/>
          </p:nvSpPr>
          <p:spPr>
            <a:xfrm>
              <a:off x="8352848" y="2627985"/>
              <a:ext cx="1318260" cy="523875"/>
            </a:xfrm>
            <a:custGeom>
              <a:avLst/>
              <a:gdLst/>
              <a:ahLst/>
              <a:cxnLst/>
              <a:rect l="l" t="t" r="r" b="b"/>
              <a:pathLst>
                <a:path w="1318259" h="523875">
                  <a:moveTo>
                    <a:pt x="1054455" y="25"/>
                  </a:moveTo>
                  <a:lnTo>
                    <a:pt x="0" y="0"/>
                  </a:lnTo>
                  <a:lnTo>
                    <a:pt x="0" y="131114"/>
                  </a:lnTo>
                  <a:lnTo>
                    <a:pt x="263436" y="263525"/>
                  </a:lnTo>
                  <a:lnTo>
                    <a:pt x="263436" y="523494"/>
                  </a:lnTo>
                  <a:lnTo>
                    <a:pt x="1317891" y="523506"/>
                  </a:lnTo>
                  <a:lnTo>
                    <a:pt x="1317891" y="392391"/>
                  </a:lnTo>
                  <a:lnTo>
                    <a:pt x="1054455" y="259981"/>
                  </a:lnTo>
                  <a:lnTo>
                    <a:pt x="1054455" y="25"/>
                  </a:lnTo>
                  <a:close/>
                </a:path>
              </a:pathLst>
            </a:custGeom>
            <a:solidFill>
              <a:srgbClr val="0059C2"/>
            </a:solidFill>
          </p:spPr>
          <p:txBody>
            <a:bodyPr wrap="square" lIns="0" tIns="0" rIns="0" bIns="0" rtlCol="0"/>
            <a:lstStyle/>
            <a:p>
              <a:endParaRPr/>
            </a:p>
          </p:txBody>
        </p:sp>
        <p:sp>
          <p:nvSpPr>
            <p:cNvPr id="11" name="object 11"/>
            <p:cNvSpPr/>
            <p:nvPr/>
          </p:nvSpPr>
          <p:spPr>
            <a:xfrm>
              <a:off x="287997" y="4339475"/>
              <a:ext cx="10109835" cy="1919605"/>
            </a:xfrm>
            <a:custGeom>
              <a:avLst/>
              <a:gdLst/>
              <a:ahLst/>
              <a:cxnLst/>
              <a:rect l="l" t="t" r="r" b="b"/>
              <a:pathLst>
                <a:path w="10109835" h="1919604">
                  <a:moveTo>
                    <a:pt x="1930438" y="0"/>
                  </a:moveTo>
                  <a:lnTo>
                    <a:pt x="0" y="0"/>
                  </a:lnTo>
                  <a:lnTo>
                    <a:pt x="0" y="1919389"/>
                  </a:lnTo>
                  <a:lnTo>
                    <a:pt x="1930438" y="1919389"/>
                  </a:lnTo>
                  <a:lnTo>
                    <a:pt x="1930438" y="0"/>
                  </a:lnTo>
                  <a:close/>
                </a:path>
                <a:path w="10109835" h="1919604">
                  <a:moveTo>
                    <a:pt x="3975239" y="0"/>
                  </a:moveTo>
                  <a:lnTo>
                    <a:pt x="2044801" y="0"/>
                  </a:lnTo>
                  <a:lnTo>
                    <a:pt x="2044801" y="1919389"/>
                  </a:lnTo>
                  <a:lnTo>
                    <a:pt x="3975239" y="1919389"/>
                  </a:lnTo>
                  <a:lnTo>
                    <a:pt x="3975239" y="0"/>
                  </a:lnTo>
                  <a:close/>
                </a:path>
                <a:path w="10109835" h="1919604">
                  <a:moveTo>
                    <a:pt x="6020054" y="0"/>
                  </a:moveTo>
                  <a:lnTo>
                    <a:pt x="4089603" y="0"/>
                  </a:lnTo>
                  <a:lnTo>
                    <a:pt x="4089603" y="1919389"/>
                  </a:lnTo>
                  <a:lnTo>
                    <a:pt x="6020054" y="1919389"/>
                  </a:lnTo>
                  <a:lnTo>
                    <a:pt x="6020054" y="0"/>
                  </a:lnTo>
                  <a:close/>
                </a:path>
                <a:path w="10109835" h="1919604">
                  <a:moveTo>
                    <a:pt x="8064855" y="0"/>
                  </a:moveTo>
                  <a:lnTo>
                    <a:pt x="6134405" y="0"/>
                  </a:lnTo>
                  <a:lnTo>
                    <a:pt x="6134405" y="1919389"/>
                  </a:lnTo>
                  <a:lnTo>
                    <a:pt x="8064855" y="1919389"/>
                  </a:lnTo>
                  <a:lnTo>
                    <a:pt x="8064855" y="0"/>
                  </a:lnTo>
                  <a:close/>
                </a:path>
                <a:path w="10109835" h="1919604">
                  <a:moveTo>
                    <a:pt x="10109657" y="0"/>
                  </a:moveTo>
                  <a:lnTo>
                    <a:pt x="8179206" y="0"/>
                  </a:lnTo>
                  <a:lnTo>
                    <a:pt x="8179206" y="1919389"/>
                  </a:lnTo>
                  <a:lnTo>
                    <a:pt x="10109657" y="1919389"/>
                  </a:lnTo>
                  <a:lnTo>
                    <a:pt x="10109657" y="0"/>
                  </a:lnTo>
                  <a:close/>
                </a:path>
              </a:pathLst>
            </a:custGeom>
            <a:solidFill>
              <a:srgbClr val="05123B"/>
            </a:solidFill>
          </p:spPr>
          <p:txBody>
            <a:bodyPr wrap="square" lIns="0" tIns="0" rIns="0" bIns="0" rtlCol="0"/>
            <a:lstStyle/>
            <a:p>
              <a:endParaRPr/>
            </a:p>
          </p:txBody>
        </p:sp>
      </p:grpSp>
      <p:sp>
        <p:nvSpPr>
          <p:cNvPr id="22" name="object 22" descr="$PPTXTitle"/>
          <p:cNvSpPr txBox="1">
            <a:spLocks noGrp="1"/>
          </p:cNvSpPr>
          <p:nvPr>
            <p:ph type="title"/>
          </p:nvPr>
        </p:nvSpPr>
        <p:spPr>
          <a:xfrm>
            <a:off x="7927936" y="2537262"/>
            <a:ext cx="1460500" cy="632224"/>
          </a:xfrm>
          <a:prstGeom prst="rect">
            <a:avLst/>
          </a:prstGeom>
        </p:spPr>
        <p:txBody>
          <a:bodyPr vert="horz" wrap="square" lIns="0" tIns="16510" rIns="0" bIns="0" rtlCol="0">
            <a:spAutoFit/>
          </a:bodyPr>
          <a:lstStyle/>
          <a:p>
            <a:pPr marL="38100" marR="30480" algn="r">
              <a:lnSpc>
                <a:spcPct val="100000"/>
              </a:lnSpc>
              <a:spcBef>
                <a:spcPts val="130"/>
              </a:spcBef>
            </a:pPr>
            <a:r>
              <a:rPr lang="ar-SA" sz="2000" dirty="0">
                <a:solidFill>
                  <a:schemeClr val="bg1"/>
                </a:solidFill>
                <a:latin typeface="Zanjabeel" pitchFamily="50" charset="-78"/>
                <a:cs typeface="Zanjabeel" pitchFamily="50" charset="-78"/>
              </a:rPr>
              <a:t>التمكين القيادي</a:t>
            </a:r>
            <a:endParaRPr sz="2000" dirty="0">
              <a:solidFill>
                <a:schemeClr val="bg1"/>
              </a:solidFill>
              <a:latin typeface="Zanjabeel" pitchFamily="50" charset="-78"/>
              <a:cs typeface="Zanjabeel" pitchFamily="50" charset="-78"/>
            </a:endParaRPr>
          </a:p>
        </p:txBody>
      </p:sp>
      <p:sp>
        <p:nvSpPr>
          <p:cNvPr id="25" name="object 25"/>
          <p:cNvSpPr/>
          <p:nvPr/>
        </p:nvSpPr>
        <p:spPr>
          <a:xfrm>
            <a:off x="1746580" y="5047208"/>
            <a:ext cx="8651240" cy="76835"/>
          </a:xfrm>
          <a:custGeom>
            <a:avLst/>
            <a:gdLst/>
            <a:ahLst/>
            <a:cxnLst/>
            <a:rect l="l" t="t" r="r" b="b"/>
            <a:pathLst>
              <a:path w="8651240" h="76835">
                <a:moveTo>
                  <a:pt x="478218" y="0"/>
                </a:moveTo>
                <a:lnTo>
                  <a:pt x="0" y="0"/>
                </a:lnTo>
                <a:lnTo>
                  <a:pt x="0" y="18148"/>
                </a:lnTo>
                <a:lnTo>
                  <a:pt x="115582" y="76250"/>
                </a:lnTo>
                <a:lnTo>
                  <a:pt x="478218" y="76250"/>
                </a:lnTo>
                <a:lnTo>
                  <a:pt x="478218" y="0"/>
                </a:lnTo>
                <a:close/>
              </a:path>
              <a:path w="8651240" h="76835">
                <a:moveTo>
                  <a:pt x="2523007" y="0"/>
                </a:moveTo>
                <a:lnTo>
                  <a:pt x="2044788" y="0"/>
                </a:lnTo>
                <a:lnTo>
                  <a:pt x="2044788" y="18148"/>
                </a:lnTo>
                <a:lnTo>
                  <a:pt x="2160371" y="76250"/>
                </a:lnTo>
                <a:lnTo>
                  <a:pt x="2523007" y="76250"/>
                </a:lnTo>
                <a:lnTo>
                  <a:pt x="2523007" y="0"/>
                </a:lnTo>
                <a:close/>
              </a:path>
              <a:path w="8651240" h="76835">
                <a:moveTo>
                  <a:pt x="4567809" y="0"/>
                </a:moveTo>
                <a:lnTo>
                  <a:pt x="4089590" y="0"/>
                </a:lnTo>
                <a:lnTo>
                  <a:pt x="4089590" y="18148"/>
                </a:lnTo>
                <a:lnTo>
                  <a:pt x="4205173" y="76250"/>
                </a:lnTo>
                <a:lnTo>
                  <a:pt x="4567809" y="76250"/>
                </a:lnTo>
                <a:lnTo>
                  <a:pt x="4567809" y="0"/>
                </a:lnTo>
                <a:close/>
              </a:path>
              <a:path w="8651240" h="76835">
                <a:moveTo>
                  <a:pt x="6606260" y="0"/>
                </a:moveTo>
                <a:lnTo>
                  <a:pt x="6128042" y="0"/>
                </a:lnTo>
                <a:lnTo>
                  <a:pt x="6128042" y="18148"/>
                </a:lnTo>
                <a:lnTo>
                  <a:pt x="6243625" y="76250"/>
                </a:lnTo>
                <a:lnTo>
                  <a:pt x="6606260" y="76250"/>
                </a:lnTo>
                <a:lnTo>
                  <a:pt x="6606260" y="0"/>
                </a:lnTo>
                <a:close/>
              </a:path>
              <a:path w="8651240" h="76835">
                <a:moveTo>
                  <a:pt x="8651062" y="0"/>
                </a:moveTo>
                <a:lnTo>
                  <a:pt x="8172844" y="0"/>
                </a:lnTo>
                <a:lnTo>
                  <a:pt x="8172844" y="18148"/>
                </a:lnTo>
                <a:lnTo>
                  <a:pt x="8288426" y="76250"/>
                </a:lnTo>
                <a:lnTo>
                  <a:pt x="8651062" y="76250"/>
                </a:lnTo>
                <a:lnTo>
                  <a:pt x="8651062" y="0"/>
                </a:lnTo>
                <a:close/>
              </a:path>
            </a:pathLst>
          </a:custGeom>
          <a:solidFill>
            <a:srgbClr val="D1E3F2"/>
          </a:solidFill>
        </p:spPr>
        <p:txBody>
          <a:bodyPr wrap="square" lIns="0" tIns="0" rIns="0" bIns="0" rtlCol="0"/>
          <a:lstStyle/>
          <a:p>
            <a:endParaRPr/>
          </a:p>
        </p:txBody>
      </p:sp>
      <p:sp>
        <p:nvSpPr>
          <p:cNvPr id="27" name="object 27"/>
          <p:cNvSpPr txBox="1">
            <a:spLocks noGrp="1"/>
          </p:cNvSpPr>
          <p:nvPr>
            <p:ph type="sldNum" sz="quarter" idx="7"/>
          </p:nvPr>
        </p:nvSpPr>
        <p:spPr>
          <a:prstGeom prst="rect">
            <a:avLst/>
          </a:prstGeom>
        </p:spPr>
        <p:txBody>
          <a:bodyPr vert="horz" wrap="square" lIns="0" tIns="8255" rIns="0" bIns="0" rtlCol="0">
            <a:spAutoFit/>
          </a:bodyPr>
          <a:lstStyle/>
          <a:p>
            <a:pPr marL="27940">
              <a:lnSpc>
                <a:spcPct val="100000"/>
              </a:lnSpc>
              <a:spcBef>
                <a:spcPts val="65"/>
              </a:spcBef>
            </a:pPr>
            <a:fld id="{81D60167-4931-47E6-BA6A-407CBD079E47}" type="slidenum">
              <a:rPr spc="-25" dirty="0"/>
              <a:t>14</a:t>
            </a:fld>
            <a:endParaRPr spc="-25" dirty="0"/>
          </a:p>
        </p:txBody>
      </p:sp>
      <p:sp>
        <p:nvSpPr>
          <p:cNvPr id="28" name="object 14">
            <a:extLst>
              <a:ext uri="{FF2B5EF4-FFF2-40B4-BE49-F238E27FC236}">
                <a16:creationId xmlns:a16="http://schemas.microsoft.com/office/drawing/2014/main" id="{BB08956D-2FD3-9EEA-D34E-5F72ED6815BE}"/>
              </a:ext>
            </a:extLst>
          </p:cNvPr>
          <p:cNvSpPr txBox="1"/>
          <p:nvPr/>
        </p:nvSpPr>
        <p:spPr>
          <a:xfrm>
            <a:off x="8639952" y="5185626"/>
            <a:ext cx="1643380" cy="135935"/>
          </a:xfrm>
          <a:prstGeom prst="rect">
            <a:avLst/>
          </a:prstGeom>
        </p:spPr>
        <p:txBody>
          <a:bodyPr vert="horz" wrap="square" lIns="0" tIns="12700" rIns="0" bIns="0" rtlCol="0">
            <a:spAutoFit/>
          </a:bodyPr>
          <a:lstStyle/>
          <a:p>
            <a:pPr rtl="1"/>
            <a:r>
              <a:rPr lang="ar-SA" sz="800" dirty="0">
                <a:solidFill>
                  <a:schemeClr val="bg1"/>
                </a:solidFill>
                <a:latin typeface="Zanjabeel" pitchFamily="50" charset="-78"/>
                <a:cs typeface="Zanjabeel" pitchFamily="50" charset="-78"/>
              </a:rPr>
              <a:t>1. التشخيص والتقييم القيادي</a:t>
            </a:r>
            <a:endParaRPr lang="ar-SA" sz="800" dirty="0">
              <a:solidFill>
                <a:schemeClr val="bg1"/>
              </a:solidFill>
              <a:effectLst/>
              <a:latin typeface="Zanjabeel" pitchFamily="50" charset="-78"/>
              <a:cs typeface="Zanjabeel" pitchFamily="50" charset="-78"/>
            </a:endParaRPr>
          </a:p>
        </p:txBody>
      </p:sp>
      <p:sp>
        <p:nvSpPr>
          <p:cNvPr id="29" name="object 15">
            <a:extLst>
              <a:ext uri="{FF2B5EF4-FFF2-40B4-BE49-F238E27FC236}">
                <a16:creationId xmlns:a16="http://schemas.microsoft.com/office/drawing/2014/main" id="{79977B53-B28D-FB1D-FC1C-527DA116C0AC}"/>
              </a:ext>
            </a:extLst>
          </p:cNvPr>
          <p:cNvSpPr txBox="1"/>
          <p:nvPr/>
        </p:nvSpPr>
        <p:spPr>
          <a:xfrm>
            <a:off x="8669399" y="5373500"/>
            <a:ext cx="1613933" cy="505267"/>
          </a:xfrm>
          <a:prstGeom prst="rect">
            <a:avLst/>
          </a:prstGeom>
        </p:spPr>
        <p:txBody>
          <a:bodyPr vert="horz" wrap="square" lIns="0" tIns="12700" rIns="0" bIns="0" rtlCol="0">
            <a:spAutoFit/>
          </a:bodyPr>
          <a:lstStyle/>
          <a:p>
            <a:pPr rtl="1"/>
            <a:r>
              <a:rPr lang="ar-SA" sz="800" dirty="0">
                <a:solidFill>
                  <a:schemeClr val="bg1"/>
                </a:solidFill>
                <a:latin typeface="Zanjabeel Thin" pitchFamily="50" charset="-78"/>
                <a:cs typeface="Zanjabeel Thin" pitchFamily="50" charset="-78"/>
              </a:rPr>
              <a:t>تقييم شامل للقدرات القيادية باستخدام أدوات تحليل متقدمة، لقياس الجاهزية القيادية وتحديد فجوات الأداء والسلوك القيادي.</a:t>
            </a:r>
            <a:endParaRPr lang="ar-SA" sz="800" dirty="0">
              <a:solidFill>
                <a:schemeClr val="bg1"/>
              </a:solidFill>
              <a:effectLst/>
              <a:latin typeface="Zanjabeel Thin" pitchFamily="50" charset="-78"/>
              <a:cs typeface="Zanjabeel Thin" pitchFamily="50" charset="-78"/>
            </a:endParaRPr>
          </a:p>
        </p:txBody>
      </p:sp>
      <p:sp>
        <p:nvSpPr>
          <p:cNvPr id="30" name="object 14">
            <a:extLst>
              <a:ext uri="{FF2B5EF4-FFF2-40B4-BE49-F238E27FC236}">
                <a16:creationId xmlns:a16="http://schemas.microsoft.com/office/drawing/2014/main" id="{DB49FC4C-3A39-9C46-782D-4DC9F4DB946B}"/>
              </a:ext>
            </a:extLst>
          </p:cNvPr>
          <p:cNvSpPr txBox="1"/>
          <p:nvPr/>
        </p:nvSpPr>
        <p:spPr>
          <a:xfrm>
            <a:off x="6557249" y="5207246"/>
            <a:ext cx="1643380" cy="135935"/>
          </a:xfrm>
          <a:prstGeom prst="rect">
            <a:avLst/>
          </a:prstGeom>
        </p:spPr>
        <p:txBody>
          <a:bodyPr vert="horz" wrap="square" lIns="0" tIns="12700" rIns="0" bIns="0" rtlCol="0">
            <a:spAutoFit/>
          </a:bodyPr>
          <a:lstStyle/>
          <a:p>
            <a:pPr rtl="1"/>
            <a:r>
              <a:rPr lang="ar-SA" sz="800" dirty="0">
                <a:solidFill>
                  <a:schemeClr val="bg1"/>
                </a:solidFill>
                <a:latin typeface="Zanjabeel" pitchFamily="50" charset="-78"/>
                <a:cs typeface="Zanjabeel" pitchFamily="50" charset="-78"/>
              </a:rPr>
              <a:t>2. التصميم والتخصيص</a:t>
            </a:r>
            <a:endParaRPr lang="ar-SA" sz="800" dirty="0">
              <a:solidFill>
                <a:schemeClr val="bg1"/>
              </a:solidFill>
              <a:effectLst/>
              <a:latin typeface="Zanjabeel" pitchFamily="50" charset="-78"/>
              <a:cs typeface="Zanjabeel" pitchFamily="50" charset="-78"/>
            </a:endParaRPr>
          </a:p>
        </p:txBody>
      </p:sp>
      <p:sp>
        <p:nvSpPr>
          <p:cNvPr id="31" name="object 15">
            <a:extLst>
              <a:ext uri="{FF2B5EF4-FFF2-40B4-BE49-F238E27FC236}">
                <a16:creationId xmlns:a16="http://schemas.microsoft.com/office/drawing/2014/main" id="{E55DED01-B005-8849-1AA1-C3ED942256BF}"/>
              </a:ext>
            </a:extLst>
          </p:cNvPr>
          <p:cNvSpPr txBox="1"/>
          <p:nvPr/>
        </p:nvSpPr>
        <p:spPr>
          <a:xfrm>
            <a:off x="6546265" y="5353684"/>
            <a:ext cx="1654364" cy="505267"/>
          </a:xfrm>
          <a:prstGeom prst="rect">
            <a:avLst/>
          </a:prstGeom>
        </p:spPr>
        <p:txBody>
          <a:bodyPr vert="horz" wrap="square" lIns="0" tIns="12700" rIns="0" bIns="0" rtlCol="0">
            <a:spAutoFit/>
          </a:bodyPr>
          <a:lstStyle/>
          <a:p>
            <a:pPr rtl="1"/>
            <a:r>
              <a:rPr lang="ar-SA" sz="800" dirty="0">
                <a:solidFill>
                  <a:schemeClr val="bg1"/>
                </a:solidFill>
                <a:latin typeface="Zanjabeel Thin" pitchFamily="50" charset="-78"/>
                <a:cs typeface="Zanjabeel Thin" pitchFamily="50" charset="-78"/>
              </a:rPr>
              <a:t>تصميم برامج تطوير ومسارات قيادية مخصّصة تنطلق من احتياجات الجهة، وتراعي السياق التنظيمي والأولويات الاستراتيجية.</a:t>
            </a:r>
            <a:endParaRPr lang="ar-SA" sz="800" dirty="0">
              <a:solidFill>
                <a:schemeClr val="bg1"/>
              </a:solidFill>
              <a:effectLst/>
              <a:latin typeface="Zanjabeel Thin" pitchFamily="50" charset="-78"/>
              <a:cs typeface="Zanjabeel Thin" pitchFamily="50" charset="-78"/>
            </a:endParaRPr>
          </a:p>
        </p:txBody>
      </p:sp>
      <p:sp>
        <p:nvSpPr>
          <p:cNvPr id="32" name="object 14">
            <a:extLst>
              <a:ext uri="{FF2B5EF4-FFF2-40B4-BE49-F238E27FC236}">
                <a16:creationId xmlns:a16="http://schemas.microsoft.com/office/drawing/2014/main" id="{4B353395-1794-6905-C417-5BC5C9E245BE}"/>
              </a:ext>
            </a:extLst>
          </p:cNvPr>
          <p:cNvSpPr txBox="1"/>
          <p:nvPr/>
        </p:nvSpPr>
        <p:spPr>
          <a:xfrm>
            <a:off x="4526251" y="5212760"/>
            <a:ext cx="1643380" cy="135935"/>
          </a:xfrm>
          <a:prstGeom prst="rect">
            <a:avLst/>
          </a:prstGeom>
        </p:spPr>
        <p:txBody>
          <a:bodyPr vert="horz" wrap="square" lIns="0" tIns="12700" rIns="0" bIns="0" rtlCol="0">
            <a:spAutoFit/>
          </a:bodyPr>
          <a:lstStyle/>
          <a:p>
            <a:pPr rtl="1"/>
            <a:r>
              <a:rPr lang="ar-SA" sz="800" dirty="0">
                <a:solidFill>
                  <a:schemeClr val="bg1"/>
                </a:solidFill>
                <a:latin typeface="Zanjabeel" pitchFamily="50" charset="-78"/>
                <a:cs typeface="Zanjabeel" pitchFamily="50" charset="-78"/>
              </a:rPr>
              <a:t>3. التطوير والتطبيق</a:t>
            </a:r>
            <a:endParaRPr lang="ar-SA" sz="800" dirty="0">
              <a:solidFill>
                <a:schemeClr val="bg1"/>
              </a:solidFill>
              <a:effectLst/>
              <a:latin typeface="Zanjabeel" pitchFamily="50" charset="-78"/>
              <a:cs typeface="Zanjabeel" pitchFamily="50" charset="-78"/>
            </a:endParaRPr>
          </a:p>
        </p:txBody>
      </p:sp>
      <p:sp>
        <p:nvSpPr>
          <p:cNvPr id="33" name="object 15">
            <a:extLst>
              <a:ext uri="{FF2B5EF4-FFF2-40B4-BE49-F238E27FC236}">
                <a16:creationId xmlns:a16="http://schemas.microsoft.com/office/drawing/2014/main" id="{4ACDF137-F576-7943-5A6C-7E9284AD0FB0}"/>
              </a:ext>
            </a:extLst>
          </p:cNvPr>
          <p:cNvSpPr txBox="1"/>
          <p:nvPr/>
        </p:nvSpPr>
        <p:spPr>
          <a:xfrm>
            <a:off x="4399945" y="5414861"/>
            <a:ext cx="1772969" cy="505267"/>
          </a:xfrm>
          <a:prstGeom prst="rect">
            <a:avLst/>
          </a:prstGeom>
        </p:spPr>
        <p:txBody>
          <a:bodyPr vert="horz" wrap="square" lIns="0" tIns="12700" rIns="0" bIns="0" rtlCol="0">
            <a:spAutoFit/>
          </a:bodyPr>
          <a:lstStyle/>
          <a:p>
            <a:pPr rtl="1"/>
            <a:r>
              <a:rPr lang="ar-SA" sz="800" dirty="0">
                <a:solidFill>
                  <a:schemeClr val="bg1"/>
                </a:solidFill>
                <a:latin typeface="Zanjabeel Thin" pitchFamily="50" charset="-78"/>
                <a:cs typeface="Zanjabeel Thin" pitchFamily="50" charset="-78"/>
              </a:rPr>
              <a:t>تنفيذ برامج التطوير عبر أساليب تفاعلية، تشمل الإرشاد التنفيذي، وورش العمل التطبيقية، والمحاكاة القيادية الواقعية.</a:t>
            </a:r>
            <a:endParaRPr lang="ar-SA" sz="800" dirty="0">
              <a:solidFill>
                <a:schemeClr val="bg1"/>
              </a:solidFill>
              <a:effectLst/>
              <a:latin typeface="Zanjabeel Thin" pitchFamily="50" charset="-78"/>
              <a:cs typeface="Zanjabeel Thin" pitchFamily="50" charset="-78"/>
            </a:endParaRPr>
          </a:p>
        </p:txBody>
      </p:sp>
      <p:sp>
        <p:nvSpPr>
          <p:cNvPr id="34" name="object 14">
            <a:extLst>
              <a:ext uri="{FF2B5EF4-FFF2-40B4-BE49-F238E27FC236}">
                <a16:creationId xmlns:a16="http://schemas.microsoft.com/office/drawing/2014/main" id="{8B826C4D-CD57-C827-9A4B-DA02A0F8C4A3}"/>
              </a:ext>
            </a:extLst>
          </p:cNvPr>
          <p:cNvSpPr txBox="1"/>
          <p:nvPr/>
        </p:nvSpPr>
        <p:spPr>
          <a:xfrm>
            <a:off x="2503756" y="5217749"/>
            <a:ext cx="1643380" cy="135935"/>
          </a:xfrm>
          <a:prstGeom prst="rect">
            <a:avLst/>
          </a:prstGeom>
        </p:spPr>
        <p:txBody>
          <a:bodyPr vert="horz" wrap="square" lIns="0" tIns="12700" rIns="0" bIns="0" rtlCol="0">
            <a:spAutoFit/>
          </a:bodyPr>
          <a:lstStyle/>
          <a:p>
            <a:pPr rtl="1"/>
            <a:r>
              <a:rPr lang="ar-SA" sz="800" dirty="0">
                <a:solidFill>
                  <a:schemeClr val="bg1"/>
                </a:solidFill>
                <a:latin typeface="Zanjabeel" pitchFamily="50" charset="-78"/>
                <a:cs typeface="Zanjabeel" pitchFamily="50" charset="-78"/>
              </a:rPr>
              <a:t>4. التمكين واتخاذ القرار</a:t>
            </a:r>
            <a:endParaRPr lang="ar-SA" sz="800" dirty="0">
              <a:solidFill>
                <a:schemeClr val="bg1"/>
              </a:solidFill>
              <a:effectLst/>
              <a:latin typeface="Zanjabeel" pitchFamily="50" charset="-78"/>
              <a:cs typeface="Zanjabeel" pitchFamily="50" charset="-78"/>
            </a:endParaRPr>
          </a:p>
        </p:txBody>
      </p:sp>
      <p:sp>
        <p:nvSpPr>
          <p:cNvPr id="35" name="object 15">
            <a:extLst>
              <a:ext uri="{FF2B5EF4-FFF2-40B4-BE49-F238E27FC236}">
                <a16:creationId xmlns:a16="http://schemas.microsoft.com/office/drawing/2014/main" id="{A4331FE7-912F-5691-F6D8-04547FA4C611}"/>
              </a:ext>
            </a:extLst>
          </p:cNvPr>
          <p:cNvSpPr txBox="1"/>
          <p:nvPr/>
        </p:nvSpPr>
        <p:spPr>
          <a:xfrm>
            <a:off x="2468898" y="5414861"/>
            <a:ext cx="1680718" cy="505267"/>
          </a:xfrm>
          <a:prstGeom prst="rect">
            <a:avLst/>
          </a:prstGeom>
        </p:spPr>
        <p:txBody>
          <a:bodyPr vert="horz" wrap="square" lIns="0" tIns="12700" rIns="0" bIns="0" rtlCol="0">
            <a:spAutoFit/>
          </a:bodyPr>
          <a:lstStyle/>
          <a:p>
            <a:pPr rtl="1"/>
            <a:r>
              <a:rPr lang="ar-SA" sz="800" dirty="0">
                <a:solidFill>
                  <a:schemeClr val="bg1"/>
                </a:solidFill>
                <a:latin typeface="Zanjabeel Thin" pitchFamily="50" charset="-78"/>
                <a:cs typeface="Zanjabeel Thin" pitchFamily="50" charset="-78"/>
              </a:rPr>
              <a:t>تعزيز قدرات القادة على اتخاذ القرار في البيئات عالية التغيّر، من خلال تجارب عملية ومحاكاة سيناريوهات معقّدة.</a:t>
            </a:r>
            <a:endParaRPr lang="ar-SA" sz="800" dirty="0">
              <a:solidFill>
                <a:schemeClr val="bg1"/>
              </a:solidFill>
              <a:effectLst/>
              <a:latin typeface="Zanjabeel Thin" pitchFamily="50" charset="-78"/>
              <a:cs typeface="Zanjabeel Thin" pitchFamily="50" charset="-78"/>
            </a:endParaRPr>
          </a:p>
        </p:txBody>
      </p:sp>
      <p:sp>
        <p:nvSpPr>
          <p:cNvPr id="36" name="object 14">
            <a:extLst>
              <a:ext uri="{FF2B5EF4-FFF2-40B4-BE49-F238E27FC236}">
                <a16:creationId xmlns:a16="http://schemas.microsoft.com/office/drawing/2014/main" id="{7A35666A-3733-5C65-482B-FD406E6E13B4}"/>
              </a:ext>
            </a:extLst>
          </p:cNvPr>
          <p:cNvSpPr txBox="1"/>
          <p:nvPr/>
        </p:nvSpPr>
        <p:spPr>
          <a:xfrm>
            <a:off x="410068" y="5231128"/>
            <a:ext cx="1643380" cy="135935"/>
          </a:xfrm>
          <a:prstGeom prst="rect">
            <a:avLst/>
          </a:prstGeom>
        </p:spPr>
        <p:txBody>
          <a:bodyPr vert="horz" wrap="square" lIns="0" tIns="12700" rIns="0" bIns="0" rtlCol="0">
            <a:spAutoFit/>
          </a:bodyPr>
          <a:lstStyle/>
          <a:p>
            <a:pPr rtl="1"/>
            <a:r>
              <a:rPr lang="ar-SA" sz="800" dirty="0">
                <a:solidFill>
                  <a:schemeClr val="bg1"/>
                </a:solidFill>
                <a:latin typeface="Zanjabeel" pitchFamily="50" charset="-78"/>
                <a:cs typeface="Zanjabeel" pitchFamily="50" charset="-78"/>
              </a:rPr>
              <a:t>5. القياس والاستدامة</a:t>
            </a:r>
            <a:endParaRPr lang="ar-SA" sz="800" dirty="0">
              <a:solidFill>
                <a:schemeClr val="bg1"/>
              </a:solidFill>
              <a:effectLst/>
              <a:latin typeface="Zanjabeel" pitchFamily="50" charset="-78"/>
              <a:cs typeface="Zanjabeel" pitchFamily="50" charset="-78"/>
            </a:endParaRPr>
          </a:p>
        </p:txBody>
      </p:sp>
      <p:sp>
        <p:nvSpPr>
          <p:cNvPr id="37" name="object 15">
            <a:extLst>
              <a:ext uri="{FF2B5EF4-FFF2-40B4-BE49-F238E27FC236}">
                <a16:creationId xmlns:a16="http://schemas.microsoft.com/office/drawing/2014/main" id="{123AAAAF-82B5-CD37-B10C-E14F6DA3B969}"/>
              </a:ext>
            </a:extLst>
          </p:cNvPr>
          <p:cNvSpPr txBox="1"/>
          <p:nvPr/>
        </p:nvSpPr>
        <p:spPr>
          <a:xfrm>
            <a:off x="389018" y="5414860"/>
            <a:ext cx="1685479" cy="505267"/>
          </a:xfrm>
          <a:prstGeom prst="rect">
            <a:avLst/>
          </a:prstGeom>
        </p:spPr>
        <p:txBody>
          <a:bodyPr vert="horz" wrap="square" lIns="0" tIns="12700" rIns="0" bIns="0" rtlCol="0">
            <a:spAutoFit/>
          </a:bodyPr>
          <a:lstStyle/>
          <a:p>
            <a:pPr rtl="1"/>
            <a:r>
              <a:rPr lang="ar-SA" sz="800" dirty="0">
                <a:solidFill>
                  <a:schemeClr val="bg1"/>
                </a:solidFill>
                <a:latin typeface="Zanjabeel Thin" pitchFamily="50" charset="-78"/>
                <a:cs typeface="Zanjabeel Thin" pitchFamily="50" charset="-78"/>
              </a:rPr>
              <a:t>ربط مخرجات التطوير القيادي بمؤشرات الأداء المؤسسي، وقياس الأثر، وضمان التحسين المستمر واستدامة النتائج.</a:t>
            </a:r>
            <a:endParaRPr lang="ar-SA" sz="800" dirty="0">
              <a:solidFill>
                <a:schemeClr val="bg1"/>
              </a:solidFill>
              <a:effectLst/>
              <a:latin typeface="Zanjabeel Thin" pitchFamily="50" charset="-78"/>
              <a:cs typeface="Zanjabeel Thin" pitchFamily="50" charset="-78"/>
            </a:endParaRPr>
          </a:p>
        </p:txBody>
      </p:sp>
      <p:sp>
        <p:nvSpPr>
          <p:cNvPr id="12" name="TextBox 11">
            <a:extLst>
              <a:ext uri="{FF2B5EF4-FFF2-40B4-BE49-F238E27FC236}">
                <a16:creationId xmlns:a16="http://schemas.microsoft.com/office/drawing/2014/main" id="{30CF833A-577E-DC0A-573F-849190BFBBEE}"/>
              </a:ext>
            </a:extLst>
          </p:cNvPr>
          <p:cNvSpPr txBox="1"/>
          <p:nvPr/>
        </p:nvSpPr>
        <p:spPr>
          <a:xfrm>
            <a:off x="7890747" y="238471"/>
            <a:ext cx="2392585"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ملف تعريفي               2026       </a:t>
            </a:r>
            <a:endParaRPr lang="en-US" sz="700" dirty="0">
              <a:solidFill>
                <a:schemeClr val="bg1"/>
              </a:solidFill>
              <a:latin typeface="Zanjabeel" pitchFamily="50" charset="-78"/>
              <a:cs typeface="Zanjabeel" pitchFamily="50" charset="-78"/>
            </a:endParaRPr>
          </a:p>
        </p:txBody>
      </p:sp>
      <p:sp>
        <p:nvSpPr>
          <p:cNvPr id="13" name="TextBox 12">
            <a:extLst>
              <a:ext uri="{FF2B5EF4-FFF2-40B4-BE49-F238E27FC236}">
                <a16:creationId xmlns:a16="http://schemas.microsoft.com/office/drawing/2014/main" id="{38344904-7598-6448-1665-226413C198CD}"/>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tx1"/>
                </a:solidFill>
                <a:latin typeface="Zanjabeel" pitchFamily="50" charset="-78"/>
                <a:cs typeface="Zanjabeel" pitchFamily="50" charset="-78"/>
              </a:rPr>
              <a:t>التمكين القيادي</a:t>
            </a:r>
            <a:endParaRPr lang="en-US" sz="700" dirty="0">
              <a:solidFill>
                <a:schemeClr val="tx1"/>
              </a:solidFill>
              <a:latin typeface="Zanjabeel" pitchFamily="50" charset="-78"/>
              <a:cs typeface="Zanjabeel" pitchFamily="50" charset="-78"/>
            </a:endParaRPr>
          </a:p>
        </p:txBody>
      </p:sp>
      <p:sp>
        <p:nvSpPr>
          <p:cNvPr id="14" name="object 12">
            <a:extLst>
              <a:ext uri="{FF2B5EF4-FFF2-40B4-BE49-F238E27FC236}">
                <a16:creationId xmlns:a16="http://schemas.microsoft.com/office/drawing/2014/main" id="{620F751C-C86D-4BD7-EBBD-F6573FBBE7D0}"/>
              </a:ext>
            </a:extLst>
          </p:cNvPr>
          <p:cNvSpPr txBox="1"/>
          <p:nvPr/>
        </p:nvSpPr>
        <p:spPr>
          <a:xfrm>
            <a:off x="7774439" y="4010905"/>
            <a:ext cx="1638935" cy="182101"/>
          </a:xfrm>
          <a:prstGeom prst="rect">
            <a:avLst/>
          </a:prstGeom>
        </p:spPr>
        <p:txBody>
          <a:bodyPr vert="horz" wrap="square" lIns="0" tIns="12700" rIns="0" bIns="0" rtlCol="0">
            <a:spAutoFit/>
          </a:bodyPr>
          <a:lstStyle/>
          <a:p>
            <a:pPr marL="38100" marR="30480" algn="r">
              <a:lnSpc>
                <a:spcPct val="100000"/>
              </a:lnSpc>
              <a:spcBef>
                <a:spcPts val="100"/>
              </a:spcBef>
            </a:pPr>
            <a:r>
              <a:rPr lang="ar-SA" sz="1100" dirty="0">
                <a:solidFill>
                  <a:schemeClr val="bg1"/>
                </a:solidFill>
                <a:latin typeface="Zanjabeel" pitchFamily="50" charset="-78"/>
                <a:cs typeface="Zanjabeel" pitchFamily="50" charset="-78"/>
              </a:rPr>
              <a:t>المنهجـــــيــة المتبــــعــة</a:t>
            </a:r>
            <a:endParaRPr sz="1100" dirty="0">
              <a:solidFill>
                <a:schemeClr val="bg1"/>
              </a:solidFill>
              <a:latin typeface="Zanjabeel" pitchFamily="50" charset="-78"/>
              <a:cs typeface="Zanjabeel" pitchFamily="50" charset="-7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sp>
        <p:nvSpPr>
          <p:cNvPr id="5" name="object 5"/>
          <p:cNvSpPr/>
          <p:nvPr/>
        </p:nvSpPr>
        <p:spPr>
          <a:xfrm>
            <a:off x="8027856" y="1305300"/>
            <a:ext cx="1318260" cy="523875"/>
          </a:xfrm>
          <a:custGeom>
            <a:avLst/>
            <a:gdLst/>
            <a:ahLst/>
            <a:cxnLst/>
            <a:rect l="l" t="t" r="r" b="b"/>
            <a:pathLst>
              <a:path w="1318259" h="523875">
                <a:moveTo>
                  <a:pt x="1054455" y="25"/>
                </a:moveTo>
                <a:lnTo>
                  <a:pt x="0" y="0"/>
                </a:lnTo>
                <a:lnTo>
                  <a:pt x="0" y="131114"/>
                </a:lnTo>
                <a:lnTo>
                  <a:pt x="263436" y="263525"/>
                </a:lnTo>
                <a:lnTo>
                  <a:pt x="263436" y="523494"/>
                </a:lnTo>
                <a:lnTo>
                  <a:pt x="1317891" y="523506"/>
                </a:lnTo>
                <a:lnTo>
                  <a:pt x="1317891" y="392391"/>
                </a:lnTo>
                <a:lnTo>
                  <a:pt x="1054455" y="259981"/>
                </a:lnTo>
                <a:lnTo>
                  <a:pt x="1054455" y="25"/>
                </a:lnTo>
                <a:close/>
              </a:path>
            </a:pathLst>
          </a:custGeom>
          <a:solidFill>
            <a:srgbClr val="D6E5F5"/>
          </a:solidFill>
        </p:spPr>
        <p:txBody>
          <a:bodyPr wrap="square" lIns="0" tIns="0" rIns="0" bIns="0" rtlCol="0"/>
          <a:lstStyle/>
          <a:p>
            <a:endParaRPr/>
          </a:p>
        </p:txBody>
      </p:sp>
      <p:grpSp>
        <p:nvGrpSpPr>
          <p:cNvPr id="6" name="object 6"/>
          <p:cNvGrpSpPr/>
          <p:nvPr/>
        </p:nvGrpSpPr>
        <p:grpSpPr>
          <a:xfrm>
            <a:off x="1310398" y="2314295"/>
            <a:ext cx="1918335" cy="2029460"/>
            <a:chOff x="1310398" y="2314295"/>
            <a:chExt cx="1918335" cy="2029460"/>
          </a:xfrm>
        </p:grpSpPr>
        <p:sp>
          <p:nvSpPr>
            <p:cNvPr id="7" name="object 7"/>
            <p:cNvSpPr/>
            <p:nvPr/>
          </p:nvSpPr>
          <p:spPr>
            <a:xfrm>
              <a:off x="1310398" y="2314308"/>
              <a:ext cx="1918335" cy="2029460"/>
            </a:xfrm>
            <a:custGeom>
              <a:avLst/>
              <a:gdLst/>
              <a:ahLst/>
              <a:cxnLst/>
              <a:rect l="l" t="t" r="r" b="b"/>
              <a:pathLst>
                <a:path w="1918335" h="2029460">
                  <a:moveTo>
                    <a:pt x="0" y="2029104"/>
                  </a:moveTo>
                  <a:lnTo>
                    <a:pt x="1918284" y="2029104"/>
                  </a:lnTo>
                  <a:lnTo>
                    <a:pt x="1918284" y="0"/>
                  </a:lnTo>
                  <a:lnTo>
                    <a:pt x="0" y="0"/>
                  </a:lnTo>
                  <a:lnTo>
                    <a:pt x="0" y="2029104"/>
                  </a:lnTo>
                  <a:close/>
                </a:path>
              </a:pathLst>
            </a:custGeom>
            <a:solidFill>
              <a:srgbClr val="D6E5F5"/>
            </a:solidFill>
          </p:spPr>
          <p:txBody>
            <a:bodyPr wrap="square" lIns="0" tIns="0" rIns="0" bIns="0" rtlCol="0"/>
            <a:lstStyle/>
            <a:p>
              <a:endParaRPr/>
            </a:p>
          </p:txBody>
        </p:sp>
        <p:sp>
          <p:nvSpPr>
            <p:cNvPr id="8" name="object 8"/>
            <p:cNvSpPr/>
            <p:nvPr/>
          </p:nvSpPr>
          <p:spPr>
            <a:xfrm>
              <a:off x="1310386" y="2314295"/>
              <a:ext cx="1918335" cy="1993264"/>
            </a:xfrm>
            <a:custGeom>
              <a:avLst/>
              <a:gdLst/>
              <a:ahLst/>
              <a:cxnLst/>
              <a:rect l="l" t="t" r="r" b="b"/>
              <a:pathLst>
                <a:path w="1918335" h="1993264">
                  <a:moveTo>
                    <a:pt x="185191" y="0"/>
                  </a:moveTo>
                  <a:lnTo>
                    <a:pt x="69989" y="0"/>
                  </a:lnTo>
                  <a:lnTo>
                    <a:pt x="0" y="69977"/>
                  </a:lnTo>
                  <a:lnTo>
                    <a:pt x="0" y="130098"/>
                  </a:lnTo>
                  <a:lnTo>
                    <a:pt x="82308" y="102857"/>
                  </a:lnTo>
                  <a:lnTo>
                    <a:pt x="185191" y="0"/>
                  </a:lnTo>
                  <a:close/>
                </a:path>
                <a:path w="1918335" h="1993264">
                  <a:moveTo>
                    <a:pt x="299161" y="1747215"/>
                  </a:moveTo>
                  <a:lnTo>
                    <a:pt x="270510" y="1718564"/>
                  </a:lnTo>
                  <a:lnTo>
                    <a:pt x="183972" y="1747202"/>
                  </a:lnTo>
                  <a:lnTo>
                    <a:pt x="12" y="1931136"/>
                  </a:lnTo>
                  <a:lnTo>
                    <a:pt x="12" y="1991245"/>
                  </a:lnTo>
                  <a:lnTo>
                    <a:pt x="82334" y="1964004"/>
                  </a:lnTo>
                  <a:lnTo>
                    <a:pt x="299161" y="1747215"/>
                  </a:lnTo>
                  <a:close/>
                </a:path>
                <a:path w="1918335" h="1993264">
                  <a:moveTo>
                    <a:pt x="299161" y="1437030"/>
                  </a:moveTo>
                  <a:lnTo>
                    <a:pt x="270510" y="1408379"/>
                  </a:lnTo>
                  <a:lnTo>
                    <a:pt x="183972" y="1437017"/>
                  </a:lnTo>
                  <a:lnTo>
                    <a:pt x="12" y="1620939"/>
                  </a:lnTo>
                  <a:lnTo>
                    <a:pt x="12" y="1681060"/>
                  </a:lnTo>
                  <a:lnTo>
                    <a:pt x="82334" y="1653806"/>
                  </a:lnTo>
                  <a:lnTo>
                    <a:pt x="299161" y="1437030"/>
                  </a:lnTo>
                  <a:close/>
                </a:path>
                <a:path w="1918335" h="1993264">
                  <a:moveTo>
                    <a:pt x="299161" y="1126832"/>
                  </a:moveTo>
                  <a:lnTo>
                    <a:pt x="270510" y="1098181"/>
                  </a:lnTo>
                  <a:lnTo>
                    <a:pt x="183972" y="1126820"/>
                  </a:lnTo>
                  <a:lnTo>
                    <a:pt x="12" y="1310754"/>
                  </a:lnTo>
                  <a:lnTo>
                    <a:pt x="12" y="1370863"/>
                  </a:lnTo>
                  <a:lnTo>
                    <a:pt x="82334" y="1343609"/>
                  </a:lnTo>
                  <a:lnTo>
                    <a:pt x="299161" y="1126832"/>
                  </a:lnTo>
                  <a:close/>
                </a:path>
                <a:path w="1918335" h="1993264">
                  <a:moveTo>
                    <a:pt x="299161" y="816648"/>
                  </a:moveTo>
                  <a:lnTo>
                    <a:pt x="270510" y="787996"/>
                  </a:lnTo>
                  <a:lnTo>
                    <a:pt x="183972" y="816635"/>
                  </a:lnTo>
                  <a:lnTo>
                    <a:pt x="12" y="1000556"/>
                  </a:lnTo>
                  <a:lnTo>
                    <a:pt x="12" y="1060678"/>
                  </a:lnTo>
                  <a:lnTo>
                    <a:pt x="82334" y="1033424"/>
                  </a:lnTo>
                  <a:lnTo>
                    <a:pt x="299161" y="816648"/>
                  </a:lnTo>
                  <a:close/>
                </a:path>
                <a:path w="1918335" h="1993264">
                  <a:moveTo>
                    <a:pt x="299161" y="506450"/>
                  </a:moveTo>
                  <a:lnTo>
                    <a:pt x="270510" y="477799"/>
                  </a:lnTo>
                  <a:lnTo>
                    <a:pt x="183972" y="506437"/>
                  </a:lnTo>
                  <a:lnTo>
                    <a:pt x="12" y="690372"/>
                  </a:lnTo>
                  <a:lnTo>
                    <a:pt x="12" y="750481"/>
                  </a:lnTo>
                  <a:lnTo>
                    <a:pt x="82334" y="723226"/>
                  </a:lnTo>
                  <a:lnTo>
                    <a:pt x="299161" y="506450"/>
                  </a:lnTo>
                  <a:close/>
                </a:path>
                <a:path w="1918335" h="1993264">
                  <a:moveTo>
                    <a:pt x="299161" y="196265"/>
                  </a:moveTo>
                  <a:lnTo>
                    <a:pt x="270510" y="167614"/>
                  </a:lnTo>
                  <a:lnTo>
                    <a:pt x="183972" y="196253"/>
                  </a:lnTo>
                  <a:lnTo>
                    <a:pt x="12" y="380174"/>
                  </a:lnTo>
                  <a:lnTo>
                    <a:pt x="12" y="440296"/>
                  </a:lnTo>
                  <a:lnTo>
                    <a:pt x="82334" y="413042"/>
                  </a:lnTo>
                  <a:lnTo>
                    <a:pt x="299161" y="196265"/>
                  </a:lnTo>
                  <a:close/>
                </a:path>
                <a:path w="1918335" h="1993264">
                  <a:moveTo>
                    <a:pt x="553326" y="12"/>
                  </a:moveTo>
                  <a:lnTo>
                    <a:pt x="438124" y="12"/>
                  </a:lnTo>
                  <a:lnTo>
                    <a:pt x="335267" y="102844"/>
                  </a:lnTo>
                  <a:lnTo>
                    <a:pt x="363918" y="131508"/>
                  </a:lnTo>
                  <a:lnTo>
                    <a:pt x="450456" y="102857"/>
                  </a:lnTo>
                  <a:lnTo>
                    <a:pt x="553326" y="12"/>
                  </a:lnTo>
                  <a:close/>
                </a:path>
                <a:path w="1918335" h="1993264">
                  <a:moveTo>
                    <a:pt x="667296" y="1747215"/>
                  </a:moveTo>
                  <a:lnTo>
                    <a:pt x="638644" y="1718564"/>
                  </a:lnTo>
                  <a:lnTo>
                    <a:pt x="552081" y="1747215"/>
                  </a:lnTo>
                  <a:lnTo>
                    <a:pt x="335292" y="1964004"/>
                  </a:lnTo>
                  <a:lnTo>
                    <a:pt x="363931" y="1992642"/>
                  </a:lnTo>
                  <a:lnTo>
                    <a:pt x="450469" y="1964004"/>
                  </a:lnTo>
                  <a:lnTo>
                    <a:pt x="667296" y="1747215"/>
                  </a:lnTo>
                  <a:close/>
                </a:path>
                <a:path w="1918335" h="1993264">
                  <a:moveTo>
                    <a:pt x="667296" y="1437030"/>
                  </a:moveTo>
                  <a:lnTo>
                    <a:pt x="638644" y="1408379"/>
                  </a:lnTo>
                  <a:lnTo>
                    <a:pt x="552081" y="1437030"/>
                  </a:lnTo>
                  <a:lnTo>
                    <a:pt x="335280" y="1653806"/>
                  </a:lnTo>
                  <a:lnTo>
                    <a:pt x="363931" y="1682457"/>
                  </a:lnTo>
                  <a:lnTo>
                    <a:pt x="450469" y="1653806"/>
                  </a:lnTo>
                  <a:lnTo>
                    <a:pt x="667296" y="1437030"/>
                  </a:lnTo>
                  <a:close/>
                </a:path>
                <a:path w="1918335" h="1993264">
                  <a:moveTo>
                    <a:pt x="667296" y="1126832"/>
                  </a:moveTo>
                  <a:lnTo>
                    <a:pt x="638644" y="1098181"/>
                  </a:lnTo>
                  <a:lnTo>
                    <a:pt x="552081" y="1126832"/>
                  </a:lnTo>
                  <a:lnTo>
                    <a:pt x="335280" y="1343609"/>
                  </a:lnTo>
                  <a:lnTo>
                    <a:pt x="363931" y="1372260"/>
                  </a:lnTo>
                  <a:lnTo>
                    <a:pt x="450469" y="1343609"/>
                  </a:lnTo>
                  <a:lnTo>
                    <a:pt x="667296" y="1126832"/>
                  </a:lnTo>
                  <a:close/>
                </a:path>
                <a:path w="1918335" h="1993264">
                  <a:moveTo>
                    <a:pt x="667296" y="816648"/>
                  </a:moveTo>
                  <a:lnTo>
                    <a:pt x="638644" y="787996"/>
                  </a:lnTo>
                  <a:lnTo>
                    <a:pt x="552081" y="816648"/>
                  </a:lnTo>
                  <a:lnTo>
                    <a:pt x="335280" y="1033424"/>
                  </a:lnTo>
                  <a:lnTo>
                    <a:pt x="363931" y="1062075"/>
                  </a:lnTo>
                  <a:lnTo>
                    <a:pt x="450469" y="1033424"/>
                  </a:lnTo>
                  <a:lnTo>
                    <a:pt x="667296" y="816648"/>
                  </a:lnTo>
                  <a:close/>
                </a:path>
                <a:path w="1918335" h="1993264">
                  <a:moveTo>
                    <a:pt x="667296" y="506450"/>
                  </a:moveTo>
                  <a:lnTo>
                    <a:pt x="638644" y="477799"/>
                  </a:lnTo>
                  <a:lnTo>
                    <a:pt x="552081" y="506450"/>
                  </a:lnTo>
                  <a:lnTo>
                    <a:pt x="335280" y="723226"/>
                  </a:lnTo>
                  <a:lnTo>
                    <a:pt x="363931" y="751878"/>
                  </a:lnTo>
                  <a:lnTo>
                    <a:pt x="450469" y="723226"/>
                  </a:lnTo>
                  <a:lnTo>
                    <a:pt x="667296" y="506450"/>
                  </a:lnTo>
                  <a:close/>
                </a:path>
                <a:path w="1918335" h="1993264">
                  <a:moveTo>
                    <a:pt x="667296" y="196265"/>
                  </a:moveTo>
                  <a:lnTo>
                    <a:pt x="638644" y="167614"/>
                  </a:lnTo>
                  <a:lnTo>
                    <a:pt x="552081" y="196265"/>
                  </a:lnTo>
                  <a:lnTo>
                    <a:pt x="335280" y="413042"/>
                  </a:lnTo>
                  <a:lnTo>
                    <a:pt x="363931" y="441693"/>
                  </a:lnTo>
                  <a:lnTo>
                    <a:pt x="450469" y="413042"/>
                  </a:lnTo>
                  <a:lnTo>
                    <a:pt x="667296" y="196265"/>
                  </a:lnTo>
                  <a:close/>
                </a:path>
                <a:path w="1918335" h="1993264">
                  <a:moveTo>
                    <a:pt x="921461" y="12"/>
                  </a:moveTo>
                  <a:lnTo>
                    <a:pt x="806259" y="12"/>
                  </a:lnTo>
                  <a:lnTo>
                    <a:pt x="703402" y="102844"/>
                  </a:lnTo>
                  <a:lnTo>
                    <a:pt x="732053" y="131508"/>
                  </a:lnTo>
                  <a:lnTo>
                    <a:pt x="818591" y="102857"/>
                  </a:lnTo>
                  <a:lnTo>
                    <a:pt x="921461" y="12"/>
                  </a:lnTo>
                  <a:close/>
                </a:path>
                <a:path w="1918335" h="1993264">
                  <a:moveTo>
                    <a:pt x="1035431" y="1747215"/>
                  </a:moveTo>
                  <a:lnTo>
                    <a:pt x="1006779" y="1718564"/>
                  </a:lnTo>
                  <a:lnTo>
                    <a:pt x="920216" y="1747215"/>
                  </a:lnTo>
                  <a:lnTo>
                    <a:pt x="703427" y="1964004"/>
                  </a:lnTo>
                  <a:lnTo>
                    <a:pt x="732066" y="1992642"/>
                  </a:lnTo>
                  <a:lnTo>
                    <a:pt x="818603" y="1964004"/>
                  </a:lnTo>
                  <a:lnTo>
                    <a:pt x="1035431" y="1747215"/>
                  </a:lnTo>
                  <a:close/>
                </a:path>
                <a:path w="1918335" h="1993264">
                  <a:moveTo>
                    <a:pt x="1035431" y="1437030"/>
                  </a:moveTo>
                  <a:lnTo>
                    <a:pt x="1006779" y="1408379"/>
                  </a:lnTo>
                  <a:lnTo>
                    <a:pt x="920216" y="1437030"/>
                  </a:lnTo>
                  <a:lnTo>
                    <a:pt x="703414" y="1653806"/>
                  </a:lnTo>
                  <a:lnTo>
                    <a:pt x="732066" y="1682457"/>
                  </a:lnTo>
                  <a:lnTo>
                    <a:pt x="818603" y="1653806"/>
                  </a:lnTo>
                  <a:lnTo>
                    <a:pt x="1035431" y="1437030"/>
                  </a:lnTo>
                  <a:close/>
                </a:path>
                <a:path w="1918335" h="1993264">
                  <a:moveTo>
                    <a:pt x="1035431" y="1126832"/>
                  </a:moveTo>
                  <a:lnTo>
                    <a:pt x="1006779" y="1098181"/>
                  </a:lnTo>
                  <a:lnTo>
                    <a:pt x="920216" y="1126832"/>
                  </a:lnTo>
                  <a:lnTo>
                    <a:pt x="703414" y="1343609"/>
                  </a:lnTo>
                  <a:lnTo>
                    <a:pt x="732066" y="1372260"/>
                  </a:lnTo>
                  <a:lnTo>
                    <a:pt x="818603" y="1343609"/>
                  </a:lnTo>
                  <a:lnTo>
                    <a:pt x="1035431" y="1126832"/>
                  </a:lnTo>
                  <a:close/>
                </a:path>
                <a:path w="1918335" h="1993264">
                  <a:moveTo>
                    <a:pt x="1035431" y="816648"/>
                  </a:moveTo>
                  <a:lnTo>
                    <a:pt x="1006779" y="787996"/>
                  </a:lnTo>
                  <a:lnTo>
                    <a:pt x="920216" y="816648"/>
                  </a:lnTo>
                  <a:lnTo>
                    <a:pt x="703414" y="1033424"/>
                  </a:lnTo>
                  <a:lnTo>
                    <a:pt x="732066" y="1062075"/>
                  </a:lnTo>
                  <a:lnTo>
                    <a:pt x="818603" y="1033424"/>
                  </a:lnTo>
                  <a:lnTo>
                    <a:pt x="1035431" y="816648"/>
                  </a:lnTo>
                  <a:close/>
                </a:path>
                <a:path w="1918335" h="1993264">
                  <a:moveTo>
                    <a:pt x="1035431" y="506450"/>
                  </a:moveTo>
                  <a:lnTo>
                    <a:pt x="1006779" y="477799"/>
                  </a:lnTo>
                  <a:lnTo>
                    <a:pt x="920216" y="506450"/>
                  </a:lnTo>
                  <a:lnTo>
                    <a:pt x="703414" y="723226"/>
                  </a:lnTo>
                  <a:lnTo>
                    <a:pt x="732066" y="751878"/>
                  </a:lnTo>
                  <a:lnTo>
                    <a:pt x="818603" y="723226"/>
                  </a:lnTo>
                  <a:lnTo>
                    <a:pt x="1035431" y="506450"/>
                  </a:lnTo>
                  <a:close/>
                </a:path>
                <a:path w="1918335" h="1993264">
                  <a:moveTo>
                    <a:pt x="1035431" y="196265"/>
                  </a:moveTo>
                  <a:lnTo>
                    <a:pt x="1006779" y="167614"/>
                  </a:lnTo>
                  <a:lnTo>
                    <a:pt x="920216" y="196265"/>
                  </a:lnTo>
                  <a:lnTo>
                    <a:pt x="703414" y="413042"/>
                  </a:lnTo>
                  <a:lnTo>
                    <a:pt x="732066" y="441693"/>
                  </a:lnTo>
                  <a:lnTo>
                    <a:pt x="818603" y="413042"/>
                  </a:lnTo>
                  <a:lnTo>
                    <a:pt x="1035431" y="196265"/>
                  </a:lnTo>
                  <a:close/>
                </a:path>
                <a:path w="1918335" h="1993264">
                  <a:moveTo>
                    <a:pt x="1289596" y="12"/>
                  </a:moveTo>
                  <a:lnTo>
                    <a:pt x="1174394" y="12"/>
                  </a:lnTo>
                  <a:lnTo>
                    <a:pt x="1071537" y="102844"/>
                  </a:lnTo>
                  <a:lnTo>
                    <a:pt x="1100175" y="131508"/>
                  </a:lnTo>
                  <a:lnTo>
                    <a:pt x="1186726" y="102857"/>
                  </a:lnTo>
                  <a:lnTo>
                    <a:pt x="1289596" y="12"/>
                  </a:lnTo>
                  <a:close/>
                </a:path>
                <a:path w="1918335" h="1993264">
                  <a:moveTo>
                    <a:pt x="1403553" y="1747215"/>
                  </a:moveTo>
                  <a:lnTo>
                    <a:pt x="1374902" y="1718564"/>
                  </a:lnTo>
                  <a:lnTo>
                    <a:pt x="1288351" y="1747215"/>
                  </a:lnTo>
                  <a:lnTo>
                    <a:pt x="1071549" y="1964004"/>
                  </a:lnTo>
                  <a:lnTo>
                    <a:pt x="1100188" y="1992642"/>
                  </a:lnTo>
                  <a:lnTo>
                    <a:pt x="1186726" y="1964004"/>
                  </a:lnTo>
                  <a:lnTo>
                    <a:pt x="1403553" y="1747215"/>
                  </a:lnTo>
                  <a:close/>
                </a:path>
                <a:path w="1918335" h="1993264">
                  <a:moveTo>
                    <a:pt x="1403553" y="1437030"/>
                  </a:moveTo>
                  <a:lnTo>
                    <a:pt x="1374902" y="1408379"/>
                  </a:lnTo>
                  <a:lnTo>
                    <a:pt x="1288351" y="1437030"/>
                  </a:lnTo>
                  <a:lnTo>
                    <a:pt x="1071537" y="1653806"/>
                  </a:lnTo>
                  <a:lnTo>
                    <a:pt x="1100188" y="1682457"/>
                  </a:lnTo>
                  <a:lnTo>
                    <a:pt x="1186726" y="1653806"/>
                  </a:lnTo>
                  <a:lnTo>
                    <a:pt x="1403553" y="1437030"/>
                  </a:lnTo>
                  <a:close/>
                </a:path>
                <a:path w="1918335" h="1993264">
                  <a:moveTo>
                    <a:pt x="1403553" y="1126832"/>
                  </a:moveTo>
                  <a:lnTo>
                    <a:pt x="1374902" y="1098181"/>
                  </a:lnTo>
                  <a:lnTo>
                    <a:pt x="1288351" y="1126832"/>
                  </a:lnTo>
                  <a:lnTo>
                    <a:pt x="1071537" y="1343609"/>
                  </a:lnTo>
                  <a:lnTo>
                    <a:pt x="1100188" y="1372260"/>
                  </a:lnTo>
                  <a:lnTo>
                    <a:pt x="1186726" y="1343609"/>
                  </a:lnTo>
                  <a:lnTo>
                    <a:pt x="1403553" y="1126832"/>
                  </a:lnTo>
                  <a:close/>
                </a:path>
                <a:path w="1918335" h="1993264">
                  <a:moveTo>
                    <a:pt x="1403553" y="816648"/>
                  </a:moveTo>
                  <a:lnTo>
                    <a:pt x="1374902" y="787996"/>
                  </a:lnTo>
                  <a:lnTo>
                    <a:pt x="1288351" y="816648"/>
                  </a:lnTo>
                  <a:lnTo>
                    <a:pt x="1071537" y="1033424"/>
                  </a:lnTo>
                  <a:lnTo>
                    <a:pt x="1100188" y="1062075"/>
                  </a:lnTo>
                  <a:lnTo>
                    <a:pt x="1186726" y="1033424"/>
                  </a:lnTo>
                  <a:lnTo>
                    <a:pt x="1403553" y="816648"/>
                  </a:lnTo>
                  <a:close/>
                </a:path>
                <a:path w="1918335" h="1993264">
                  <a:moveTo>
                    <a:pt x="1403553" y="506450"/>
                  </a:moveTo>
                  <a:lnTo>
                    <a:pt x="1374902" y="477799"/>
                  </a:lnTo>
                  <a:lnTo>
                    <a:pt x="1288351" y="506450"/>
                  </a:lnTo>
                  <a:lnTo>
                    <a:pt x="1071537" y="723226"/>
                  </a:lnTo>
                  <a:lnTo>
                    <a:pt x="1100188" y="751878"/>
                  </a:lnTo>
                  <a:lnTo>
                    <a:pt x="1186726" y="723226"/>
                  </a:lnTo>
                  <a:lnTo>
                    <a:pt x="1403553" y="506450"/>
                  </a:lnTo>
                  <a:close/>
                </a:path>
                <a:path w="1918335" h="1993264">
                  <a:moveTo>
                    <a:pt x="1403553" y="196265"/>
                  </a:moveTo>
                  <a:lnTo>
                    <a:pt x="1374902" y="167614"/>
                  </a:lnTo>
                  <a:lnTo>
                    <a:pt x="1288351" y="196265"/>
                  </a:lnTo>
                  <a:lnTo>
                    <a:pt x="1071537" y="413042"/>
                  </a:lnTo>
                  <a:lnTo>
                    <a:pt x="1100188" y="441693"/>
                  </a:lnTo>
                  <a:lnTo>
                    <a:pt x="1186726" y="413042"/>
                  </a:lnTo>
                  <a:lnTo>
                    <a:pt x="1403553" y="196265"/>
                  </a:lnTo>
                  <a:close/>
                </a:path>
                <a:path w="1918335" h="1993264">
                  <a:moveTo>
                    <a:pt x="1657731" y="12"/>
                  </a:moveTo>
                  <a:lnTo>
                    <a:pt x="1542529" y="12"/>
                  </a:lnTo>
                  <a:lnTo>
                    <a:pt x="1439672" y="102844"/>
                  </a:lnTo>
                  <a:lnTo>
                    <a:pt x="1468323" y="131508"/>
                  </a:lnTo>
                  <a:lnTo>
                    <a:pt x="1554861" y="102857"/>
                  </a:lnTo>
                  <a:lnTo>
                    <a:pt x="1657731" y="12"/>
                  </a:lnTo>
                  <a:close/>
                </a:path>
                <a:path w="1918335" h="1993264">
                  <a:moveTo>
                    <a:pt x="1771688" y="1747215"/>
                  </a:moveTo>
                  <a:lnTo>
                    <a:pt x="1743036" y="1718564"/>
                  </a:lnTo>
                  <a:lnTo>
                    <a:pt x="1656486" y="1747215"/>
                  </a:lnTo>
                  <a:lnTo>
                    <a:pt x="1439684" y="1964004"/>
                  </a:lnTo>
                  <a:lnTo>
                    <a:pt x="1468323" y="1992642"/>
                  </a:lnTo>
                  <a:lnTo>
                    <a:pt x="1554861" y="1964004"/>
                  </a:lnTo>
                  <a:lnTo>
                    <a:pt x="1771688" y="1747215"/>
                  </a:lnTo>
                  <a:close/>
                </a:path>
                <a:path w="1918335" h="1993264">
                  <a:moveTo>
                    <a:pt x="1771688" y="1437030"/>
                  </a:moveTo>
                  <a:lnTo>
                    <a:pt x="1743036" y="1408379"/>
                  </a:lnTo>
                  <a:lnTo>
                    <a:pt x="1656486" y="1437030"/>
                  </a:lnTo>
                  <a:lnTo>
                    <a:pt x="1439672" y="1653806"/>
                  </a:lnTo>
                  <a:lnTo>
                    <a:pt x="1468323" y="1682457"/>
                  </a:lnTo>
                  <a:lnTo>
                    <a:pt x="1554861" y="1653806"/>
                  </a:lnTo>
                  <a:lnTo>
                    <a:pt x="1771688" y="1437030"/>
                  </a:lnTo>
                  <a:close/>
                </a:path>
                <a:path w="1918335" h="1993264">
                  <a:moveTo>
                    <a:pt x="1771688" y="1126832"/>
                  </a:moveTo>
                  <a:lnTo>
                    <a:pt x="1743036" y="1098181"/>
                  </a:lnTo>
                  <a:lnTo>
                    <a:pt x="1656486" y="1126832"/>
                  </a:lnTo>
                  <a:lnTo>
                    <a:pt x="1439672" y="1343609"/>
                  </a:lnTo>
                  <a:lnTo>
                    <a:pt x="1468323" y="1372260"/>
                  </a:lnTo>
                  <a:lnTo>
                    <a:pt x="1554861" y="1343609"/>
                  </a:lnTo>
                  <a:lnTo>
                    <a:pt x="1771688" y="1126832"/>
                  </a:lnTo>
                  <a:close/>
                </a:path>
                <a:path w="1918335" h="1993264">
                  <a:moveTo>
                    <a:pt x="1771688" y="816648"/>
                  </a:moveTo>
                  <a:lnTo>
                    <a:pt x="1743036" y="787996"/>
                  </a:lnTo>
                  <a:lnTo>
                    <a:pt x="1656486" y="816648"/>
                  </a:lnTo>
                  <a:lnTo>
                    <a:pt x="1439672" y="1033424"/>
                  </a:lnTo>
                  <a:lnTo>
                    <a:pt x="1468323" y="1062075"/>
                  </a:lnTo>
                  <a:lnTo>
                    <a:pt x="1554861" y="1033424"/>
                  </a:lnTo>
                  <a:lnTo>
                    <a:pt x="1771688" y="816648"/>
                  </a:lnTo>
                  <a:close/>
                </a:path>
                <a:path w="1918335" h="1993264">
                  <a:moveTo>
                    <a:pt x="1771688" y="506450"/>
                  </a:moveTo>
                  <a:lnTo>
                    <a:pt x="1743036" y="477799"/>
                  </a:lnTo>
                  <a:lnTo>
                    <a:pt x="1656486" y="506450"/>
                  </a:lnTo>
                  <a:lnTo>
                    <a:pt x="1439672" y="723226"/>
                  </a:lnTo>
                  <a:lnTo>
                    <a:pt x="1468323" y="751878"/>
                  </a:lnTo>
                  <a:lnTo>
                    <a:pt x="1554861" y="723226"/>
                  </a:lnTo>
                  <a:lnTo>
                    <a:pt x="1771688" y="506450"/>
                  </a:lnTo>
                  <a:close/>
                </a:path>
                <a:path w="1918335" h="1993264">
                  <a:moveTo>
                    <a:pt x="1771688" y="196265"/>
                  </a:moveTo>
                  <a:lnTo>
                    <a:pt x="1743036" y="167614"/>
                  </a:lnTo>
                  <a:lnTo>
                    <a:pt x="1656486" y="196265"/>
                  </a:lnTo>
                  <a:lnTo>
                    <a:pt x="1439672" y="413042"/>
                  </a:lnTo>
                  <a:lnTo>
                    <a:pt x="1468323" y="441693"/>
                  </a:lnTo>
                  <a:lnTo>
                    <a:pt x="1554861" y="413042"/>
                  </a:lnTo>
                  <a:lnTo>
                    <a:pt x="1771688" y="196265"/>
                  </a:lnTo>
                  <a:close/>
                </a:path>
                <a:path w="1918335" h="1993264">
                  <a:moveTo>
                    <a:pt x="1918284" y="12"/>
                  </a:moveTo>
                  <a:lnTo>
                    <a:pt x="1910651" y="12"/>
                  </a:lnTo>
                  <a:lnTo>
                    <a:pt x="1807806" y="102844"/>
                  </a:lnTo>
                  <a:lnTo>
                    <a:pt x="1836458" y="131508"/>
                  </a:lnTo>
                  <a:lnTo>
                    <a:pt x="1918284" y="104406"/>
                  </a:lnTo>
                  <a:lnTo>
                    <a:pt x="1918284" y="12"/>
                  </a:lnTo>
                  <a:close/>
                </a:path>
                <a:path w="1918335" h="1993264">
                  <a:moveTo>
                    <a:pt x="1918296" y="1853526"/>
                  </a:moveTo>
                  <a:lnTo>
                    <a:pt x="1807806" y="1963991"/>
                  </a:lnTo>
                  <a:lnTo>
                    <a:pt x="1836458" y="1992642"/>
                  </a:lnTo>
                  <a:lnTo>
                    <a:pt x="1918296" y="1965566"/>
                  </a:lnTo>
                  <a:lnTo>
                    <a:pt x="1918296" y="1853526"/>
                  </a:lnTo>
                  <a:close/>
                </a:path>
                <a:path w="1918335" h="1993264">
                  <a:moveTo>
                    <a:pt x="1918296" y="1543342"/>
                  </a:moveTo>
                  <a:lnTo>
                    <a:pt x="1807806" y="1653806"/>
                  </a:lnTo>
                  <a:lnTo>
                    <a:pt x="1836458" y="1682457"/>
                  </a:lnTo>
                  <a:lnTo>
                    <a:pt x="1918296" y="1655356"/>
                  </a:lnTo>
                  <a:lnTo>
                    <a:pt x="1918296" y="1543342"/>
                  </a:lnTo>
                  <a:close/>
                </a:path>
                <a:path w="1918335" h="1993264">
                  <a:moveTo>
                    <a:pt x="1918296" y="1233144"/>
                  </a:moveTo>
                  <a:lnTo>
                    <a:pt x="1807806" y="1343609"/>
                  </a:lnTo>
                  <a:lnTo>
                    <a:pt x="1836458" y="1372260"/>
                  </a:lnTo>
                  <a:lnTo>
                    <a:pt x="1918296" y="1345171"/>
                  </a:lnTo>
                  <a:lnTo>
                    <a:pt x="1918296" y="1233144"/>
                  </a:lnTo>
                  <a:close/>
                </a:path>
                <a:path w="1918335" h="1993264">
                  <a:moveTo>
                    <a:pt x="1918296" y="922959"/>
                  </a:moveTo>
                  <a:lnTo>
                    <a:pt x="1807806" y="1033424"/>
                  </a:lnTo>
                  <a:lnTo>
                    <a:pt x="1836458" y="1062075"/>
                  </a:lnTo>
                  <a:lnTo>
                    <a:pt x="1918296" y="1034973"/>
                  </a:lnTo>
                  <a:lnTo>
                    <a:pt x="1918296" y="922959"/>
                  </a:lnTo>
                  <a:close/>
                </a:path>
                <a:path w="1918335" h="1993264">
                  <a:moveTo>
                    <a:pt x="1918296" y="612762"/>
                  </a:moveTo>
                  <a:lnTo>
                    <a:pt x="1807806" y="723226"/>
                  </a:lnTo>
                  <a:lnTo>
                    <a:pt x="1836458" y="751878"/>
                  </a:lnTo>
                  <a:lnTo>
                    <a:pt x="1918296" y="724789"/>
                  </a:lnTo>
                  <a:lnTo>
                    <a:pt x="1918296" y="612762"/>
                  </a:lnTo>
                  <a:close/>
                </a:path>
                <a:path w="1918335" h="1993264">
                  <a:moveTo>
                    <a:pt x="1918296" y="302577"/>
                  </a:moveTo>
                  <a:lnTo>
                    <a:pt x="1807806" y="413042"/>
                  </a:lnTo>
                  <a:lnTo>
                    <a:pt x="1836458" y="441693"/>
                  </a:lnTo>
                  <a:lnTo>
                    <a:pt x="1918296" y="414604"/>
                  </a:lnTo>
                  <a:lnTo>
                    <a:pt x="1918296" y="302577"/>
                  </a:lnTo>
                  <a:close/>
                </a:path>
              </a:pathLst>
            </a:custGeom>
            <a:solidFill>
              <a:srgbClr val="0D0F38">
                <a:alpha val="13998"/>
              </a:srgbClr>
            </a:solidFill>
          </p:spPr>
          <p:txBody>
            <a:bodyPr wrap="square" lIns="0" tIns="0" rIns="0" bIns="0" rtlCol="0"/>
            <a:lstStyle/>
            <a:p>
              <a:endParaRPr/>
            </a:p>
          </p:txBody>
        </p:sp>
      </p:grpSp>
      <p:grpSp>
        <p:nvGrpSpPr>
          <p:cNvPr id="9" name="object 9"/>
          <p:cNvGrpSpPr/>
          <p:nvPr/>
        </p:nvGrpSpPr>
        <p:grpSpPr>
          <a:xfrm>
            <a:off x="3358794" y="2314295"/>
            <a:ext cx="1918335" cy="2029460"/>
            <a:chOff x="3358794" y="2314295"/>
            <a:chExt cx="1918335" cy="2029460"/>
          </a:xfrm>
        </p:grpSpPr>
        <p:sp>
          <p:nvSpPr>
            <p:cNvPr id="10" name="object 10"/>
            <p:cNvSpPr/>
            <p:nvPr/>
          </p:nvSpPr>
          <p:spPr>
            <a:xfrm>
              <a:off x="3358794" y="2314308"/>
              <a:ext cx="1918335" cy="2029460"/>
            </a:xfrm>
            <a:custGeom>
              <a:avLst/>
              <a:gdLst/>
              <a:ahLst/>
              <a:cxnLst/>
              <a:rect l="l" t="t" r="r" b="b"/>
              <a:pathLst>
                <a:path w="1918335" h="2029460">
                  <a:moveTo>
                    <a:pt x="0" y="2029104"/>
                  </a:moveTo>
                  <a:lnTo>
                    <a:pt x="1918284" y="2029104"/>
                  </a:lnTo>
                  <a:lnTo>
                    <a:pt x="1918284" y="0"/>
                  </a:lnTo>
                  <a:lnTo>
                    <a:pt x="0" y="0"/>
                  </a:lnTo>
                  <a:lnTo>
                    <a:pt x="0" y="2029104"/>
                  </a:lnTo>
                  <a:close/>
                </a:path>
              </a:pathLst>
            </a:custGeom>
            <a:solidFill>
              <a:srgbClr val="D6E5F5"/>
            </a:solidFill>
          </p:spPr>
          <p:txBody>
            <a:bodyPr wrap="square" lIns="0" tIns="0" rIns="0" bIns="0" rtlCol="0"/>
            <a:lstStyle/>
            <a:p>
              <a:endParaRPr/>
            </a:p>
          </p:txBody>
        </p:sp>
        <p:sp>
          <p:nvSpPr>
            <p:cNvPr id="11" name="object 11"/>
            <p:cNvSpPr/>
            <p:nvPr/>
          </p:nvSpPr>
          <p:spPr>
            <a:xfrm>
              <a:off x="3358781" y="2314295"/>
              <a:ext cx="1918335" cy="1993264"/>
            </a:xfrm>
            <a:custGeom>
              <a:avLst/>
              <a:gdLst/>
              <a:ahLst/>
              <a:cxnLst/>
              <a:rect l="l" t="t" r="r" b="b"/>
              <a:pathLst>
                <a:path w="1918335" h="1993264">
                  <a:moveTo>
                    <a:pt x="185204" y="0"/>
                  </a:moveTo>
                  <a:lnTo>
                    <a:pt x="70002" y="0"/>
                  </a:lnTo>
                  <a:lnTo>
                    <a:pt x="12" y="69977"/>
                  </a:lnTo>
                  <a:lnTo>
                    <a:pt x="12" y="130111"/>
                  </a:lnTo>
                  <a:lnTo>
                    <a:pt x="82334" y="102857"/>
                  </a:lnTo>
                  <a:lnTo>
                    <a:pt x="185204" y="0"/>
                  </a:lnTo>
                  <a:close/>
                </a:path>
                <a:path w="1918335" h="1993264">
                  <a:moveTo>
                    <a:pt x="299161" y="1747215"/>
                  </a:moveTo>
                  <a:lnTo>
                    <a:pt x="270510" y="1718564"/>
                  </a:lnTo>
                  <a:lnTo>
                    <a:pt x="183972" y="1747202"/>
                  </a:lnTo>
                  <a:lnTo>
                    <a:pt x="0" y="1931136"/>
                  </a:lnTo>
                  <a:lnTo>
                    <a:pt x="0" y="1991245"/>
                  </a:lnTo>
                  <a:lnTo>
                    <a:pt x="82334" y="1964004"/>
                  </a:lnTo>
                  <a:lnTo>
                    <a:pt x="299161" y="1747215"/>
                  </a:lnTo>
                  <a:close/>
                </a:path>
                <a:path w="1918335" h="1993264">
                  <a:moveTo>
                    <a:pt x="299161" y="1437030"/>
                  </a:moveTo>
                  <a:lnTo>
                    <a:pt x="270510" y="1408379"/>
                  </a:lnTo>
                  <a:lnTo>
                    <a:pt x="183972" y="1437017"/>
                  </a:lnTo>
                  <a:lnTo>
                    <a:pt x="0" y="1620939"/>
                  </a:lnTo>
                  <a:lnTo>
                    <a:pt x="0" y="1681060"/>
                  </a:lnTo>
                  <a:lnTo>
                    <a:pt x="82334" y="1653806"/>
                  </a:lnTo>
                  <a:lnTo>
                    <a:pt x="299161" y="1437030"/>
                  </a:lnTo>
                  <a:close/>
                </a:path>
                <a:path w="1918335" h="1993264">
                  <a:moveTo>
                    <a:pt x="299161" y="1126832"/>
                  </a:moveTo>
                  <a:lnTo>
                    <a:pt x="270510" y="1098181"/>
                  </a:lnTo>
                  <a:lnTo>
                    <a:pt x="183972" y="1126820"/>
                  </a:lnTo>
                  <a:lnTo>
                    <a:pt x="0" y="1310754"/>
                  </a:lnTo>
                  <a:lnTo>
                    <a:pt x="0" y="1370863"/>
                  </a:lnTo>
                  <a:lnTo>
                    <a:pt x="82334" y="1343609"/>
                  </a:lnTo>
                  <a:lnTo>
                    <a:pt x="299161" y="1126832"/>
                  </a:lnTo>
                  <a:close/>
                </a:path>
                <a:path w="1918335" h="1993264">
                  <a:moveTo>
                    <a:pt x="299161" y="816648"/>
                  </a:moveTo>
                  <a:lnTo>
                    <a:pt x="270510" y="787996"/>
                  </a:lnTo>
                  <a:lnTo>
                    <a:pt x="183972" y="816635"/>
                  </a:lnTo>
                  <a:lnTo>
                    <a:pt x="0" y="1000569"/>
                  </a:lnTo>
                  <a:lnTo>
                    <a:pt x="0" y="1060678"/>
                  </a:lnTo>
                  <a:lnTo>
                    <a:pt x="82334" y="1033424"/>
                  </a:lnTo>
                  <a:lnTo>
                    <a:pt x="299161" y="816648"/>
                  </a:lnTo>
                  <a:close/>
                </a:path>
                <a:path w="1918335" h="1993264">
                  <a:moveTo>
                    <a:pt x="299161" y="506450"/>
                  </a:moveTo>
                  <a:lnTo>
                    <a:pt x="270510" y="477799"/>
                  </a:lnTo>
                  <a:lnTo>
                    <a:pt x="183972" y="506437"/>
                  </a:lnTo>
                  <a:lnTo>
                    <a:pt x="0" y="690372"/>
                  </a:lnTo>
                  <a:lnTo>
                    <a:pt x="0" y="750481"/>
                  </a:lnTo>
                  <a:lnTo>
                    <a:pt x="82334" y="723226"/>
                  </a:lnTo>
                  <a:lnTo>
                    <a:pt x="299161" y="506450"/>
                  </a:lnTo>
                  <a:close/>
                </a:path>
                <a:path w="1918335" h="1993264">
                  <a:moveTo>
                    <a:pt x="299161" y="196265"/>
                  </a:moveTo>
                  <a:lnTo>
                    <a:pt x="270510" y="167614"/>
                  </a:lnTo>
                  <a:lnTo>
                    <a:pt x="183972" y="196253"/>
                  </a:lnTo>
                  <a:lnTo>
                    <a:pt x="0" y="380187"/>
                  </a:lnTo>
                  <a:lnTo>
                    <a:pt x="0" y="440296"/>
                  </a:lnTo>
                  <a:lnTo>
                    <a:pt x="82334" y="413042"/>
                  </a:lnTo>
                  <a:lnTo>
                    <a:pt x="299161" y="196265"/>
                  </a:lnTo>
                  <a:close/>
                </a:path>
                <a:path w="1918335" h="1993264">
                  <a:moveTo>
                    <a:pt x="553339" y="12"/>
                  </a:moveTo>
                  <a:lnTo>
                    <a:pt x="438137" y="12"/>
                  </a:lnTo>
                  <a:lnTo>
                    <a:pt x="335280" y="102844"/>
                  </a:lnTo>
                  <a:lnTo>
                    <a:pt x="363931" y="131508"/>
                  </a:lnTo>
                  <a:lnTo>
                    <a:pt x="450469" y="102857"/>
                  </a:lnTo>
                  <a:lnTo>
                    <a:pt x="553339" y="12"/>
                  </a:lnTo>
                  <a:close/>
                </a:path>
                <a:path w="1918335" h="1993264">
                  <a:moveTo>
                    <a:pt x="667296" y="1747215"/>
                  </a:moveTo>
                  <a:lnTo>
                    <a:pt x="638644" y="1718564"/>
                  </a:lnTo>
                  <a:lnTo>
                    <a:pt x="552094" y="1747215"/>
                  </a:lnTo>
                  <a:lnTo>
                    <a:pt x="335292" y="1964004"/>
                  </a:lnTo>
                  <a:lnTo>
                    <a:pt x="363931" y="1992642"/>
                  </a:lnTo>
                  <a:lnTo>
                    <a:pt x="450469" y="1964004"/>
                  </a:lnTo>
                  <a:lnTo>
                    <a:pt x="667296" y="1747215"/>
                  </a:lnTo>
                  <a:close/>
                </a:path>
                <a:path w="1918335" h="1993264">
                  <a:moveTo>
                    <a:pt x="667296" y="1437030"/>
                  </a:moveTo>
                  <a:lnTo>
                    <a:pt x="638644" y="1408379"/>
                  </a:lnTo>
                  <a:lnTo>
                    <a:pt x="552094" y="1437030"/>
                  </a:lnTo>
                  <a:lnTo>
                    <a:pt x="335280" y="1653806"/>
                  </a:lnTo>
                  <a:lnTo>
                    <a:pt x="363931" y="1682457"/>
                  </a:lnTo>
                  <a:lnTo>
                    <a:pt x="450469" y="1653806"/>
                  </a:lnTo>
                  <a:lnTo>
                    <a:pt x="667296" y="1437030"/>
                  </a:lnTo>
                  <a:close/>
                </a:path>
                <a:path w="1918335" h="1993264">
                  <a:moveTo>
                    <a:pt x="667296" y="1126832"/>
                  </a:moveTo>
                  <a:lnTo>
                    <a:pt x="638644" y="1098181"/>
                  </a:lnTo>
                  <a:lnTo>
                    <a:pt x="552094" y="1126832"/>
                  </a:lnTo>
                  <a:lnTo>
                    <a:pt x="335280" y="1343609"/>
                  </a:lnTo>
                  <a:lnTo>
                    <a:pt x="363931" y="1372260"/>
                  </a:lnTo>
                  <a:lnTo>
                    <a:pt x="450469" y="1343609"/>
                  </a:lnTo>
                  <a:lnTo>
                    <a:pt x="667296" y="1126832"/>
                  </a:lnTo>
                  <a:close/>
                </a:path>
                <a:path w="1918335" h="1993264">
                  <a:moveTo>
                    <a:pt x="667296" y="816648"/>
                  </a:moveTo>
                  <a:lnTo>
                    <a:pt x="638644" y="787996"/>
                  </a:lnTo>
                  <a:lnTo>
                    <a:pt x="552094" y="816648"/>
                  </a:lnTo>
                  <a:lnTo>
                    <a:pt x="335280" y="1033424"/>
                  </a:lnTo>
                  <a:lnTo>
                    <a:pt x="363931" y="1062075"/>
                  </a:lnTo>
                  <a:lnTo>
                    <a:pt x="450469" y="1033424"/>
                  </a:lnTo>
                  <a:lnTo>
                    <a:pt x="667296" y="816648"/>
                  </a:lnTo>
                  <a:close/>
                </a:path>
                <a:path w="1918335" h="1993264">
                  <a:moveTo>
                    <a:pt x="667296" y="506450"/>
                  </a:moveTo>
                  <a:lnTo>
                    <a:pt x="638644" y="477799"/>
                  </a:lnTo>
                  <a:lnTo>
                    <a:pt x="552094" y="506450"/>
                  </a:lnTo>
                  <a:lnTo>
                    <a:pt x="335280" y="723226"/>
                  </a:lnTo>
                  <a:lnTo>
                    <a:pt x="363931" y="751878"/>
                  </a:lnTo>
                  <a:lnTo>
                    <a:pt x="450469" y="723226"/>
                  </a:lnTo>
                  <a:lnTo>
                    <a:pt x="667296" y="506450"/>
                  </a:lnTo>
                  <a:close/>
                </a:path>
                <a:path w="1918335" h="1993264">
                  <a:moveTo>
                    <a:pt x="667296" y="196265"/>
                  </a:moveTo>
                  <a:lnTo>
                    <a:pt x="638644" y="167614"/>
                  </a:lnTo>
                  <a:lnTo>
                    <a:pt x="552094" y="196265"/>
                  </a:lnTo>
                  <a:lnTo>
                    <a:pt x="335280" y="413042"/>
                  </a:lnTo>
                  <a:lnTo>
                    <a:pt x="363931" y="441693"/>
                  </a:lnTo>
                  <a:lnTo>
                    <a:pt x="450469" y="413042"/>
                  </a:lnTo>
                  <a:lnTo>
                    <a:pt x="667296" y="196265"/>
                  </a:lnTo>
                  <a:close/>
                </a:path>
                <a:path w="1918335" h="1993264">
                  <a:moveTo>
                    <a:pt x="921473" y="12"/>
                  </a:moveTo>
                  <a:lnTo>
                    <a:pt x="806272" y="12"/>
                  </a:lnTo>
                  <a:lnTo>
                    <a:pt x="703414" y="102844"/>
                  </a:lnTo>
                  <a:lnTo>
                    <a:pt x="732053" y="131508"/>
                  </a:lnTo>
                  <a:lnTo>
                    <a:pt x="818603" y="102857"/>
                  </a:lnTo>
                  <a:lnTo>
                    <a:pt x="921473" y="12"/>
                  </a:lnTo>
                  <a:close/>
                </a:path>
                <a:path w="1918335" h="1993264">
                  <a:moveTo>
                    <a:pt x="1035431" y="1747215"/>
                  </a:moveTo>
                  <a:lnTo>
                    <a:pt x="1006779" y="1718564"/>
                  </a:lnTo>
                  <a:lnTo>
                    <a:pt x="920229" y="1747215"/>
                  </a:lnTo>
                  <a:lnTo>
                    <a:pt x="703427" y="1964004"/>
                  </a:lnTo>
                  <a:lnTo>
                    <a:pt x="732066" y="1992642"/>
                  </a:lnTo>
                  <a:lnTo>
                    <a:pt x="818603" y="1964004"/>
                  </a:lnTo>
                  <a:lnTo>
                    <a:pt x="1035431" y="1747215"/>
                  </a:lnTo>
                  <a:close/>
                </a:path>
                <a:path w="1918335" h="1993264">
                  <a:moveTo>
                    <a:pt x="1035431" y="1437030"/>
                  </a:moveTo>
                  <a:lnTo>
                    <a:pt x="1006779" y="1408379"/>
                  </a:lnTo>
                  <a:lnTo>
                    <a:pt x="920229" y="1437030"/>
                  </a:lnTo>
                  <a:lnTo>
                    <a:pt x="703414" y="1653806"/>
                  </a:lnTo>
                  <a:lnTo>
                    <a:pt x="732066" y="1682457"/>
                  </a:lnTo>
                  <a:lnTo>
                    <a:pt x="818603" y="1653806"/>
                  </a:lnTo>
                  <a:lnTo>
                    <a:pt x="1035431" y="1437030"/>
                  </a:lnTo>
                  <a:close/>
                </a:path>
                <a:path w="1918335" h="1993264">
                  <a:moveTo>
                    <a:pt x="1035431" y="1126832"/>
                  </a:moveTo>
                  <a:lnTo>
                    <a:pt x="1006779" y="1098181"/>
                  </a:lnTo>
                  <a:lnTo>
                    <a:pt x="920229" y="1126832"/>
                  </a:lnTo>
                  <a:lnTo>
                    <a:pt x="703414" y="1343609"/>
                  </a:lnTo>
                  <a:lnTo>
                    <a:pt x="732066" y="1372260"/>
                  </a:lnTo>
                  <a:lnTo>
                    <a:pt x="818603" y="1343609"/>
                  </a:lnTo>
                  <a:lnTo>
                    <a:pt x="1035431" y="1126832"/>
                  </a:lnTo>
                  <a:close/>
                </a:path>
                <a:path w="1918335" h="1993264">
                  <a:moveTo>
                    <a:pt x="1035431" y="816648"/>
                  </a:moveTo>
                  <a:lnTo>
                    <a:pt x="1006779" y="787996"/>
                  </a:lnTo>
                  <a:lnTo>
                    <a:pt x="920229" y="816648"/>
                  </a:lnTo>
                  <a:lnTo>
                    <a:pt x="703414" y="1033424"/>
                  </a:lnTo>
                  <a:lnTo>
                    <a:pt x="732066" y="1062075"/>
                  </a:lnTo>
                  <a:lnTo>
                    <a:pt x="818603" y="1033424"/>
                  </a:lnTo>
                  <a:lnTo>
                    <a:pt x="1035431" y="816648"/>
                  </a:lnTo>
                  <a:close/>
                </a:path>
                <a:path w="1918335" h="1993264">
                  <a:moveTo>
                    <a:pt x="1035431" y="506450"/>
                  </a:moveTo>
                  <a:lnTo>
                    <a:pt x="1006779" y="477799"/>
                  </a:lnTo>
                  <a:lnTo>
                    <a:pt x="920229" y="506450"/>
                  </a:lnTo>
                  <a:lnTo>
                    <a:pt x="703414" y="723226"/>
                  </a:lnTo>
                  <a:lnTo>
                    <a:pt x="732066" y="751878"/>
                  </a:lnTo>
                  <a:lnTo>
                    <a:pt x="818603" y="723226"/>
                  </a:lnTo>
                  <a:lnTo>
                    <a:pt x="1035431" y="506450"/>
                  </a:lnTo>
                  <a:close/>
                </a:path>
                <a:path w="1918335" h="1993264">
                  <a:moveTo>
                    <a:pt x="1035431" y="196265"/>
                  </a:moveTo>
                  <a:lnTo>
                    <a:pt x="1006779" y="167614"/>
                  </a:lnTo>
                  <a:lnTo>
                    <a:pt x="920229" y="196265"/>
                  </a:lnTo>
                  <a:lnTo>
                    <a:pt x="703414" y="413042"/>
                  </a:lnTo>
                  <a:lnTo>
                    <a:pt x="732066" y="441693"/>
                  </a:lnTo>
                  <a:lnTo>
                    <a:pt x="818603" y="413042"/>
                  </a:lnTo>
                  <a:lnTo>
                    <a:pt x="1035431" y="196265"/>
                  </a:lnTo>
                  <a:close/>
                </a:path>
                <a:path w="1918335" h="1993264">
                  <a:moveTo>
                    <a:pt x="1289596" y="12"/>
                  </a:moveTo>
                  <a:lnTo>
                    <a:pt x="1174394" y="12"/>
                  </a:lnTo>
                  <a:lnTo>
                    <a:pt x="1071537" y="102844"/>
                  </a:lnTo>
                  <a:lnTo>
                    <a:pt x="1100188" y="131508"/>
                  </a:lnTo>
                  <a:lnTo>
                    <a:pt x="1186726" y="102857"/>
                  </a:lnTo>
                  <a:lnTo>
                    <a:pt x="1289596" y="12"/>
                  </a:lnTo>
                  <a:close/>
                </a:path>
                <a:path w="1918335" h="1993264">
                  <a:moveTo>
                    <a:pt x="1403565" y="1747215"/>
                  </a:moveTo>
                  <a:lnTo>
                    <a:pt x="1374914" y="1718564"/>
                  </a:lnTo>
                  <a:lnTo>
                    <a:pt x="1288364" y="1747215"/>
                  </a:lnTo>
                  <a:lnTo>
                    <a:pt x="1071562" y="1964004"/>
                  </a:lnTo>
                  <a:lnTo>
                    <a:pt x="1100201" y="1992642"/>
                  </a:lnTo>
                  <a:lnTo>
                    <a:pt x="1186738" y="1964004"/>
                  </a:lnTo>
                  <a:lnTo>
                    <a:pt x="1403565" y="1747215"/>
                  </a:lnTo>
                  <a:close/>
                </a:path>
                <a:path w="1918335" h="1993264">
                  <a:moveTo>
                    <a:pt x="1403565" y="1437030"/>
                  </a:moveTo>
                  <a:lnTo>
                    <a:pt x="1374914" y="1408379"/>
                  </a:lnTo>
                  <a:lnTo>
                    <a:pt x="1288364" y="1437030"/>
                  </a:lnTo>
                  <a:lnTo>
                    <a:pt x="1071549" y="1653806"/>
                  </a:lnTo>
                  <a:lnTo>
                    <a:pt x="1100201" y="1682457"/>
                  </a:lnTo>
                  <a:lnTo>
                    <a:pt x="1186738" y="1653806"/>
                  </a:lnTo>
                  <a:lnTo>
                    <a:pt x="1403565" y="1437030"/>
                  </a:lnTo>
                  <a:close/>
                </a:path>
                <a:path w="1918335" h="1993264">
                  <a:moveTo>
                    <a:pt x="1403565" y="1126832"/>
                  </a:moveTo>
                  <a:lnTo>
                    <a:pt x="1374914" y="1098181"/>
                  </a:lnTo>
                  <a:lnTo>
                    <a:pt x="1288364" y="1126832"/>
                  </a:lnTo>
                  <a:lnTo>
                    <a:pt x="1071549" y="1343609"/>
                  </a:lnTo>
                  <a:lnTo>
                    <a:pt x="1100201" y="1372260"/>
                  </a:lnTo>
                  <a:lnTo>
                    <a:pt x="1186738" y="1343609"/>
                  </a:lnTo>
                  <a:lnTo>
                    <a:pt x="1403565" y="1126832"/>
                  </a:lnTo>
                  <a:close/>
                </a:path>
                <a:path w="1918335" h="1993264">
                  <a:moveTo>
                    <a:pt x="1403565" y="816648"/>
                  </a:moveTo>
                  <a:lnTo>
                    <a:pt x="1374914" y="787996"/>
                  </a:lnTo>
                  <a:lnTo>
                    <a:pt x="1288364" y="816648"/>
                  </a:lnTo>
                  <a:lnTo>
                    <a:pt x="1071549" y="1033424"/>
                  </a:lnTo>
                  <a:lnTo>
                    <a:pt x="1100201" y="1062075"/>
                  </a:lnTo>
                  <a:lnTo>
                    <a:pt x="1186738" y="1033424"/>
                  </a:lnTo>
                  <a:lnTo>
                    <a:pt x="1403565" y="816648"/>
                  </a:lnTo>
                  <a:close/>
                </a:path>
                <a:path w="1918335" h="1993264">
                  <a:moveTo>
                    <a:pt x="1403565" y="506450"/>
                  </a:moveTo>
                  <a:lnTo>
                    <a:pt x="1374914" y="477799"/>
                  </a:lnTo>
                  <a:lnTo>
                    <a:pt x="1288364" y="506450"/>
                  </a:lnTo>
                  <a:lnTo>
                    <a:pt x="1071549" y="723226"/>
                  </a:lnTo>
                  <a:lnTo>
                    <a:pt x="1100201" y="751878"/>
                  </a:lnTo>
                  <a:lnTo>
                    <a:pt x="1186738" y="723226"/>
                  </a:lnTo>
                  <a:lnTo>
                    <a:pt x="1403565" y="506450"/>
                  </a:lnTo>
                  <a:close/>
                </a:path>
                <a:path w="1918335" h="1993264">
                  <a:moveTo>
                    <a:pt x="1403565" y="196265"/>
                  </a:moveTo>
                  <a:lnTo>
                    <a:pt x="1374914" y="167614"/>
                  </a:lnTo>
                  <a:lnTo>
                    <a:pt x="1288364" y="196265"/>
                  </a:lnTo>
                  <a:lnTo>
                    <a:pt x="1071549" y="413042"/>
                  </a:lnTo>
                  <a:lnTo>
                    <a:pt x="1100201" y="441693"/>
                  </a:lnTo>
                  <a:lnTo>
                    <a:pt x="1186738" y="413042"/>
                  </a:lnTo>
                  <a:lnTo>
                    <a:pt x="1403565" y="196265"/>
                  </a:lnTo>
                  <a:close/>
                </a:path>
                <a:path w="1918335" h="1993264">
                  <a:moveTo>
                    <a:pt x="1657731" y="12"/>
                  </a:moveTo>
                  <a:lnTo>
                    <a:pt x="1542529" y="12"/>
                  </a:lnTo>
                  <a:lnTo>
                    <a:pt x="1439672" y="102844"/>
                  </a:lnTo>
                  <a:lnTo>
                    <a:pt x="1468323" y="131508"/>
                  </a:lnTo>
                  <a:lnTo>
                    <a:pt x="1554861" y="102857"/>
                  </a:lnTo>
                  <a:lnTo>
                    <a:pt x="1657731" y="12"/>
                  </a:lnTo>
                  <a:close/>
                </a:path>
                <a:path w="1918335" h="1993264">
                  <a:moveTo>
                    <a:pt x="1771700" y="1747215"/>
                  </a:moveTo>
                  <a:lnTo>
                    <a:pt x="1743049" y="1718564"/>
                  </a:lnTo>
                  <a:lnTo>
                    <a:pt x="1656499" y="1747215"/>
                  </a:lnTo>
                  <a:lnTo>
                    <a:pt x="1439697" y="1964004"/>
                  </a:lnTo>
                  <a:lnTo>
                    <a:pt x="1468335" y="1992642"/>
                  </a:lnTo>
                  <a:lnTo>
                    <a:pt x="1554873" y="1964004"/>
                  </a:lnTo>
                  <a:lnTo>
                    <a:pt x="1771700" y="1747215"/>
                  </a:lnTo>
                  <a:close/>
                </a:path>
                <a:path w="1918335" h="1993264">
                  <a:moveTo>
                    <a:pt x="1771700" y="1437030"/>
                  </a:moveTo>
                  <a:lnTo>
                    <a:pt x="1743049" y="1408379"/>
                  </a:lnTo>
                  <a:lnTo>
                    <a:pt x="1656499" y="1437030"/>
                  </a:lnTo>
                  <a:lnTo>
                    <a:pt x="1439684" y="1653806"/>
                  </a:lnTo>
                  <a:lnTo>
                    <a:pt x="1468335" y="1682457"/>
                  </a:lnTo>
                  <a:lnTo>
                    <a:pt x="1554873" y="1653806"/>
                  </a:lnTo>
                  <a:lnTo>
                    <a:pt x="1771700" y="1437030"/>
                  </a:lnTo>
                  <a:close/>
                </a:path>
                <a:path w="1918335" h="1993264">
                  <a:moveTo>
                    <a:pt x="1771700" y="1126832"/>
                  </a:moveTo>
                  <a:lnTo>
                    <a:pt x="1743049" y="1098181"/>
                  </a:lnTo>
                  <a:lnTo>
                    <a:pt x="1656499" y="1126832"/>
                  </a:lnTo>
                  <a:lnTo>
                    <a:pt x="1439684" y="1343609"/>
                  </a:lnTo>
                  <a:lnTo>
                    <a:pt x="1468335" y="1372260"/>
                  </a:lnTo>
                  <a:lnTo>
                    <a:pt x="1554873" y="1343609"/>
                  </a:lnTo>
                  <a:lnTo>
                    <a:pt x="1771700" y="1126832"/>
                  </a:lnTo>
                  <a:close/>
                </a:path>
                <a:path w="1918335" h="1993264">
                  <a:moveTo>
                    <a:pt x="1771700" y="816648"/>
                  </a:moveTo>
                  <a:lnTo>
                    <a:pt x="1743049" y="787996"/>
                  </a:lnTo>
                  <a:lnTo>
                    <a:pt x="1656499" y="816648"/>
                  </a:lnTo>
                  <a:lnTo>
                    <a:pt x="1439684" y="1033424"/>
                  </a:lnTo>
                  <a:lnTo>
                    <a:pt x="1468335" y="1062075"/>
                  </a:lnTo>
                  <a:lnTo>
                    <a:pt x="1554873" y="1033424"/>
                  </a:lnTo>
                  <a:lnTo>
                    <a:pt x="1771700" y="816648"/>
                  </a:lnTo>
                  <a:close/>
                </a:path>
                <a:path w="1918335" h="1993264">
                  <a:moveTo>
                    <a:pt x="1771700" y="506450"/>
                  </a:moveTo>
                  <a:lnTo>
                    <a:pt x="1743049" y="477799"/>
                  </a:lnTo>
                  <a:lnTo>
                    <a:pt x="1656499" y="506450"/>
                  </a:lnTo>
                  <a:lnTo>
                    <a:pt x="1439684" y="723226"/>
                  </a:lnTo>
                  <a:lnTo>
                    <a:pt x="1468335" y="751878"/>
                  </a:lnTo>
                  <a:lnTo>
                    <a:pt x="1554873" y="723226"/>
                  </a:lnTo>
                  <a:lnTo>
                    <a:pt x="1771700" y="506450"/>
                  </a:lnTo>
                  <a:close/>
                </a:path>
                <a:path w="1918335" h="1993264">
                  <a:moveTo>
                    <a:pt x="1771700" y="196265"/>
                  </a:moveTo>
                  <a:lnTo>
                    <a:pt x="1743049" y="167614"/>
                  </a:lnTo>
                  <a:lnTo>
                    <a:pt x="1656499" y="196265"/>
                  </a:lnTo>
                  <a:lnTo>
                    <a:pt x="1439684" y="413042"/>
                  </a:lnTo>
                  <a:lnTo>
                    <a:pt x="1468335" y="441693"/>
                  </a:lnTo>
                  <a:lnTo>
                    <a:pt x="1554873" y="413042"/>
                  </a:lnTo>
                  <a:lnTo>
                    <a:pt x="1771700" y="196265"/>
                  </a:lnTo>
                  <a:close/>
                </a:path>
                <a:path w="1918335" h="1993264">
                  <a:moveTo>
                    <a:pt x="1918284" y="1853539"/>
                  </a:moveTo>
                  <a:lnTo>
                    <a:pt x="1807806" y="1963991"/>
                  </a:lnTo>
                  <a:lnTo>
                    <a:pt x="1836458" y="1992642"/>
                  </a:lnTo>
                  <a:lnTo>
                    <a:pt x="1918284" y="1965566"/>
                  </a:lnTo>
                  <a:lnTo>
                    <a:pt x="1918284" y="1853539"/>
                  </a:lnTo>
                  <a:close/>
                </a:path>
                <a:path w="1918335" h="1993264">
                  <a:moveTo>
                    <a:pt x="1918284" y="1543342"/>
                  </a:moveTo>
                  <a:lnTo>
                    <a:pt x="1807806" y="1653806"/>
                  </a:lnTo>
                  <a:lnTo>
                    <a:pt x="1836458" y="1682457"/>
                  </a:lnTo>
                  <a:lnTo>
                    <a:pt x="1918284" y="1655356"/>
                  </a:lnTo>
                  <a:lnTo>
                    <a:pt x="1918284" y="1543342"/>
                  </a:lnTo>
                  <a:close/>
                </a:path>
                <a:path w="1918335" h="1993264">
                  <a:moveTo>
                    <a:pt x="1918284" y="1233157"/>
                  </a:moveTo>
                  <a:lnTo>
                    <a:pt x="1807806" y="1343609"/>
                  </a:lnTo>
                  <a:lnTo>
                    <a:pt x="1836458" y="1372260"/>
                  </a:lnTo>
                  <a:lnTo>
                    <a:pt x="1918284" y="1345171"/>
                  </a:lnTo>
                  <a:lnTo>
                    <a:pt x="1918284" y="1233157"/>
                  </a:lnTo>
                  <a:close/>
                </a:path>
                <a:path w="1918335" h="1993264">
                  <a:moveTo>
                    <a:pt x="1918284" y="922959"/>
                  </a:moveTo>
                  <a:lnTo>
                    <a:pt x="1807806" y="1033424"/>
                  </a:lnTo>
                  <a:lnTo>
                    <a:pt x="1836458" y="1062075"/>
                  </a:lnTo>
                  <a:lnTo>
                    <a:pt x="1918284" y="1034986"/>
                  </a:lnTo>
                  <a:lnTo>
                    <a:pt x="1918284" y="922959"/>
                  </a:lnTo>
                  <a:close/>
                </a:path>
                <a:path w="1918335" h="1993264">
                  <a:moveTo>
                    <a:pt x="1918284" y="612775"/>
                  </a:moveTo>
                  <a:lnTo>
                    <a:pt x="1807806" y="723226"/>
                  </a:lnTo>
                  <a:lnTo>
                    <a:pt x="1836458" y="751878"/>
                  </a:lnTo>
                  <a:lnTo>
                    <a:pt x="1918284" y="724789"/>
                  </a:lnTo>
                  <a:lnTo>
                    <a:pt x="1918284" y="612775"/>
                  </a:lnTo>
                  <a:close/>
                </a:path>
                <a:path w="1918335" h="1993264">
                  <a:moveTo>
                    <a:pt x="1918284" y="302577"/>
                  </a:moveTo>
                  <a:lnTo>
                    <a:pt x="1807806" y="413042"/>
                  </a:lnTo>
                  <a:lnTo>
                    <a:pt x="1836458" y="441693"/>
                  </a:lnTo>
                  <a:lnTo>
                    <a:pt x="1918284" y="414604"/>
                  </a:lnTo>
                  <a:lnTo>
                    <a:pt x="1918284" y="302577"/>
                  </a:lnTo>
                  <a:close/>
                </a:path>
                <a:path w="1918335" h="1993264">
                  <a:moveTo>
                    <a:pt x="1918284" y="12"/>
                  </a:moveTo>
                  <a:lnTo>
                    <a:pt x="1910664" y="12"/>
                  </a:lnTo>
                  <a:lnTo>
                    <a:pt x="1807806" y="102844"/>
                  </a:lnTo>
                  <a:lnTo>
                    <a:pt x="1836445" y="131508"/>
                  </a:lnTo>
                  <a:lnTo>
                    <a:pt x="1918284" y="104406"/>
                  </a:lnTo>
                  <a:lnTo>
                    <a:pt x="1918284" y="12"/>
                  </a:lnTo>
                  <a:close/>
                </a:path>
              </a:pathLst>
            </a:custGeom>
            <a:solidFill>
              <a:srgbClr val="0D0F38">
                <a:alpha val="13998"/>
              </a:srgbClr>
            </a:solidFill>
          </p:spPr>
          <p:txBody>
            <a:bodyPr wrap="square" lIns="0" tIns="0" rIns="0" bIns="0" rtlCol="0"/>
            <a:lstStyle/>
            <a:p>
              <a:endParaRPr/>
            </a:p>
          </p:txBody>
        </p:sp>
      </p:grpSp>
      <p:grpSp>
        <p:nvGrpSpPr>
          <p:cNvPr id="12" name="object 12"/>
          <p:cNvGrpSpPr/>
          <p:nvPr/>
        </p:nvGrpSpPr>
        <p:grpSpPr>
          <a:xfrm>
            <a:off x="5396395" y="2314295"/>
            <a:ext cx="1918335" cy="2029460"/>
            <a:chOff x="5396395" y="2314295"/>
            <a:chExt cx="1918335" cy="2029460"/>
          </a:xfrm>
        </p:grpSpPr>
        <p:sp>
          <p:nvSpPr>
            <p:cNvPr id="13" name="object 13"/>
            <p:cNvSpPr/>
            <p:nvPr/>
          </p:nvSpPr>
          <p:spPr>
            <a:xfrm>
              <a:off x="5396395" y="2314308"/>
              <a:ext cx="1918335" cy="2029460"/>
            </a:xfrm>
            <a:custGeom>
              <a:avLst/>
              <a:gdLst/>
              <a:ahLst/>
              <a:cxnLst/>
              <a:rect l="l" t="t" r="r" b="b"/>
              <a:pathLst>
                <a:path w="1918334" h="2029460">
                  <a:moveTo>
                    <a:pt x="0" y="2029104"/>
                  </a:moveTo>
                  <a:lnTo>
                    <a:pt x="1918284" y="2029104"/>
                  </a:lnTo>
                  <a:lnTo>
                    <a:pt x="1918284" y="0"/>
                  </a:lnTo>
                  <a:lnTo>
                    <a:pt x="0" y="0"/>
                  </a:lnTo>
                  <a:lnTo>
                    <a:pt x="0" y="2029104"/>
                  </a:lnTo>
                  <a:close/>
                </a:path>
              </a:pathLst>
            </a:custGeom>
            <a:solidFill>
              <a:srgbClr val="D6E5F5"/>
            </a:solidFill>
          </p:spPr>
          <p:txBody>
            <a:bodyPr wrap="square" lIns="0" tIns="0" rIns="0" bIns="0" rtlCol="0"/>
            <a:lstStyle/>
            <a:p>
              <a:endParaRPr/>
            </a:p>
          </p:txBody>
        </p:sp>
        <p:sp>
          <p:nvSpPr>
            <p:cNvPr id="14" name="object 14"/>
            <p:cNvSpPr/>
            <p:nvPr/>
          </p:nvSpPr>
          <p:spPr>
            <a:xfrm>
              <a:off x="5396382" y="2314295"/>
              <a:ext cx="1918335" cy="1993264"/>
            </a:xfrm>
            <a:custGeom>
              <a:avLst/>
              <a:gdLst/>
              <a:ahLst/>
              <a:cxnLst/>
              <a:rect l="l" t="t" r="r" b="b"/>
              <a:pathLst>
                <a:path w="1918334" h="1993264">
                  <a:moveTo>
                    <a:pt x="185191" y="0"/>
                  </a:moveTo>
                  <a:lnTo>
                    <a:pt x="69989" y="0"/>
                  </a:lnTo>
                  <a:lnTo>
                    <a:pt x="0" y="69977"/>
                  </a:lnTo>
                  <a:lnTo>
                    <a:pt x="0" y="130111"/>
                  </a:lnTo>
                  <a:lnTo>
                    <a:pt x="82321" y="102857"/>
                  </a:lnTo>
                  <a:lnTo>
                    <a:pt x="185191" y="0"/>
                  </a:lnTo>
                  <a:close/>
                </a:path>
                <a:path w="1918334" h="1993264">
                  <a:moveTo>
                    <a:pt x="299161" y="1747215"/>
                  </a:moveTo>
                  <a:lnTo>
                    <a:pt x="270510" y="1718564"/>
                  </a:lnTo>
                  <a:lnTo>
                    <a:pt x="183972" y="1747202"/>
                  </a:lnTo>
                  <a:lnTo>
                    <a:pt x="0" y="1931136"/>
                  </a:lnTo>
                  <a:lnTo>
                    <a:pt x="0" y="1991245"/>
                  </a:lnTo>
                  <a:lnTo>
                    <a:pt x="82334" y="1964004"/>
                  </a:lnTo>
                  <a:lnTo>
                    <a:pt x="299161" y="1747215"/>
                  </a:lnTo>
                  <a:close/>
                </a:path>
                <a:path w="1918334" h="1993264">
                  <a:moveTo>
                    <a:pt x="299161" y="1437030"/>
                  </a:moveTo>
                  <a:lnTo>
                    <a:pt x="270510" y="1408379"/>
                  </a:lnTo>
                  <a:lnTo>
                    <a:pt x="183972" y="1437017"/>
                  </a:lnTo>
                  <a:lnTo>
                    <a:pt x="0" y="1620939"/>
                  </a:lnTo>
                  <a:lnTo>
                    <a:pt x="0" y="1681060"/>
                  </a:lnTo>
                  <a:lnTo>
                    <a:pt x="82334" y="1653806"/>
                  </a:lnTo>
                  <a:lnTo>
                    <a:pt x="299161" y="1437030"/>
                  </a:lnTo>
                  <a:close/>
                </a:path>
                <a:path w="1918334" h="1993264">
                  <a:moveTo>
                    <a:pt x="299161" y="1126832"/>
                  </a:moveTo>
                  <a:lnTo>
                    <a:pt x="270510" y="1098181"/>
                  </a:lnTo>
                  <a:lnTo>
                    <a:pt x="183972" y="1126820"/>
                  </a:lnTo>
                  <a:lnTo>
                    <a:pt x="0" y="1310754"/>
                  </a:lnTo>
                  <a:lnTo>
                    <a:pt x="0" y="1370863"/>
                  </a:lnTo>
                  <a:lnTo>
                    <a:pt x="82334" y="1343609"/>
                  </a:lnTo>
                  <a:lnTo>
                    <a:pt x="299161" y="1126832"/>
                  </a:lnTo>
                  <a:close/>
                </a:path>
                <a:path w="1918334" h="1993264">
                  <a:moveTo>
                    <a:pt x="299161" y="816648"/>
                  </a:moveTo>
                  <a:lnTo>
                    <a:pt x="270510" y="787996"/>
                  </a:lnTo>
                  <a:lnTo>
                    <a:pt x="183972" y="816635"/>
                  </a:lnTo>
                  <a:lnTo>
                    <a:pt x="0" y="1000569"/>
                  </a:lnTo>
                  <a:lnTo>
                    <a:pt x="0" y="1060678"/>
                  </a:lnTo>
                  <a:lnTo>
                    <a:pt x="82334" y="1033424"/>
                  </a:lnTo>
                  <a:lnTo>
                    <a:pt x="299161" y="816648"/>
                  </a:lnTo>
                  <a:close/>
                </a:path>
                <a:path w="1918334" h="1993264">
                  <a:moveTo>
                    <a:pt x="299161" y="506450"/>
                  </a:moveTo>
                  <a:lnTo>
                    <a:pt x="270510" y="477799"/>
                  </a:lnTo>
                  <a:lnTo>
                    <a:pt x="183972" y="506437"/>
                  </a:lnTo>
                  <a:lnTo>
                    <a:pt x="0" y="690372"/>
                  </a:lnTo>
                  <a:lnTo>
                    <a:pt x="0" y="750481"/>
                  </a:lnTo>
                  <a:lnTo>
                    <a:pt x="82334" y="723226"/>
                  </a:lnTo>
                  <a:lnTo>
                    <a:pt x="299161" y="506450"/>
                  </a:lnTo>
                  <a:close/>
                </a:path>
                <a:path w="1918334" h="1993264">
                  <a:moveTo>
                    <a:pt x="299161" y="196265"/>
                  </a:moveTo>
                  <a:lnTo>
                    <a:pt x="270510" y="167614"/>
                  </a:lnTo>
                  <a:lnTo>
                    <a:pt x="183972" y="196253"/>
                  </a:lnTo>
                  <a:lnTo>
                    <a:pt x="0" y="380187"/>
                  </a:lnTo>
                  <a:lnTo>
                    <a:pt x="0" y="440296"/>
                  </a:lnTo>
                  <a:lnTo>
                    <a:pt x="82334" y="413042"/>
                  </a:lnTo>
                  <a:lnTo>
                    <a:pt x="299161" y="196265"/>
                  </a:lnTo>
                  <a:close/>
                </a:path>
                <a:path w="1918334" h="1993264">
                  <a:moveTo>
                    <a:pt x="553339" y="12"/>
                  </a:moveTo>
                  <a:lnTo>
                    <a:pt x="438137" y="12"/>
                  </a:lnTo>
                  <a:lnTo>
                    <a:pt x="335280" y="102844"/>
                  </a:lnTo>
                  <a:lnTo>
                    <a:pt x="363918" y="131508"/>
                  </a:lnTo>
                  <a:lnTo>
                    <a:pt x="450469" y="102857"/>
                  </a:lnTo>
                  <a:lnTo>
                    <a:pt x="553339" y="12"/>
                  </a:lnTo>
                  <a:close/>
                </a:path>
                <a:path w="1918334" h="1993264">
                  <a:moveTo>
                    <a:pt x="667296" y="1747215"/>
                  </a:moveTo>
                  <a:lnTo>
                    <a:pt x="638644" y="1718564"/>
                  </a:lnTo>
                  <a:lnTo>
                    <a:pt x="552094" y="1747215"/>
                  </a:lnTo>
                  <a:lnTo>
                    <a:pt x="335292" y="1964004"/>
                  </a:lnTo>
                  <a:lnTo>
                    <a:pt x="363931" y="1992642"/>
                  </a:lnTo>
                  <a:lnTo>
                    <a:pt x="450469" y="1964004"/>
                  </a:lnTo>
                  <a:lnTo>
                    <a:pt x="667296" y="1747215"/>
                  </a:lnTo>
                  <a:close/>
                </a:path>
                <a:path w="1918334" h="1993264">
                  <a:moveTo>
                    <a:pt x="667296" y="1437030"/>
                  </a:moveTo>
                  <a:lnTo>
                    <a:pt x="638644" y="1408379"/>
                  </a:lnTo>
                  <a:lnTo>
                    <a:pt x="552094" y="1437030"/>
                  </a:lnTo>
                  <a:lnTo>
                    <a:pt x="335280" y="1653806"/>
                  </a:lnTo>
                  <a:lnTo>
                    <a:pt x="363931" y="1682457"/>
                  </a:lnTo>
                  <a:lnTo>
                    <a:pt x="450469" y="1653806"/>
                  </a:lnTo>
                  <a:lnTo>
                    <a:pt x="667296" y="1437030"/>
                  </a:lnTo>
                  <a:close/>
                </a:path>
                <a:path w="1918334" h="1993264">
                  <a:moveTo>
                    <a:pt x="667296" y="1126832"/>
                  </a:moveTo>
                  <a:lnTo>
                    <a:pt x="638644" y="1098181"/>
                  </a:lnTo>
                  <a:lnTo>
                    <a:pt x="552094" y="1126832"/>
                  </a:lnTo>
                  <a:lnTo>
                    <a:pt x="335280" y="1343609"/>
                  </a:lnTo>
                  <a:lnTo>
                    <a:pt x="363931" y="1372260"/>
                  </a:lnTo>
                  <a:lnTo>
                    <a:pt x="450469" y="1343609"/>
                  </a:lnTo>
                  <a:lnTo>
                    <a:pt x="667296" y="1126832"/>
                  </a:lnTo>
                  <a:close/>
                </a:path>
                <a:path w="1918334" h="1993264">
                  <a:moveTo>
                    <a:pt x="667296" y="816648"/>
                  </a:moveTo>
                  <a:lnTo>
                    <a:pt x="638644" y="787996"/>
                  </a:lnTo>
                  <a:lnTo>
                    <a:pt x="552094" y="816648"/>
                  </a:lnTo>
                  <a:lnTo>
                    <a:pt x="335280" y="1033424"/>
                  </a:lnTo>
                  <a:lnTo>
                    <a:pt x="363931" y="1062075"/>
                  </a:lnTo>
                  <a:lnTo>
                    <a:pt x="450469" y="1033424"/>
                  </a:lnTo>
                  <a:lnTo>
                    <a:pt x="667296" y="816648"/>
                  </a:lnTo>
                  <a:close/>
                </a:path>
                <a:path w="1918334" h="1993264">
                  <a:moveTo>
                    <a:pt x="667296" y="506450"/>
                  </a:moveTo>
                  <a:lnTo>
                    <a:pt x="638644" y="477799"/>
                  </a:lnTo>
                  <a:lnTo>
                    <a:pt x="552094" y="506450"/>
                  </a:lnTo>
                  <a:lnTo>
                    <a:pt x="335280" y="723226"/>
                  </a:lnTo>
                  <a:lnTo>
                    <a:pt x="363931" y="751878"/>
                  </a:lnTo>
                  <a:lnTo>
                    <a:pt x="450469" y="723226"/>
                  </a:lnTo>
                  <a:lnTo>
                    <a:pt x="667296" y="506450"/>
                  </a:lnTo>
                  <a:close/>
                </a:path>
                <a:path w="1918334" h="1993264">
                  <a:moveTo>
                    <a:pt x="667296" y="196265"/>
                  </a:moveTo>
                  <a:lnTo>
                    <a:pt x="638644" y="167614"/>
                  </a:lnTo>
                  <a:lnTo>
                    <a:pt x="552094" y="196265"/>
                  </a:lnTo>
                  <a:lnTo>
                    <a:pt x="335280" y="413042"/>
                  </a:lnTo>
                  <a:lnTo>
                    <a:pt x="363931" y="441693"/>
                  </a:lnTo>
                  <a:lnTo>
                    <a:pt x="450469" y="413042"/>
                  </a:lnTo>
                  <a:lnTo>
                    <a:pt x="667296" y="196265"/>
                  </a:lnTo>
                  <a:close/>
                </a:path>
                <a:path w="1918334" h="1993264">
                  <a:moveTo>
                    <a:pt x="921461" y="12"/>
                  </a:moveTo>
                  <a:lnTo>
                    <a:pt x="806259" y="12"/>
                  </a:lnTo>
                  <a:lnTo>
                    <a:pt x="703402" y="102844"/>
                  </a:lnTo>
                  <a:lnTo>
                    <a:pt x="732053" y="131508"/>
                  </a:lnTo>
                  <a:lnTo>
                    <a:pt x="818591" y="102857"/>
                  </a:lnTo>
                  <a:lnTo>
                    <a:pt x="921461" y="12"/>
                  </a:lnTo>
                  <a:close/>
                </a:path>
                <a:path w="1918334" h="1993264">
                  <a:moveTo>
                    <a:pt x="1035431" y="1747215"/>
                  </a:moveTo>
                  <a:lnTo>
                    <a:pt x="1006779" y="1718564"/>
                  </a:lnTo>
                  <a:lnTo>
                    <a:pt x="920229" y="1747215"/>
                  </a:lnTo>
                  <a:lnTo>
                    <a:pt x="703427" y="1964004"/>
                  </a:lnTo>
                  <a:lnTo>
                    <a:pt x="732066" y="1992642"/>
                  </a:lnTo>
                  <a:lnTo>
                    <a:pt x="818603" y="1964004"/>
                  </a:lnTo>
                  <a:lnTo>
                    <a:pt x="1035431" y="1747215"/>
                  </a:lnTo>
                  <a:close/>
                </a:path>
                <a:path w="1918334" h="1993264">
                  <a:moveTo>
                    <a:pt x="1035431" y="1437030"/>
                  </a:moveTo>
                  <a:lnTo>
                    <a:pt x="1006779" y="1408379"/>
                  </a:lnTo>
                  <a:lnTo>
                    <a:pt x="920229" y="1437030"/>
                  </a:lnTo>
                  <a:lnTo>
                    <a:pt x="703414" y="1653806"/>
                  </a:lnTo>
                  <a:lnTo>
                    <a:pt x="732066" y="1682457"/>
                  </a:lnTo>
                  <a:lnTo>
                    <a:pt x="818603" y="1653806"/>
                  </a:lnTo>
                  <a:lnTo>
                    <a:pt x="1035431" y="1437030"/>
                  </a:lnTo>
                  <a:close/>
                </a:path>
                <a:path w="1918334" h="1993264">
                  <a:moveTo>
                    <a:pt x="1035431" y="1126832"/>
                  </a:moveTo>
                  <a:lnTo>
                    <a:pt x="1006779" y="1098181"/>
                  </a:lnTo>
                  <a:lnTo>
                    <a:pt x="920229" y="1126832"/>
                  </a:lnTo>
                  <a:lnTo>
                    <a:pt x="703414" y="1343609"/>
                  </a:lnTo>
                  <a:lnTo>
                    <a:pt x="732066" y="1372260"/>
                  </a:lnTo>
                  <a:lnTo>
                    <a:pt x="818603" y="1343609"/>
                  </a:lnTo>
                  <a:lnTo>
                    <a:pt x="1035431" y="1126832"/>
                  </a:lnTo>
                  <a:close/>
                </a:path>
                <a:path w="1918334" h="1993264">
                  <a:moveTo>
                    <a:pt x="1035431" y="816648"/>
                  </a:moveTo>
                  <a:lnTo>
                    <a:pt x="1006779" y="787996"/>
                  </a:lnTo>
                  <a:lnTo>
                    <a:pt x="920229" y="816648"/>
                  </a:lnTo>
                  <a:lnTo>
                    <a:pt x="703414" y="1033424"/>
                  </a:lnTo>
                  <a:lnTo>
                    <a:pt x="732066" y="1062075"/>
                  </a:lnTo>
                  <a:lnTo>
                    <a:pt x="818603" y="1033424"/>
                  </a:lnTo>
                  <a:lnTo>
                    <a:pt x="1035431" y="816648"/>
                  </a:lnTo>
                  <a:close/>
                </a:path>
                <a:path w="1918334" h="1993264">
                  <a:moveTo>
                    <a:pt x="1035431" y="506450"/>
                  </a:moveTo>
                  <a:lnTo>
                    <a:pt x="1006779" y="477799"/>
                  </a:lnTo>
                  <a:lnTo>
                    <a:pt x="920229" y="506450"/>
                  </a:lnTo>
                  <a:lnTo>
                    <a:pt x="703414" y="723226"/>
                  </a:lnTo>
                  <a:lnTo>
                    <a:pt x="732066" y="751878"/>
                  </a:lnTo>
                  <a:lnTo>
                    <a:pt x="818603" y="723226"/>
                  </a:lnTo>
                  <a:lnTo>
                    <a:pt x="1035431" y="506450"/>
                  </a:lnTo>
                  <a:close/>
                </a:path>
                <a:path w="1918334" h="1993264">
                  <a:moveTo>
                    <a:pt x="1035431" y="196265"/>
                  </a:moveTo>
                  <a:lnTo>
                    <a:pt x="1006779" y="167614"/>
                  </a:lnTo>
                  <a:lnTo>
                    <a:pt x="920229" y="196265"/>
                  </a:lnTo>
                  <a:lnTo>
                    <a:pt x="703414" y="413042"/>
                  </a:lnTo>
                  <a:lnTo>
                    <a:pt x="732066" y="441693"/>
                  </a:lnTo>
                  <a:lnTo>
                    <a:pt x="818603" y="413042"/>
                  </a:lnTo>
                  <a:lnTo>
                    <a:pt x="1035431" y="196265"/>
                  </a:lnTo>
                  <a:close/>
                </a:path>
                <a:path w="1918334" h="1993264">
                  <a:moveTo>
                    <a:pt x="1289596" y="12"/>
                  </a:moveTo>
                  <a:lnTo>
                    <a:pt x="1174394" y="12"/>
                  </a:lnTo>
                  <a:lnTo>
                    <a:pt x="1071537" y="102844"/>
                  </a:lnTo>
                  <a:lnTo>
                    <a:pt x="1100188" y="131508"/>
                  </a:lnTo>
                  <a:lnTo>
                    <a:pt x="1186726" y="102857"/>
                  </a:lnTo>
                  <a:lnTo>
                    <a:pt x="1289596" y="12"/>
                  </a:lnTo>
                  <a:close/>
                </a:path>
                <a:path w="1918334" h="1993264">
                  <a:moveTo>
                    <a:pt x="1403565" y="1747215"/>
                  </a:moveTo>
                  <a:lnTo>
                    <a:pt x="1374914" y="1718564"/>
                  </a:lnTo>
                  <a:lnTo>
                    <a:pt x="1288364" y="1747215"/>
                  </a:lnTo>
                  <a:lnTo>
                    <a:pt x="1071562" y="1964004"/>
                  </a:lnTo>
                  <a:lnTo>
                    <a:pt x="1100201" y="1992642"/>
                  </a:lnTo>
                  <a:lnTo>
                    <a:pt x="1186738" y="1964004"/>
                  </a:lnTo>
                  <a:lnTo>
                    <a:pt x="1403565" y="1747215"/>
                  </a:lnTo>
                  <a:close/>
                </a:path>
                <a:path w="1918334" h="1993264">
                  <a:moveTo>
                    <a:pt x="1403565" y="1437030"/>
                  </a:moveTo>
                  <a:lnTo>
                    <a:pt x="1374914" y="1408379"/>
                  </a:lnTo>
                  <a:lnTo>
                    <a:pt x="1288364" y="1437030"/>
                  </a:lnTo>
                  <a:lnTo>
                    <a:pt x="1071549" y="1653806"/>
                  </a:lnTo>
                  <a:lnTo>
                    <a:pt x="1100201" y="1682457"/>
                  </a:lnTo>
                  <a:lnTo>
                    <a:pt x="1186738" y="1653806"/>
                  </a:lnTo>
                  <a:lnTo>
                    <a:pt x="1403565" y="1437030"/>
                  </a:lnTo>
                  <a:close/>
                </a:path>
                <a:path w="1918334" h="1993264">
                  <a:moveTo>
                    <a:pt x="1403565" y="1126832"/>
                  </a:moveTo>
                  <a:lnTo>
                    <a:pt x="1374914" y="1098181"/>
                  </a:lnTo>
                  <a:lnTo>
                    <a:pt x="1288364" y="1126832"/>
                  </a:lnTo>
                  <a:lnTo>
                    <a:pt x="1071549" y="1343609"/>
                  </a:lnTo>
                  <a:lnTo>
                    <a:pt x="1100201" y="1372260"/>
                  </a:lnTo>
                  <a:lnTo>
                    <a:pt x="1186738" y="1343609"/>
                  </a:lnTo>
                  <a:lnTo>
                    <a:pt x="1403565" y="1126832"/>
                  </a:lnTo>
                  <a:close/>
                </a:path>
                <a:path w="1918334" h="1993264">
                  <a:moveTo>
                    <a:pt x="1403565" y="816648"/>
                  </a:moveTo>
                  <a:lnTo>
                    <a:pt x="1374914" y="787996"/>
                  </a:lnTo>
                  <a:lnTo>
                    <a:pt x="1288364" y="816648"/>
                  </a:lnTo>
                  <a:lnTo>
                    <a:pt x="1071549" y="1033424"/>
                  </a:lnTo>
                  <a:lnTo>
                    <a:pt x="1100201" y="1062075"/>
                  </a:lnTo>
                  <a:lnTo>
                    <a:pt x="1186738" y="1033424"/>
                  </a:lnTo>
                  <a:lnTo>
                    <a:pt x="1403565" y="816648"/>
                  </a:lnTo>
                  <a:close/>
                </a:path>
                <a:path w="1918334" h="1993264">
                  <a:moveTo>
                    <a:pt x="1403565" y="506450"/>
                  </a:moveTo>
                  <a:lnTo>
                    <a:pt x="1374914" y="477799"/>
                  </a:lnTo>
                  <a:lnTo>
                    <a:pt x="1288364" y="506450"/>
                  </a:lnTo>
                  <a:lnTo>
                    <a:pt x="1071549" y="723226"/>
                  </a:lnTo>
                  <a:lnTo>
                    <a:pt x="1100201" y="751878"/>
                  </a:lnTo>
                  <a:lnTo>
                    <a:pt x="1186738" y="723226"/>
                  </a:lnTo>
                  <a:lnTo>
                    <a:pt x="1403565" y="506450"/>
                  </a:lnTo>
                  <a:close/>
                </a:path>
                <a:path w="1918334" h="1993264">
                  <a:moveTo>
                    <a:pt x="1403565" y="196265"/>
                  </a:moveTo>
                  <a:lnTo>
                    <a:pt x="1374914" y="167614"/>
                  </a:lnTo>
                  <a:lnTo>
                    <a:pt x="1288364" y="196265"/>
                  </a:lnTo>
                  <a:lnTo>
                    <a:pt x="1071549" y="413042"/>
                  </a:lnTo>
                  <a:lnTo>
                    <a:pt x="1100201" y="441693"/>
                  </a:lnTo>
                  <a:lnTo>
                    <a:pt x="1186738" y="413042"/>
                  </a:lnTo>
                  <a:lnTo>
                    <a:pt x="1403565" y="196265"/>
                  </a:lnTo>
                  <a:close/>
                </a:path>
                <a:path w="1918334" h="1993264">
                  <a:moveTo>
                    <a:pt x="1657731" y="12"/>
                  </a:moveTo>
                  <a:lnTo>
                    <a:pt x="1542529" y="12"/>
                  </a:lnTo>
                  <a:lnTo>
                    <a:pt x="1439672" y="102844"/>
                  </a:lnTo>
                  <a:lnTo>
                    <a:pt x="1468310" y="131508"/>
                  </a:lnTo>
                  <a:lnTo>
                    <a:pt x="1554861" y="102857"/>
                  </a:lnTo>
                  <a:lnTo>
                    <a:pt x="1657731" y="12"/>
                  </a:lnTo>
                  <a:close/>
                </a:path>
                <a:path w="1918334" h="1993264">
                  <a:moveTo>
                    <a:pt x="1771700" y="1747215"/>
                  </a:moveTo>
                  <a:lnTo>
                    <a:pt x="1743049" y="1718564"/>
                  </a:lnTo>
                  <a:lnTo>
                    <a:pt x="1656499" y="1747215"/>
                  </a:lnTo>
                  <a:lnTo>
                    <a:pt x="1439697" y="1964004"/>
                  </a:lnTo>
                  <a:lnTo>
                    <a:pt x="1468335" y="1992642"/>
                  </a:lnTo>
                  <a:lnTo>
                    <a:pt x="1554873" y="1964004"/>
                  </a:lnTo>
                  <a:lnTo>
                    <a:pt x="1771700" y="1747215"/>
                  </a:lnTo>
                  <a:close/>
                </a:path>
                <a:path w="1918334" h="1993264">
                  <a:moveTo>
                    <a:pt x="1771700" y="1437030"/>
                  </a:moveTo>
                  <a:lnTo>
                    <a:pt x="1743049" y="1408379"/>
                  </a:lnTo>
                  <a:lnTo>
                    <a:pt x="1656499" y="1437030"/>
                  </a:lnTo>
                  <a:lnTo>
                    <a:pt x="1439684" y="1653806"/>
                  </a:lnTo>
                  <a:lnTo>
                    <a:pt x="1468335" y="1682457"/>
                  </a:lnTo>
                  <a:lnTo>
                    <a:pt x="1554873" y="1653806"/>
                  </a:lnTo>
                  <a:lnTo>
                    <a:pt x="1771700" y="1437030"/>
                  </a:lnTo>
                  <a:close/>
                </a:path>
                <a:path w="1918334" h="1993264">
                  <a:moveTo>
                    <a:pt x="1771700" y="1126832"/>
                  </a:moveTo>
                  <a:lnTo>
                    <a:pt x="1743049" y="1098181"/>
                  </a:lnTo>
                  <a:lnTo>
                    <a:pt x="1656499" y="1126832"/>
                  </a:lnTo>
                  <a:lnTo>
                    <a:pt x="1439684" y="1343609"/>
                  </a:lnTo>
                  <a:lnTo>
                    <a:pt x="1468335" y="1372260"/>
                  </a:lnTo>
                  <a:lnTo>
                    <a:pt x="1554873" y="1343609"/>
                  </a:lnTo>
                  <a:lnTo>
                    <a:pt x="1771700" y="1126832"/>
                  </a:lnTo>
                  <a:close/>
                </a:path>
                <a:path w="1918334" h="1993264">
                  <a:moveTo>
                    <a:pt x="1771700" y="816648"/>
                  </a:moveTo>
                  <a:lnTo>
                    <a:pt x="1743049" y="787996"/>
                  </a:lnTo>
                  <a:lnTo>
                    <a:pt x="1656499" y="816648"/>
                  </a:lnTo>
                  <a:lnTo>
                    <a:pt x="1439684" y="1033424"/>
                  </a:lnTo>
                  <a:lnTo>
                    <a:pt x="1468335" y="1062075"/>
                  </a:lnTo>
                  <a:lnTo>
                    <a:pt x="1554873" y="1033424"/>
                  </a:lnTo>
                  <a:lnTo>
                    <a:pt x="1771700" y="816648"/>
                  </a:lnTo>
                  <a:close/>
                </a:path>
                <a:path w="1918334" h="1993264">
                  <a:moveTo>
                    <a:pt x="1771700" y="506450"/>
                  </a:moveTo>
                  <a:lnTo>
                    <a:pt x="1743049" y="477799"/>
                  </a:lnTo>
                  <a:lnTo>
                    <a:pt x="1656499" y="506450"/>
                  </a:lnTo>
                  <a:lnTo>
                    <a:pt x="1439684" y="723226"/>
                  </a:lnTo>
                  <a:lnTo>
                    <a:pt x="1468335" y="751878"/>
                  </a:lnTo>
                  <a:lnTo>
                    <a:pt x="1554873" y="723226"/>
                  </a:lnTo>
                  <a:lnTo>
                    <a:pt x="1771700" y="506450"/>
                  </a:lnTo>
                  <a:close/>
                </a:path>
                <a:path w="1918334" h="1993264">
                  <a:moveTo>
                    <a:pt x="1771700" y="196265"/>
                  </a:moveTo>
                  <a:lnTo>
                    <a:pt x="1743049" y="167614"/>
                  </a:lnTo>
                  <a:lnTo>
                    <a:pt x="1656499" y="196265"/>
                  </a:lnTo>
                  <a:lnTo>
                    <a:pt x="1439684" y="413042"/>
                  </a:lnTo>
                  <a:lnTo>
                    <a:pt x="1468335" y="441693"/>
                  </a:lnTo>
                  <a:lnTo>
                    <a:pt x="1554873" y="413042"/>
                  </a:lnTo>
                  <a:lnTo>
                    <a:pt x="1771700" y="196265"/>
                  </a:lnTo>
                  <a:close/>
                </a:path>
                <a:path w="1918334" h="1993264">
                  <a:moveTo>
                    <a:pt x="1918284" y="1853539"/>
                  </a:moveTo>
                  <a:lnTo>
                    <a:pt x="1807806" y="1963991"/>
                  </a:lnTo>
                  <a:lnTo>
                    <a:pt x="1836458" y="1992642"/>
                  </a:lnTo>
                  <a:lnTo>
                    <a:pt x="1918284" y="1965566"/>
                  </a:lnTo>
                  <a:lnTo>
                    <a:pt x="1918284" y="1853539"/>
                  </a:lnTo>
                  <a:close/>
                </a:path>
                <a:path w="1918334" h="1993264">
                  <a:moveTo>
                    <a:pt x="1918284" y="1543342"/>
                  </a:moveTo>
                  <a:lnTo>
                    <a:pt x="1807806" y="1653806"/>
                  </a:lnTo>
                  <a:lnTo>
                    <a:pt x="1836458" y="1682457"/>
                  </a:lnTo>
                  <a:lnTo>
                    <a:pt x="1918284" y="1655356"/>
                  </a:lnTo>
                  <a:lnTo>
                    <a:pt x="1918284" y="1543342"/>
                  </a:lnTo>
                  <a:close/>
                </a:path>
                <a:path w="1918334" h="1993264">
                  <a:moveTo>
                    <a:pt x="1918284" y="1233157"/>
                  </a:moveTo>
                  <a:lnTo>
                    <a:pt x="1807806" y="1343609"/>
                  </a:lnTo>
                  <a:lnTo>
                    <a:pt x="1836458" y="1372260"/>
                  </a:lnTo>
                  <a:lnTo>
                    <a:pt x="1918284" y="1345171"/>
                  </a:lnTo>
                  <a:lnTo>
                    <a:pt x="1918284" y="1233157"/>
                  </a:lnTo>
                  <a:close/>
                </a:path>
                <a:path w="1918334" h="1993264">
                  <a:moveTo>
                    <a:pt x="1918284" y="922959"/>
                  </a:moveTo>
                  <a:lnTo>
                    <a:pt x="1807806" y="1033424"/>
                  </a:lnTo>
                  <a:lnTo>
                    <a:pt x="1836458" y="1062075"/>
                  </a:lnTo>
                  <a:lnTo>
                    <a:pt x="1918284" y="1034986"/>
                  </a:lnTo>
                  <a:lnTo>
                    <a:pt x="1918284" y="922959"/>
                  </a:lnTo>
                  <a:close/>
                </a:path>
                <a:path w="1918334" h="1993264">
                  <a:moveTo>
                    <a:pt x="1918284" y="612775"/>
                  </a:moveTo>
                  <a:lnTo>
                    <a:pt x="1807806" y="723226"/>
                  </a:lnTo>
                  <a:lnTo>
                    <a:pt x="1836458" y="751878"/>
                  </a:lnTo>
                  <a:lnTo>
                    <a:pt x="1918284" y="724789"/>
                  </a:lnTo>
                  <a:lnTo>
                    <a:pt x="1918284" y="612775"/>
                  </a:lnTo>
                  <a:close/>
                </a:path>
                <a:path w="1918334" h="1993264">
                  <a:moveTo>
                    <a:pt x="1918284" y="302577"/>
                  </a:moveTo>
                  <a:lnTo>
                    <a:pt x="1807806" y="413042"/>
                  </a:lnTo>
                  <a:lnTo>
                    <a:pt x="1836458" y="441693"/>
                  </a:lnTo>
                  <a:lnTo>
                    <a:pt x="1918284" y="414604"/>
                  </a:lnTo>
                  <a:lnTo>
                    <a:pt x="1918284" y="302577"/>
                  </a:lnTo>
                  <a:close/>
                </a:path>
                <a:path w="1918334" h="1993264">
                  <a:moveTo>
                    <a:pt x="1918296" y="12"/>
                  </a:moveTo>
                  <a:lnTo>
                    <a:pt x="1910664" y="12"/>
                  </a:lnTo>
                  <a:lnTo>
                    <a:pt x="1807806" y="102844"/>
                  </a:lnTo>
                  <a:lnTo>
                    <a:pt x="1836458" y="131508"/>
                  </a:lnTo>
                  <a:lnTo>
                    <a:pt x="1918296" y="104406"/>
                  </a:lnTo>
                  <a:lnTo>
                    <a:pt x="1918296" y="12"/>
                  </a:lnTo>
                  <a:close/>
                </a:path>
              </a:pathLst>
            </a:custGeom>
            <a:solidFill>
              <a:srgbClr val="0D0F38">
                <a:alpha val="13998"/>
              </a:srgbClr>
            </a:solidFill>
          </p:spPr>
          <p:txBody>
            <a:bodyPr wrap="square" lIns="0" tIns="0" rIns="0" bIns="0" rtlCol="0"/>
            <a:lstStyle/>
            <a:p>
              <a:endParaRPr/>
            </a:p>
          </p:txBody>
        </p:sp>
      </p:grpSp>
      <p:grpSp>
        <p:nvGrpSpPr>
          <p:cNvPr id="15" name="object 15"/>
          <p:cNvGrpSpPr/>
          <p:nvPr/>
        </p:nvGrpSpPr>
        <p:grpSpPr>
          <a:xfrm>
            <a:off x="7462798" y="2314295"/>
            <a:ext cx="1918335" cy="2029460"/>
            <a:chOff x="7462798" y="2314295"/>
            <a:chExt cx="1918335" cy="2029460"/>
          </a:xfrm>
        </p:grpSpPr>
        <p:sp>
          <p:nvSpPr>
            <p:cNvPr id="16" name="object 16"/>
            <p:cNvSpPr/>
            <p:nvPr/>
          </p:nvSpPr>
          <p:spPr>
            <a:xfrm>
              <a:off x="7462799" y="2314308"/>
              <a:ext cx="1918335" cy="2029460"/>
            </a:xfrm>
            <a:custGeom>
              <a:avLst/>
              <a:gdLst/>
              <a:ahLst/>
              <a:cxnLst/>
              <a:rect l="l" t="t" r="r" b="b"/>
              <a:pathLst>
                <a:path w="1918334" h="2029460">
                  <a:moveTo>
                    <a:pt x="0" y="2029104"/>
                  </a:moveTo>
                  <a:lnTo>
                    <a:pt x="1918284" y="2029104"/>
                  </a:lnTo>
                  <a:lnTo>
                    <a:pt x="1918284" y="0"/>
                  </a:lnTo>
                  <a:lnTo>
                    <a:pt x="0" y="0"/>
                  </a:lnTo>
                  <a:lnTo>
                    <a:pt x="0" y="2029104"/>
                  </a:lnTo>
                  <a:close/>
                </a:path>
              </a:pathLst>
            </a:custGeom>
            <a:solidFill>
              <a:srgbClr val="D6E5F5"/>
            </a:solidFill>
          </p:spPr>
          <p:txBody>
            <a:bodyPr wrap="square" lIns="0" tIns="0" rIns="0" bIns="0" rtlCol="0"/>
            <a:lstStyle/>
            <a:p>
              <a:endParaRPr/>
            </a:p>
          </p:txBody>
        </p:sp>
        <p:sp>
          <p:nvSpPr>
            <p:cNvPr id="17" name="object 17"/>
            <p:cNvSpPr/>
            <p:nvPr/>
          </p:nvSpPr>
          <p:spPr>
            <a:xfrm>
              <a:off x="7462786" y="2314295"/>
              <a:ext cx="1918335" cy="1993264"/>
            </a:xfrm>
            <a:custGeom>
              <a:avLst/>
              <a:gdLst/>
              <a:ahLst/>
              <a:cxnLst/>
              <a:rect l="l" t="t" r="r" b="b"/>
              <a:pathLst>
                <a:path w="1918334" h="1993264">
                  <a:moveTo>
                    <a:pt x="185191" y="0"/>
                  </a:moveTo>
                  <a:lnTo>
                    <a:pt x="69989" y="0"/>
                  </a:lnTo>
                  <a:lnTo>
                    <a:pt x="0" y="69977"/>
                  </a:lnTo>
                  <a:lnTo>
                    <a:pt x="0" y="130111"/>
                  </a:lnTo>
                  <a:lnTo>
                    <a:pt x="82321" y="102857"/>
                  </a:lnTo>
                  <a:lnTo>
                    <a:pt x="185191" y="0"/>
                  </a:lnTo>
                  <a:close/>
                </a:path>
                <a:path w="1918334" h="1993264">
                  <a:moveTo>
                    <a:pt x="299161" y="1747215"/>
                  </a:moveTo>
                  <a:lnTo>
                    <a:pt x="270510" y="1718564"/>
                  </a:lnTo>
                  <a:lnTo>
                    <a:pt x="183972" y="1747202"/>
                  </a:lnTo>
                  <a:lnTo>
                    <a:pt x="0" y="1931136"/>
                  </a:lnTo>
                  <a:lnTo>
                    <a:pt x="0" y="1991245"/>
                  </a:lnTo>
                  <a:lnTo>
                    <a:pt x="82334" y="1964004"/>
                  </a:lnTo>
                  <a:lnTo>
                    <a:pt x="299161" y="1747215"/>
                  </a:lnTo>
                  <a:close/>
                </a:path>
                <a:path w="1918334" h="1993264">
                  <a:moveTo>
                    <a:pt x="299161" y="1437030"/>
                  </a:moveTo>
                  <a:lnTo>
                    <a:pt x="270510" y="1408379"/>
                  </a:lnTo>
                  <a:lnTo>
                    <a:pt x="183972" y="1437017"/>
                  </a:lnTo>
                  <a:lnTo>
                    <a:pt x="0" y="1620939"/>
                  </a:lnTo>
                  <a:lnTo>
                    <a:pt x="0" y="1681060"/>
                  </a:lnTo>
                  <a:lnTo>
                    <a:pt x="82334" y="1653806"/>
                  </a:lnTo>
                  <a:lnTo>
                    <a:pt x="299161" y="1437030"/>
                  </a:lnTo>
                  <a:close/>
                </a:path>
                <a:path w="1918334" h="1993264">
                  <a:moveTo>
                    <a:pt x="299161" y="1126832"/>
                  </a:moveTo>
                  <a:lnTo>
                    <a:pt x="270510" y="1098181"/>
                  </a:lnTo>
                  <a:lnTo>
                    <a:pt x="183972" y="1126820"/>
                  </a:lnTo>
                  <a:lnTo>
                    <a:pt x="0" y="1310754"/>
                  </a:lnTo>
                  <a:lnTo>
                    <a:pt x="0" y="1370863"/>
                  </a:lnTo>
                  <a:lnTo>
                    <a:pt x="82334" y="1343609"/>
                  </a:lnTo>
                  <a:lnTo>
                    <a:pt x="299161" y="1126832"/>
                  </a:lnTo>
                  <a:close/>
                </a:path>
                <a:path w="1918334" h="1993264">
                  <a:moveTo>
                    <a:pt x="299161" y="816648"/>
                  </a:moveTo>
                  <a:lnTo>
                    <a:pt x="270510" y="787996"/>
                  </a:lnTo>
                  <a:lnTo>
                    <a:pt x="183972" y="816635"/>
                  </a:lnTo>
                  <a:lnTo>
                    <a:pt x="0" y="1000556"/>
                  </a:lnTo>
                  <a:lnTo>
                    <a:pt x="0" y="1060678"/>
                  </a:lnTo>
                  <a:lnTo>
                    <a:pt x="82334" y="1033424"/>
                  </a:lnTo>
                  <a:lnTo>
                    <a:pt x="299161" y="816648"/>
                  </a:lnTo>
                  <a:close/>
                </a:path>
                <a:path w="1918334" h="1993264">
                  <a:moveTo>
                    <a:pt x="299161" y="506450"/>
                  </a:moveTo>
                  <a:lnTo>
                    <a:pt x="270510" y="477799"/>
                  </a:lnTo>
                  <a:lnTo>
                    <a:pt x="183972" y="506437"/>
                  </a:lnTo>
                  <a:lnTo>
                    <a:pt x="0" y="690372"/>
                  </a:lnTo>
                  <a:lnTo>
                    <a:pt x="0" y="750481"/>
                  </a:lnTo>
                  <a:lnTo>
                    <a:pt x="82334" y="723226"/>
                  </a:lnTo>
                  <a:lnTo>
                    <a:pt x="299161" y="506450"/>
                  </a:lnTo>
                  <a:close/>
                </a:path>
                <a:path w="1918334" h="1993264">
                  <a:moveTo>
                    <a:pt x="299161" y="196265"/>
                  </a:moveTo>
                  <a:lnTo>
                    <a:pt x="270510" y="167614"/>
                  </a:lnTo>
                  <a:lnTo>
                    <a:pt x="183972" y="196253"/>
                  </a:lnTo>
                  <a:lnTo>
                    <a:pt x="0" y="380174"/>
                  </a:lnTo>
                  <a:lnTo>
                    <a:pt x="0" y="440296"/>
                  </a:lnTo>
                  <a:lnTo>
                    <a:pt x="82334" y="413042"/>
                  </a:lnTo>
                  <a:lnTo>
                    <a:pt x="299161" y="196265"/>
                  </a:lnTo>
                  <a:close/>
                </a:path>
                <a:path w="1918334" h="1993264">
                  <a:moveTo>
                    <a:pt x="553326" y="12"/>
                  </a:moveTo>
                  <a:lnTo>
                    <a:pt x="438124" y="12"/>
                  </a:lnTo>
                  <a:lnTo>
                    <a:pt x="335267" y="102844"/>
                  </a:lnTo>
                  <a:lnTo>
                    <a:pt x="363918" y="131508"/>
                  </a:lnTo>
                  <a:lnTo>
                    <a:pt x="450456" y="102857"/>
                  </a:lnTo>
                  <a:lnTo>
                    <a:pt x="553326" y="12"/>
                  </a:lnTo>
                  <a:close/>
                </a:path>
                <a:path w="1918334" h="1993264">
                  <a:moveTo>
                    <a:pt x="667296" y="1747215"/>
                  </a:moveTo>
                  <a:lnTo>
                    <a:pt x="638644" y="1718564"/>
                  </a:lnTo>
                  <a:lnTo>
                    <a:pt x="552081" y="1747215"/>
                  </a:lnTo>
                  <a:lnTo>
                    <a:pt x="335292" y="1964004"/>
                  </a:lnTo>
                  <a:lnTo>
                    <a:pt x="363931" y="1992642"/>
                  </a:lnTo>
                  <a:lnTo>
                    <a:pt x="450469" y="1964004"/>
                  </a:lnTo>
                  <a:lnTo>
                    <a:pt x="667296" y="1747215"/>
                  </a:lnTo>
                  <a:close/>
                </a:path>
                <a:path w="1918334" h="1993264">
                  <a:moveTo>
                    <a:pt x="667296" y="1437030"/>
                  </a:moveTo>
                  <a:lnTo>
                    <a:pt x="638644" y="1408379"/>
                  </a:lnTo>
                  <a:lnTo>
                    <a:pt x="552081" y="1437030"/>
                  </a:lnTo>
                  <a:lnTo>
                    <a:pt x="335280" y="1653806"/>
                  </a:lnTo>
                  <a:lnTo>
                    <a:pt x="363931" y="1682457"/>
                  </a:lnTo>
                  <a:lnTo>
                    <a:pt x="450469" y="1653806"/>
                  </a:lnTo>
                  <a:lnTo>
                    <a:pt x="667296" y="1437030"/>
                  </a:lnTo>
                  <a:close/>
                </a:path>
                <a:path w="1918334" h="1993264">
                  <a:moveTo>
                    <a:pt x="667296" y="1126832"/>
                  </a:moveTo>
                  <a:lnTo>
                    <a:pt x="638644" y="1098181"/>
                  </a:lnTo>
                  <a:lnTo>
                    <a:pt x="552081" y="1126832"/>
                  </a:lnTo>
                  <a:lnTo>
                    <a:pt x="335280" y="1343609"/>
                  </a:lnTo>
                  <a:lnTo>
                    <a:pt x="363931" y="1372260"/>
                  </a:lnTo>
                  <a:lnTo>
                    <a:pt x="450469" y="1343609"/>
                  </a:lnTo>
                  <a:lnTo>
                    <a:pt x="667296" y="1126832"/>
                  </a:lnTo>
                  <a:close/>
                </a:path>
                <a:path w="1918334" h="1993264">
                  <a:moveTo>
                    <a:pt x="667296" y="816648"/>
                  </a:moveTo>
                  <a:lnTo>
                    <a:pt x="638644" y="787996"/>
                  </a:lnTo>
                  <a:lnTo>
                    <a:pt x="552081" y="816648"/>
                  </a:lnTo>
                  <a:lnTo>
                    <a:pt x="335280" y="1033424"/>
                  </a:lnTo>
                  <a:lnTo>
                    <a:pt x="363931" y="1062075"/>
                  </a:lnTo>
                  <a:lnTo>
                    <a:pt x="450469" y="1033424"/>
                  </a:lnTo>
                  <a:lnTo>
                    <a:pt x="667296" y="816648"/>
                  </a:lnTo>
                  <a:close/>
                </a:path>
                <a:path w="1918334" h="1993264">
                  <a:moveTo>
                    <a:pt x="667296" y="506450"/>
                  </a:moveTo>
                  <a:lnTo>
                    <a:pt x="638644" y="477799"/>
                  </a:lnTo>
                  <a:lnTo>
                    <a:pt x="552081" y="506450"/>
                  </a:lnTo>
                  <a:lnTo>
                    <a:pt x="335280" y="723226"/>
                  </a:lnTo>
                  <a:lnTo>
                    <a:pt x="363931" y="751878"/>
                  </a:lnTo>
                  <a:lnTo>
                    <a:pt x="450469" y="723226"/>
                  </a:lnTo>
                  <a:lnTo>
                    <a:pt x="667296" y="506450"/>
                  </a:lnTo>
                  <a:close/>
                </a:path>
                <a:path w="1918334" h="1993264">
                  <a:moveTo>
                    <a:pt x="667296" y="196265"/>
                  </a:moveTo>
                  <a:lnTo>
                    <a:pt x="638644" y="167614"/>
                  </a:lnTo>
                  <a:lnTo>
                    <a:pt x="552081" y="196265"/>
                  </a:lnTo>
                  <a:lnTo>
                    <a:pt x="335280" y="413042"/>
                  </a:lnTo>
                  <a:lnTo>
                    <a:pt x="363931" y="441693"/>
                  </a:lnTo>
                  <a:lnTo>
                    <a:pt x="450469" y="413042"/>
                  </a:lnTo>
                  <a:lnTo>
                    <a:pt x="667296" y="196265"/>
                  </a:lnTo>
                  <a:close/>
                </a:path>
                <a:path w="1918334" h="1993264">
                  <a:moveTo>
                    <a:pt x="921461" y="12"/>
                  </a:moveTo>
                  <a:lnTo>
                    <a:pt x="806259" y="12"/>
                  </a:lnTo>
                  <a:lnTo>
                    <a:pt x="703402" y="102844"/>
                  </a:lnTo>
                  <a:lnTo>
                    <a:pt x="732040" y="131508"/>
                  </a:lnTo>
                  <a:lnTo>
                    <a:pt x="818591" y="102857"/>
                  </a:lnTo>
                  <a:lnTo>
                    <a:pt x="921461" y="12"/>
                  </a:lnTo>
                  <a:close/>
                </a:path>
                <a:path w="1918334" h="1993264">
                  <a:moveTo>
                    <a:pt x="1035431" y="1747215"/>
                  </a:moveTo>
                  <a:lnTo>
                    <a:pt x="1006779" y="1718564"/>
                  </a:lnTo>
                  <a:lnTo>
                    <a:pt x="920216" y="1747215"/>
                  </a:lnTo>
                  <a:lnTo>
                    <a:pt x="703427" y="1964004"/>
                  </a:lnTo>
                  <a:lnTo>
                    <a:pt x="732066" y="1992642"/>
                  </a:lnTo>
                  <a:lnTo>
                    <a:pt x="818603" y="1964004"/>
                  </a:lnTo>
                  <a:lnTo>
                    <a:pt x="1035431" y="1747215"/>
                  </a:lnTo>
                  <a:close/>
                </a:path>
                <a:path w="1918334" h="1993264">
                  <a:moveTo>
                    <a:pt x="1035431" y="1437030"/>
                  </a:moveTo>
                  <a:lnTo>
                    <a:pt x="1006779" y="1408379"/>
                  </a:lnTo>
                  <a:lnTo>
                    <a:pt x="920216" y="1437030"/>
                  </a:lnTo>
                  <a:lnTo>
                    <a:pt x="703414" y="1653806"/>
                  </a:lnTo>
                  <a:lnTo>
                    <a:pt x="732066" y="1682457"/>
                  </a:lnTo>
                  <a:lnTo>
                    <a:pt x="818603" y="1653806"/>
                  </a:lnTo>
                  <a:lnTo>
                    <a:pt x="1035431" y="1437030"/>
                  </a:lnTo>
                  <a:close/>
                </a:path>
                <a:path w="1918334" h="1993264">
                  <a:moveTo>
                    <a:pt x="1035431" y="1126832"/>
                  </a:moveTo>
                  <a:lnTo>
                    <a:pt x="1006779" y="1098181"/>
                  </a:lnTo>
                  <a:lnTo>
                    <a:pt x="920216" y="1126832"/>
                  </a:lnTo>
                  <a:lnTo>
                    <a:pt x="703414" y="1343609"/>
                  </a:lnTo>
                  <a:lnTo>
                    <a:pt x="732066" y="1372260"/>
                  </a:lnTo>
                  <a:lnTo>
                    <a:pt x="818603" y="1343609"/>
                  </a:lnTo>
                  <a:lnTo>
                    <a:pt x="1035431" y="1126832"/>
                  </a:lnTo>
                  <a:close/>
                </a:path>
                <a:path w="1918334" h="1993264">
                  <a:moveTo>
                    <a:pt x="1035431" y="816648"/>
                  </a:moveTo>
                  <a:lnTo>
                    <a:pt x="1006779" y="787996"/>
                  </a:lnTo>
                  <a:lnTo>
                    <a:pt x="920216" y="816648"/>
                  </a:lnTo>
                  <a:lnTo>
                    <a:pt x="703414" y="1033424"/>
                  </a:lnTo>
                  <a:lnTo>
                    <a:pt x="732066" y="1062075"/>
                  </a:lnTo>
                  <a:lnTo>
                    <a:pt x="818603" y="1033424"/>
                  </a:lnTo>
                  <a:lnTo>
                    <a:pt x="1035431" y="816648"/>
                  </a:lnTo>
                  <a:close/>
                </a:path>
                <a:path w="1918334" h="1993264">
                  <a:moveTo>
                    <a:pt x="1035431" y="506450"/>
                  </a:moveTo>
                  <a:lnTo>
                    <a:pt x="1006779" y="477799"/>
                  </a:lnTo>
                  <a:lnTo>
                    <a:pt x="920216" y="506450"/>
                  </a:lnTo>
                  <a:lnTo>
                    <a:pt x="703414" y="723226"/>
                  </a:lnTo>
                  <a:lnTo>
                    <a:pt x="732066" y="751878"/>
                  </a:lnTo>
                  <a:lnTo>
                    <a:pt x="818603" y="723226"/>
                  </a:lnTo>
                  <a:lnTo>
                    <a:pt x="1035431" y="506450"/>
                  </a:lnTo>
                  <a:close/>
                </a:path>
                <a:path w="1918334" h="1993264">
                  <a:moveTo>
                    <a:pt x="1035431" y="196265"/>
                  </a:moveTo>
                  <a:lnTo>
                    <a:pt x="1006779" y="167614"/>
                  </a:lnTo>
                  <a:lnTo>
                    <a:pt x="920216" y="196265"/>
                  </a:lnTo>
                  <a:lnTo>
                    <a:pt x="703414" y="413042"/>
                  </a:lnTo>
                  <a:lnTo>
                    <a:pt x="732066" y="441693"/>
                  </a:lnTo>
                  <a:lnTo>
                    <a:pt x="818603" y="413042"/>
                  </a:lnTo>
                  <a:lnTo>
                    <a:pt x="1035431" y="196265"/>
                  </a:lnTo>
                  <a:close/>
                </a:path>
                <a:path w="1918334" h="1993264">
                  <a:moveTo>
                    <a:pt x="1289596" y="12"/>
                  </a:moveTo>
                  <a:lnTo>
                    <a:pt x="1174394" y="12"/>
                  </a:lnTo>
                  <a:lnTo>
                    <a:pt x="1071537" y="102844"/>
                  </a:lnTo>
                  <a:lnTo>
                    <a:pt x="1100175" y="131508"/>
                  </a:lnTo>
                  <a:lnTo>
                    <a:pt x="1186726" y="102857"/>
                  </a:lnTo>
                  <a:lnTo>
                    <a:pt x="1289596" y="12"/>
                  </a:lnTo>
                  <a:close/>
                </a:path>
                <a:path w="1918334" h="1993264">
                  <a:moveTo>
                    <a:pt x="1403553" y="1747215"/>
                  </a:moveTo>
                  <a:lnTo>
                    <a:pt x="1374902" y="1718564"/>
                  </a:lnTo>
                  <a:lnTo>
                    <a:pt x="1288351" y="1747215"/>
                  </a:lnTo>
                  <a:lnTo>
                    <a:pt x="1071549" y="1964004"/>
                  </a:lnTo>
                  <a:lnTo>
                    <a:pt x="1100188" y="1992642"/>
                  </a:lnTo>
                  <a:lnTo>
                    <a:pt x="1186726" y="1964004"/>
                  </a:lnTo>
                  <a:lnTo>
                    <a:pt x="1403553" y="1747215"/>
                  </a:lnTo>
                  <a:close/>
                </a:path>
                <a:path w="1918334" h="1993264">
                  <a:moveTo>
                    <a:pt x="1403553" y="1437030"/>
                  </a:moveTo>
                  <a:lnTo>
                    <a:pt x="1374902" y="1408379"/>
                  </a:lnTo>
                  <a:lnTo>
                    <a:pt x="1288351" y="1437030"/>
                  </a:lnTo>
                  <a:lnTo>
                    <a:pt x="1071537" y="1653806"/>
                  </a:lnTo>
                  <a:lnTo>
                    <a:pt x="1100188" y="1682457"/>
                  </a:lnTo>
                  <a:lnTo>
                    <a:pt x="1186726" y="1653806"/>
                  </a:lnTo>
                  <a:lnTo>
                    <a:pt x="1403553" y="1437030"/>
                  </a:lnTo>
                  <a:close/>
                </a:path>
                <a:path w="1918334" h="1993264">
                  <a:moveTo>
                    <a:pt x="1403553" y="1126832"/>
                  </a:moveTo>
                  <a:lnTo>
                    <a:pt x="1374902" y="1098181"/>
                  </a:lnTo>
                  <a:lnTo>
                    <a:pt x="1288351" y="1126832"/>
                  </a:lnTo>
                  <a:lnTo>
                    <a:pt x="1071537" y="1343609"/>
                  </a:lnTo>
                  <a:lnTo>
                    <a:pt x="1100188" y="1372260"/>
                  </a:lnTo>
                  <a:lnTo>
                    <a:pt x="1186726" y="1343609"/>
                  </a:lnTo>
                  <a:lnTo>
                    <a:pt x="1403553" y="1126832"/>
                  </a:lnTo>
                  <a:close/>
                </a:path>
                <a:path w="1918334" h="1993264">
                  <a:moveTo>
                    <a:pt x="1403553" y="816648"/>
                  </a:moveTo>
                  <a:lnTo>
                    <a:pt x="1374902" y="787996"/>
                  </a:lnTo>
                  <a:lnTo>
                    <a:pt x="1288351" y="816648"/>
                  </a:lnTo>
                  <a:lnTo>
                    <a:pt x="1071537" y="1033424"/>
                  </a:lnTo>
                  <a:lnTo>
                    <a:pt x="1100188" y="1062075"/>
                  </a:lnTo>
                  <a:lnTo>
                    <a:pt x="1186726" y="1033424"/>
                  </a:lnTo>
                  <a:lnTo>
                    <a:pt x="1403553" y="816648"/>
                  </a:lnTo>
                  <a:close/>
                </a:path>
                <a:path w="1918334" h="1993264">
                  <a:moveTo>
                    <a:pt x="1403553" y="506450"/>
                  </a:moveTo>
                  <a:lnTo>
                    <a:pt x="1374902" y="477799"/>
                  </a:lnTo>
                  <a:lnTo>
                    <a:pt x="1288351" y="506450"/>
                  </a:lnTo>
                  <a:lnTo>
                    <a:pt x="1071537" y="723226"/>
                  </a:lnTo>
                  <a:lnTo>
                    <a:pt x="1100188" y="751878"/>
                  </a:lnTo>
                  <a:lnTo>
                    <a:pt x="1186726" y="723226"/>
                  </a:lnTo>
                  <a:lnTo>
                    <a:pt x="1403553" y="506450"/>
                  </a:lnTo>
                  <a:close/>
                </a:path>
                <a:path w="1918334" h="1993264">
                  <a:moveTo>
                    <a:pt x="1403553" y="196265"/>
                  </a:moveTo>
                  <a:lnTo>
                    <a:pt x="1374902" y="167614"/>
                  </a:lnTo>
                  <a:lnTo>
                    <a:pt x="1288351" y="196265"/>
                  </a:lnTo>
                  <a:lnTo>
                    <a:pt x="1071537" y="413042"/>
                  </a:lnTo>
                  <a:lnTo>
                    <a:pt x="1100188" y="441693"/>
                  </a:lnTo>
                  <a:lnTo>
                    <a:pt x="1186726" y="413042"/>
                  </a:lnTo>
                  <a:lnTo>
                    <a:pt x="1403553" y="196265"/>
                  </a:lnTo>
                  <a:close/>
                </a:path>
                <a:path w="1918334" h="1993264">
                  <a:moveTo>
                    <a:pt x="1657731" y="12"/>
                  </a:moveTo>
                  <a:lnTo>
                    <a:pt x="1542529" y="12"/>
                  </a:lnTo>
                  <a:lnTo>
                    <a:pt x="1439672" y="102844"/>
                  </a:lnTo>
                  <a:lnTo>
                    <a:pt x="1468323" y="131508"/>
                  </a:lnTo>
                  <a:lnTo>
                    <a:pt x="1554861" y="102857"/>
                  </a:lnTo>
                  <a:lnTo>
                    <a:pt x="1657731" y="12"/>
                  </a:lnTo>
                  <a:close/>
                </a:path>
                <a:path w="1918334" h="1993264">
                  <a:moveTo>
                    <a:pt x="1771688" y="1747215"/>
                  </a:moveTo>
                  <a:lnTo>
                    <a:pt x="1743036" y="1718564"/>
                  </a:lnTo>
                  <a:lnTo>
                    <a:pt x="1656486" y="1747215"/>
                  </a:lnTo>
                  <a:lnTo>
                    <a:pt x="1439684" y="1964004"/>
                  </a:lnTo>
                  <a:lnTo>
                    <a:pt x="1468323" y="1992642"/>
                  </a:lnTo>
                  <a:lnTo>
                    <a:pt x="1554861" y="1964004"/>
                  </a:lnTo>
                  <a:lnTo>
                    <a:pt x="1771688" y="1747215"/>
                  </a:lnTo>
                  <a:close/>
                </a:path>
                <a:path w="1918334" h="1993264">
                  <a:moveTo>
                    <a:pt x="1771688" y="1437030"/>
                  </a:moveTo>
                  <a:lnTo>
                    <a:pt x="1743036" y="1408379"/>
                  </a:lnTo>
                  <a:lnTo>
                    <a:pt x="1656486" y="1437030"/>
                  </a:lnTo>
                  <a:lnTo>
                    <a:pt x="1439672" y="1653806"/>
                  </a:lnTo>
                  <a:lnTo>
                    <a:pt x="1468323" y="1682457"/>
                  </a:lnTo>
                  <a:lnTo>
                    <a:pt x="1554861" y="1653806"/>
                  </a:lnTo>
                  <a:lnTo>
                    <a:pt x="1771688" y="1437030"/>
                  </a:lnTo>
                  <a:close/>
                </a:path>
                <a:path w="1918334" h="1993264">
                  <a:moveTo>
                    <a:pt x="1771688" y="1126832"/>
                  </a:moveTo>
                  <a:lnTo>
                    <a:pt x="1743036" y="1098181"/>
                  </a:lnTo>
                  <a:lnTo>
                    <a:pt x="1656486" y="1126832"/>
                  </a:lnTo>
                  <a:lnTo>
                    <a:pt x="1439672" y="1343609"/>
                  </a:lnTo>
                  <a:lnTo>
                    <a:pt x="1468323" y="1372260"/>
                  </a:lnTo>
                  <a:lnTo>
                    <a:pt x="1554861" y="1343609"/>
                  </a:lnTo>
                  <a:lnTo>
                    <a:pt x="1771688" y="1126832"/>
                  </a:lnTo>
                  <a:close/>
                </a:path>
                <a:path w="1918334" h="1993264">
                  <a:moveTo>
                    <a:pt x="1771688" y="816648"/>
                  </a:moveTo>
                  <a:lnTo>
                    <a:pt x="1743036" y="787996"/>
                  </a:lnTo>
                  <a:lnTo>
                    <a:pt x="1656486" y="816648"/>
                  </a:lnTo>
                  <a:lnTo>
                    <a:pt x="1439672" y="1033424"/>
                  </a:lnTo>
                  <a:lnTo>
                    <a:pt x="1468323" y="1062075"/>
                  </a:lnTo>
                  <a:lnTo>
                    <a:pt x="1554861" y="1033424"/>
                  </a:lnTo>
                  <a:lnTo>
                    <a:pt x="1771688" y="816648"/>
                  </a:lnTo>
                  <a:close/>
                </a:path>
                <a:path w="1918334" h="1993264">
                  <a:moveTo>
                    <a:pt x="1771688" y="506450"/>
                  </a:moveTo>
                  <a:lnTo>
                    <a:pt x="1743036" y="477799"/>
                  </a:lnTo>
                  <a:lnTo>
                    <a:pt x="1656486" y="506450"/>
                  </a:lnTo>
                  <a:lnTo>
                    <a:pt x="1439672" y="723226"/>
                  </a:lnTo>
                  <a:lnTo>
                    <a:pt x="1468323" y="751878"/>
                  </a:lnTo>
                  <a:lnTo>
                    <a:pt x="1554861" y="723226"/>
                  </a:lnTo>
                  <a:lnTo>
                    <a:pt x="1771688" y="506450"/>
                  </a:lnTo>
                  <a:close/>
                </a:path>
                <a:path w="1918334" h="1993264">
                  <a:moveTo>
                    <a:pt x="1771688" y="196265"/>
                  </a:moveTo>
                  <a:lnTo>
                    <a:pt x="1743036" y="167614"/>
                  </a:lnTo>
                  <a:lnTo>
                    <a:pt x="1656486" y="196265"/>
                  </a:lnTo>
                  <a:lnTo>
                    <a:pt x="1439672" y="413042"/>
                  </a:lnTo>
                  <a:lnTo>
                    <a:pt x="1468323" y="441693"/>
                  </a:lnTo>
                  <a:lnTo>
                    <a:pt x="1554861" y="413042"/>
                  </a:lnTo>
                  <a:lnTo>
                    <a:pt x="1771688" y="196265"/>
                  </a:lnTo>
                  <a:close/>
                </a:path>
                <a:path w="1918334" h="1993264">
                  <a:moveTo>
                    <a:pt x="1918296" y="1853526"/>
                  </a:moveTo>
                  <a:lnTo>
                    <a:pt x="1807806" y="1963991"/>
                  </a:lnTo>
                  <a:lnTo>
                    <a:pt x="1836458" y="1992642"/>
                  </a:lnTo>
                  <a:lnTo>
                    <a:pt x="1918296" y="1965566"/>
                  </a:lnTo>
                  <a:lnTo>
                    <a:pt x="1918296" y="1853526"/>
                  </a:lnTo>
                  <a:close/>
                </a:path>
                <a:path w="1918334" h="1993264">
                  <a:moveTo>
                    <a:pt x="1918296" y="1543342"/>
                  </a:moveTo>
                  <a:lnTo>
                    <a:pt x="1807806" y="1653806"/>
                  </a:lnTo>
                  <a:lnTo>
                    <a:pt x="1836458" y="1682457"/>
                  </a:lnTo>
                  <a:lnTo>
                    <a:pt x="1918296" y="1655356"/>
                  </a:lnTo>
                  <a:lnTo>
                    <a:pt x="1918296" y="1543342"/>
                  </a:lnTo>
                  <a:close/>
                </a:path>
                <a:path w="1918334" h="1993264">
                  <a:moveTo>
                    <a:pt x="1918296" y="1233144"/>
                  </a:moveTo>
                  <a:lnTo>
                    <a:pt x="1807806" y="1343609"/>
                  </a:lnTo>
                  <a:lnTo>
                    <a:pt x="1836458" y="1372260"/>
                  </a:lnTo>
                  <a:lnTo>
                    <a:pt x="1918296" y="1345171"/>
                  </a:lnTo>
                  <a:lnTo>
                    <a:pt x="1918296" y="1233144"/>
                  </a:lnTo>
                  <a:close/>
                </a:path>
                <a:path w="1918334" h="1993264">
                  <a:moveTo>
                    <a:pt x="1918296" y="922959"/>
                  </a:moveTo>
                  <a:lnTo>
                    <a:pt x="1807806" y="1033424"/>
                  </a:lnTo>
                  <a:lnTo>
                    <a:pt x="1836458" y="1062075"/>
                  </a:lnTo>
                  <a:lnTo>
                    <a:pt x="1918296" y="1034973"/>
                  </a:lnTo>
                  <a:lnTo>
                    <a:pt x="1918296" y="922959"/>
                  </a:lnTo>
                  <a:close/>
                </a:path>
                <a:path w="1918334" h="1993264">
                  <a:moveTo>
                    <a:pt x="1918296" y="612762"/>
                  </a:moveTo>
                  <a:lnTo>
                    <a:pt x="1807806" y="723226"/>
                  </a:lnTo>
                  <a:lnTo>
                    <a:pt x="1836458" y="751878"/>
                  </a:lnTo>
                  <a:lnTo>
                    <a:pt x="1918296" y="724789"/>
                  </a:lnTo>
                  <a:lnTo>
                    <a:pt x="1918296" y="612762"/>
                  </a:lnTo>
                  <a:close/>
                </a:path>
                <a:path w="1918334" h="1993264">
                  <a:moveTo>
                    <a:pt x="1918296" y="302577"/>
                  </a:moveTo>
                  <a:lnTo>
                    <a:pt x="1807806" y="413042"/>
                  </a:lnTo>
                  <a:lnTo>
                    <a:pt x="1836458" y="441693"/>
                  </a:lnTo>
                  <a:lnTo>
                    <a:pt x="1918296" y="414604"/>
                  </a:lnTo>
                  <a:lnTo>
                    <a:pt x="1918296" y="302577"/>
                  </a:lnTo>
                  <a:close/>
                </a:path>
                <a:path w="1918334" h="1993264">
                  <a:moveTo>
                    <a:pt x="1918296" y="12"/>
                  </a:moveTo>
                  <a:lnTo>
                    <a:pt x="1910664" y="12"/>
                  </a:lnTo>
                  <a:lnTo>
                    <a:pt x="1807806" y="102844"/>
                  </a:lnTo>
                  <a:lnTo>
                    <a:pt x="1836458" y="131508"/>
                  </a:lnTo>
                  <a:lnTo>
                    <a:pt x="1918296" y="104406"/>
                  </a:lnTo>
                  <a:lnTo>
                    <a:pt x="1918296" y="12"/>
                  </a:lnTo>
                  <a:close/>
                </a:path>
              </a:pathLst>
            </a:custGeom>
            <a:solidFill>
              <a:srgbClr val="0D0F38">
                <a:alpha val="13998"/>
              </a:srgbClr>
            </a:solidFill>
          </p:spPr>
          <p:txBody>
            <a:bodyPr wrap="square" lIns="0" tIns="0" rIns="0" bIns="0" rtlCol="0"/>
            <a:lstStyle/>
            <a:p>
              <a:endParaRPr/>
            </a:p>
          </p:txBody>
        </p:sp>
      </p:grpSp>
      <p:sp>
        <p:nvSpPr>
          <p:cNvPr id="18" name="object 18"/>
          <p:cNvSpPr txBox="1"/>
          <p:nvPr/>
        </p:nvSpPr>
        <p:spPr>
          <a:xfrm>
            <a:off x="7563587" y="1086384"/>
            <a:ext cx="1407952" cy="768928"/>
          </a:xfrm>
          <a:prstGeom prst="rect">
            <a:avLst/>
          </a:prstGeom>
        </p:spPr>
        <p:txBody>
          <a:bodyPr vert="horz" wrap="square" lIns="0" tIns="12065" rIns="0" bIns="0" rtlCol="0">
            <a:spAutoFit/>
          </a:bodyPr>
          <a:lstStyle/>
          <a:p>
            <a:pPr marL="38100" marR="30480" algn="r">
              <a:lnSpc>
                <a:spcPct val="126800"/>
              </a:lnSpc>
              <a:spcBef>
                <a:spcPts val="95"/>
              </a:spcBef>
            </a:pPr>
            <a:r>
              <a:rPr lang="ar-SA" sz="2000" b="1" dirty="0">
                <a:latin typeface="Zanjabeel" pitchFamily="50" charset="-78"/>
                <a:cs typeface="Zanjabeel" pitchFamily="50" charset="-78"/>
              </a:rPr>
              <a:t>فريـــق العمل</a:t>
            </a:r>
            <a:endParaRPr sz="2000" b="1" dirty="0">
              <a:latin typeface="Zanjabeel" pitchFamily="50" charset="-78"/>
              <a:cs typeface="Zanjabeel" pitchFamily="50" charset="-78"/>
            </a:endParaRPr>
          </a:p>
        </p:txBody>
      </p:sp>
      <p:sp>
        <p:nvSpPr>
          <p:cNvPr id="19" name="object 19"/>
          <p:cNvSpPr txBox="1"/>
          <p:nvPr/>
        </p:nvSpPr>
        <p:spPr>
          <a:xfrm>
            <a:off x="1781185" y="1288448"/>
            <a:ext cx="5593715" cy="520655"/>
          </a:xfrm>
          <a:prstGeom prst="rect">
            <a:avLst/>
          </a:prstGeom>
        </p:spPr>
        <p:txBody>
          <a:bodyPr vert="horz" wrap="square" lIns="0" tIns="12700" rIns="0" bIns="0" rtlCol="0">
            <a:spAutoFit/>
          </a:bodyPr>
          <a:lstStyle/>
          <a:p>
            <a:pPr rtl="1"/>
            <a:r>
              <a:rPr lang="ar-SA" sz="1100" b="1" dirty="0">
                <a:latin typeface="Zanjabeel Thin" pitchFamily="50" charset="-78"/>
                <a:cs typeface="Zanjabeel Thin" pitchFamily="50" charset="-78"/>
              </a:rPr>
              <a:t>يمتلك أعضاء الفريق خبرة عملية في تنفيذ مشاريع تحول مع جهات حكومية وشركات كبرى، ويعملون بأسلوب تكاملي يجمع بين التحليل الاستراتيجي والخبرة التطبيقية لضمان واقعية الحلول وقابليتها للتنفيذ.</a:t>
            </a:r>
            <a:endParaRPr lang="ar-SA" sz="1100" b="0" dirty="0">
              <a:effectLst/>
              <a:latin typeface="Zanjabeel Thin" pitchFamily="50" charset="-78"/>
              <a:cs typeface="Zanjabeel Thin" pitchFamily="50" charset="-78"/>
            </a:endParaRPr>
          </a:p>
        </p:txBody>
      </p:sp>
      <p:sp>
        <p:nvSpPr>
          <p:cNvPr id="22" name="object 22"/>
          <p:cNvSpPr txBox="1"/>
          <p:nvPr/>
        </p:nvSpPr>
        <p:spPr>
          <a:xfrm>
            <a:off x="7588195" y="3314734"/>
            <a:ext cx="1726564" cy="874598"/>
          </a:xfrm>
          <a:prstGeom prst="rect">
            <a:avLst/>
          </a:prstGeom>
        </p:spPr>
        <p:txBody>
          <a:bodyPr vert="horz" wrap="square" lIns="0" tIns="12700" rIns="0" bIns="0" rtlCol="0">
            <a:spAutoFit/>
          </a:bodyPr>
          <a:lstStyle/>
          <a:p>
            <a:pPr rtl="1"/>
            <a:r>
              <a:rPr lang="ar-SA" sz="800" b="1" dirty="0">
                <a:latin typeface="Zanjabeel Thin" pitchFamily="50" charset="-78"/>
                <a:cs typeface="Zanjabeel Thin" pitchFamily="50" charset="-78"/>
              </a:rPr>
              <a:t>يمتلك أعضاء الفريق خبرة عملية في تنفيذ مشاريع تحول مع جهات حكومية وشركات كبرى، ويعملون بأسلوب تكاملي يجمع بين التحليل الاستراتيجي والخبرة التطبيقية لضمان واقعية الحلول وقابليتها للتنفيذ.</a:t>
            </a:r>
            <a:endParaRPr sz="800" baseline="-39682" dirty="0">
              <a:latin typeface="Zanjabeel Thin" pitchFamily="50" charset="-78"/>
              <a:cs typeface="Zanjabeel Thin" pitchFamily="50" charset="-78"/>
            </a:endParaRPr>
          </a:p>
        </p:txBody>
      </p:sp>
      <p:grpSp>
        <p:nvGrpSpPr>
          <p:cNvPr id="46" name="object 46"/>
          <p:cNvGrpSpPr/>
          <p:nvPr/>
        </p:nvGrpSpPr>
        <p:grpSpPr>
          <a:xfrm>
            <a:off x="1310398" y="4068005"/>
            <a:ext cx="1918335" cy="2193925"/>
            <a:chOff x="1310398" y="4068005"/>
            <a:chExt cx="1918335" cy="2193925"/>
          </a:xfrm>
        </p:grpSpPr>
        <p:sp>
          <p:nvSpPr>
            <p:cNvPr id="47" name="object 47"/>
            <p:cNvSpPr/>
            <p:nvPr/>
          </p:nvSpPr>
          <p:spPr>
            <a:xfrm>
              <a:off x="1310398" y="4343412"/>
              <a:ext cx="1918335" cy="1918335"/>
            </a:xfrm>
            <a:custGeom>
              <a:avLst/>
              <a:gdLst/>
              <a:ahLst/>
              <a:cxnLst/>
              <a:rect l="l" t="t" r="r" b="b"/>
              <a:pathLst>
                <a:path w="1918335" h="1918335">
                  <a:moveTo>
                    <a:pt x="1918284" y="0"/>
                  </a:moveTo>
                  <a:lnTo>
                    <a:pt x="0" y="0"/>
                  </a:lnTo>
                  <a:lnTo>
                    <a:pt x="0" y="1918284"/>
                  </a:lnTo>
                  <a:lnTo>
                    <a:pt x="1918284" y="1918284"/>
                  </a:lnTo>
                  <a:lnTo>
                    <a:pt x="1918284" y="0"/>
                  </a:lnTo>
                  <a:close/>
                </a:path>
              </a:pathLst>
            </a:custGeom>
            <a:solidFill>
              <a:srgbClr val="05123B"/>
            </a:solidFill>
          </p:spPr>
          <p:txBody>
            <a:bodyPr wrap="square" lIns="0" tIns="0" rIns="0" bIns="0" rtlCol="0"/>
            <a:lstStyle/>
            <a:p>
              <a:endParaRPr/>
            </a:p>
          </p:txBody>
        </p:sp>
        <p:pic>
          <p:nvPicPr>
            <p:cNvPr id="48" name="object 48"/>
            <p:cNvPicPr/>
            <p:nvPr/>
          </p:nvPicPr>
          <p:blipFill>
            <a:blip r:embed="rId2" cstate="print"/>
            <a:stretch>
              <a:fillRect/>
            </a:stretch>
          </p:blipFill>
          <p:spPr>
            <a:xfrm>
              <a:off x="1477032" y="4068005"/>
              <a:ext cx="1585020" cy="2193685"/>
            </a:xfrm>
            <a:prstGeom prst="rect">
              <a:avLst/>
            </a:prstGeom>
          </p:spPr>
        </p:pic>
      </p:grpSp>
      <p:sp>
        <p:nvSpPr>
          <p:cNvPr id="49" name="object 49"/>
          <p:cNvSpPr txBox="1"/>
          <p:nvPr/>
        </p:nvSpPr>
        <p:spPr>
          <a:xfrm>
            <a:off x="1411198" y="2463347"/>
            <a:ext cx="1364513" cy="912494"/>
          </a:xfrm>
          <a:prstGeom prst="rect">
            <a:avLst/>
          </a:prstGeom>
        </p:spPr>
        <p:txBody>
          <a:bodyPr vert="horz" wrap="square" lIns="0" tIns="111760" rIns="0" bIns="0" rtlCol="0">
            <a:spAutoFit/>
          </a:bodyPr>
          <a:lstStyle/>
          <a:p>
            <a:pPr marR="5080">
              <a:lnSpc>
                <a:spcPct val="72900"/>
              </a:lnSpc>
              <a:spcBef>
                <a:spcPts val="880"/>
              </a:spcBef>
            </a:pPr>
            <a:r>
              <a:rPr sz="2400" b="1" spc="45" dirty="0">
                <a:solidFill>
                  <a:srgbClr val="05123B"/>
                </a:solidFill>
                <a:latin typeface="Alexandria" pitchFamily="2" charset="-78"/>
                <a:cs typeface="Alexandria" pitchFamily="2" charset="-78"/>
              </a:rPr>
              <a:t>Khaled </a:t>
            </a:r>
            <a:r>
              <a:rPr sz="2400" b="1" spc="-20" dirty="0">
                <a:solidFill>
                  <a:srgbClr val="05123B"/>
                </a:solidFill>
                <a:latin typeface="Alexandria" pitchFamily="2" charset="-78"/>
                <a:cs typeface="Alexandria" pitchFamily="2" charset="-78"/>
              </a:rPr>
              <a:t>Saad</a:t>
            </a:r>
            <a:endParaRPr sz="2400" dirty="0">
              <a:latin typeface="Alexandria" pitchFamily="2" charset="-78"/>
              <a:cs typeface="Alexandria" pitchFamily="2" charset="-78"/>
            </a:endParaRPr>
          </a:p>
          <a:p>
            <a:pPr>
              <a:lnSpc>
                <a:spcPts val="1175"/>
              </a:lnSpc>
              <a:spcBef>
                <a:spcPts val="10"/>
              </a:spcBef>
            </a:pPr>
            <a:r>
              <a:rPr sz="1000" spc="-25" dirty="0">
                <a:solidFill>
                  <a:srgbClr val="0059C2"/>
                </a:solidFill>
                <a:latin typeface="Alexandria" pitchFamily="2" charset="-78"/>
                <a:cs typeface="Alexandria" pitchFamily="2" charset="-78"/>
              </a:rPr>
              <a:t>CEO</a:t>
            </a:r>
            <a:endParaRPr sz="1000" dirty="0">
              <a:latin typeface="Alexandria" pitchFamily="2" charset="-78"/>
              <a:cs typeface="Alexandria" pitchFamily="2" charset="-78"/>
            </a:endParaRPr>
          </a:p>
          <a:p>
            <a:pPr marL="275590">
              <a:lnSpc>
                <a:spcPts val="815"/>
              </a:lnSpc>
            </a:pPr>
            <a:r>
              <a:rPr sz="700" spc="-50" dirty="0">
                <a:latin typeface="Alexandria" pitchFamily="2" charset="-78"/>
                <a:cs typeface="Alexandria" pitchFamily="2" charset="-78"/>
              </a:rPr>
              <a:t>.</a:t>
            </a:r>
            <a:endParaRPr sz="700" dirty="0">
              <a:latin typeface="Alexandria" pitchFamily="2" charset="-78"/>
              <a:cs typeface="Alexandria" pitchFamily="2" charset="-78"/>
            </a:endParaRPr>
          </a:p>
        </p:txBody>
      </p:sp>
      <p:grpSp>
        <p:nvGrpSpPr>
          <p:cNvPr id="50" name="object 50"/>
          <p:cNvGrpSpPr/>
          <p:nvPr/>
        </p:nvGrpSpPr>
        <p:grpSpPr>
          <a:xfrm>
            <a:off x="3358794" y="4068005"/>
            <a:ext cx="1918335" cy="2193925"/>
            <a:chOff x="3358794" y="4068005"/>
            <a:chExt cx="1918335" cy="2193925"/>
          </a:xfrm>
        </p:grpSpPr>
        <p:sp>
          <p:nvSpPr>
            <p:cNvPr id="51" name="object 51"/>
            <p:cNvSpPr/>
            <p:nvPr/>
          </p:nvSpPr>
          <p:spPr>
            <a:xfrm>
              <a:off x="3358794" y="4343412"/>
              <a:ext cx="1918335" cy="1918335"/>
            </a:xfrm>
            <a:custGeom>
              <a:avLst/>
              <a:gdLst/>
              <a:ahLst/>
              <a:cxnLst/>
              <a:rect l="l" t="t" r="r" b="b"/>
              <a:pathLst>
                <a:path w="1918335" h="1918335">
                  <a:moveTo>
                    <a:pt x="1918284" y="0"/>
                  </a:moveTo>
                  <a:lnTo>
                    <a:pt x="0" y="0"/>
                  </a:lnTo>
                  <a:lnTo>
                    <a:pt x="0" y="1918284"/>
                  </a:lnTo>
                  <a:lnTo>
                    <a:pt x="1918284" y="1918284"/>
                  </a:lnTo>
                  <a:lnTo>
                    <a:pt x="1918284" y="0"/>
                  </a:lnTo>
                  <a:close/>
                </a:path>
              </a:pathLst>
            </a:custGeom>
            <a:solidFill>
              <a:srgbClr val="05123B"/>
            </a:solidFill>
          </p:spPr>
          <p:txBody>
            <a:bodyPr wrap="square" lIns="0" tIns="0" rIns="0" bIns="0" rtlCol="0"/>
            <a:lstStyle/>
            <a:p>
              <a:endParaRPr/>
            </a:p>
          </p:txBody>
        </p:sp>
        <p:pic>
          <p:nvPicPr>
            <p:cNvPr id="52" name="object 52"/>
            <p:cNvPicPr/>
            <p:nvPr/>
          </p:nvPicPr>
          <p:blipFill>
            <a:blip r:embed="rId2" cstate="print"/>
            <a:stretch>
              <a:fillRect/>
            </a:stretch>
          </p:blipFill>
          <p:spPr>
            <a:xfrm>
              <a:off x="3525432" y="4068005"/>
              <a:ext cx="1585020" cy="2193685"/>
            </a:xfrm>
            <a:prstGeom prst="rect">
              <a:avLst/>
            </a:prstGeom>
          </p:spPr>
        </p:pic>
      </p:grpSp>
      <p:sp>
        <p:nvSpPr>
          <p:cNvPr id="53" name="object 53"/>
          <p:cNvSpPr txBox="1"/>
          <p:nvPr/>
        </p:nvSpPr>
        <p:spPr>
          <a:xfrm>
            <a:off x="3459454" y="2463347"/>
            <a:ext cx="1364513" cy="912494"/>
          </a:xfrm>
          <a:prstGeom prst="rect">
            <a:avLst/>
          </a:prstGeom>
        </p:spPr>
        <p:txBody>
          <a:bodyPr vert="horz" wrap="square" lIns="0" tIns="111760" rIns="0" bIns="0" rtlCol="0">
            <a:spAutoFit/>
          </a:bodyPr>
          <a:lstStyle/>
          <a:p>
            <a:pPr marR="5080">
              <a:lnSpc>
                <a:spcPct val="72900"/>
              </a:lnSpc>
              <a:spcBef>
                <a:spcPts val="880"/>
              </a:spcBef>
            </a:pPr>
            <a:r>
              <a:rPr sz="2400" b="1" spc="45" dirty="0">
                <a:solidFill>
                  <a:srgbClr val="05123B"/>
                </a:solidFill>
                <a:latin typeface="Alexandria" pitchFamily="2" charset="-78"/>
                <a:cs typeface="Alexandria" pitchFamily="2" charset="-78"/>
              </a:rPr>
              <a:t>Khaled </a:t>
            </a:r>
            <a:r>
              <a:rPr sz="2400" b="1" spc="-20" dirty="0">
                <a:solidFill>
                  <a:srgbClr val="05123B"/>
                </a:solidFill>
                <a:latin typeface="Alexandria" pitchFamily="2" charset="-78"/>
                <a:cs typeface="Alexandria" pitchFamily="2" charset="-78"/>
              </a:rPr>
              <a:t>Saad</a:t>
            </a:r>
            <a:endParaRPr sz="2400" dirty="0">
              <a:latin typeface="Alexandria" pitchFamily="2" charset="-78"/>
              <a:cs typeface="Alexandria" pitchFamily="2" charset="-78"/>
            </a:endParaRPr>
          </a:p>
          <a:p>
            <a:pPr>
              <a:lnSpc>
                <a:spcPts val="1175"/>
              </a:lnSpc>
              <a:spcBef>
                <a:spcPts val="10"/>
              </a:spcBef>
            </a:pPr>
            <a:r>
              <a:rPr sz="1000" spc="-25" dirty="0">
                <a:solidFill>
                  <a:srgbClr val="0059C2"/>
                </a:solidFill>
                <a:latin typeface="Alexandria" pitchFamily="2" charset="-78"/>
                <a:cs typeface="Alexandria" pitchFamily="2" charset="-78"/>
              </a:rPr>
              <a:t>CEO</a:t>
            </a:r>
            <a:endParaRPr sz="1000" dirty="0">
              <a:latin typeface="Alexandria" pitchFamily="2" charset="-78"/>
              <a:cs typeface="Alexandria" pitchFamily="2" charset="-78"/>
            </a:endParaRPr>
          </a:p>
          <a:p>
            <a:pPr marL="273685">
              <a:lnSpc>
                <a:spcPts val="815"/>
              </a:lnSpc>
            </a:pPr>
            <a:r>
              <a:rPr sz="700" spc="-50" dirty="0">
                <a:latin typeface="Alexandria" pitchFamily="2" charset="-78"/>
                <a:cs typeface="Alexandria" pitchFamily="2" charset="-78"/>
              </a:rPr>
              <a:t>.</a:t>
            </a:r>
            <a:endParaRPr sz="700" dirty="0">
              <a:latin typeface="Alexandria" pitchFamily="2" charset="-78"/>
              <a:cs typeface="Alexandria" pitchFamily="2" charset="-78"/>
            </a:endParaRPr>
          </a:p>
        </p:txBody>
      </p:sp>
      <p:grpSp>
        <p:nvGrpSpPr>
          <p:cNvPr id="54" name="object 54"/>
          <p:cNvGrpSpPr/>
          <p:nvPr/>
        </p:nvGrpSpPr>
        <p:grpSpPr>
          <a:xfrm>
            <a:off x="5396395" y="4068005"/>
            <a:ext cx="1918335" cy="2193925"/>
            <a:chOff x="5396395" y="4068005"/>
            <a:chExt cx="1918335" cy="2193925"/>
          </a:xfrm>
        </p:grpSpPr>
        <p:sp>
          <p:nvSpPr>
            <p:cNvPr id="55" name="object 55"/>
            <p:cNvSpPr/>
            <p:nvPr/>
          </p:nvSpPr>
          <p:spPr>
            <a:xfrm>
              <a:off x="5396395" y="4343412"/>
              <a:ext cx="1918335" cy="1918335"/>
            </a:xfrm>
            <a:custGeom>
              <a:avLst/>
              <a:gdLst/>
              <a:ahLst/>
              <a:cxnLst/>
              <a:rect l="l" t="t" r="r" b="b"/>
              <a:pathLst>
                <a:path w="1918334" h="1918335">
                  <a:moveTo>
                    <a:pt x="1918284" y="0"/>
                  </a:moveTo>
                  <a:lnTo>
                    <a:pt x="0" y="0"/>
                  </a:lnTo>
                  <a:lnTo>
                    <a:pt x="0" y="1918284"/>
                  </a:lnTo>
                  <a:lnTo>
                    <a:pt x="1918284" y="1918284"/>
                  </a:lnTo>
                  <a:lnTo>
                    <a:pt x="1918284" y="0"/>
                  </a:lnTo>
                  <a:close/>
                </a:path>
              </a:pathLst>
            </a:custGeom>
            <a:solidFill>
              <a:srgbClr val="05123B"/>
            </a:solidFill>
          </p:spPr>
          <p:txBody>
            <a:bodyPr wrap="square" lIns="0" tIns="0" rIns="0" bIns="0" rtlCol="0"/>
            <a:lstStyle/>
            <a:p>
              <a:endParaRPr/>
            </a:p>
          </p:txBody>
        </p:sp>
        <p:pic>
          <p:nvPicPr>
            <p:cNvPr id="56" name="object 56"/>
            <p:cNvPicPr/>
            <p:nvPr/>
          </p:nvPicPr>
          <p:blipFill>
            <a:blip r:embed="rId2" cstate="print"/>
            <a:stretch>
              <a:fillRect/>
            </a:stretch>
          </p:blipFill>
          <p:spPr>
            <a:xfrm>
              <a:off x="5563032" y="4068005"/>
              <a:ext cx="1585020" cy="2193685"/>
            </a:xfrm>
            <a:prstGeom prst="rect">
              <a:avLst/>
            </a:prstGeom>
          </p:spPr>
        </p:pic>
      </p:grpSp>
      <p:sp>
        <p:nvSpPr>
          <p:cNvPr id="57" name="object 57"/>
          <p:cNvSpPr txBox="1"/>
          <p:nvPr/>
        </p:nvSpPr>
        <p:spPr>
          <a:xfrm>
            <a:off x="5497042" y="2463347"/>
            <a:ext cx="1364513" cy="911860"/>
          </a:xfrm>
          <a:prstGeom prst="rect">
            <a:avLst/>
          </a:prstGeom>
        </p:spPr>
        <p:txBody>
          <a:bodyPr vert="horz" wrap="square" lIns="0" tIns="111760" rIns="0" bIns="0" rtlCol="0">
            <a:spAutoFit/>
          </a:bodyPr>
          <a:lstStyle/>
          <a:p>
            <a:pPr marR="5080">
              <a:lnSpc>
                <a:spcPct val="72900"/>
              </a:lnSpc>
              <a:spcBef>
                <a:spcPts val="880"/>
              </a:spcBef>
            </a:pPr>
            <a:r>
              <a:rPr sz="2400" b="1" spc="45" dirty="0">
                <a:solidFill>
                  <a:srgbClr val="05123B"/>
                </a:solidFill>
                <a:latin typeface="Alexandria" pitchFamily="2" charset="-78"/>
                <a:cs typeface="Alexandria" pitchFamily="2" charset="-78"/>
              </a:rPr>
              <a:t>Khaled </a:t>
            </a:r>
            <a:r>
              <a:rPr sz="2400" b="1" spc="-20" dirty="0">
                <a:solidFill>
                  <a:srgbClr val="05123B"/>
                </a:solidFill>
                <a:latin typeface="Alexandria" pitchFamily="2" charset="-78"/>
                <a:cs typeface="Alexandria" pitchFamily="2" charset="-78"/>
              </a:rPr>
              <a:t>Saad</a:t>
            </a:r>
            <a:endParaRPr sz="2400">
              <a:latin typeface="Alexandria" pitchFamily="2" charset="-78"/>
              <a:cs typeface="Alexandria" pitchFamily="2" charset="-78"/>
            </a:endParaRPr>
          </a:p>
          <a:p>
            <a:pPr>
              <a:lnSpc>
                <a:spcPts val="1175"/>
              </a:lnSpc>
              <a:spcBef>
                <a:spcPts val="10"/>
              </a:spcBef>
            </a:pPr>
            <a:r>
              <a:rPr sz="1000" spc="-25" dirty="0">
                <a:solidFill>
                  <a:srgbClr val="0059C2"/>
                </a:solidFill>
                <a:latin typeface="Alexandria" pitchFamily="2" charset="-78"/>
                <a:cs typeface="Alexandria" pitchFamily="2" charset="-78"/>
              </a:rPr>
              <a:t>CEO</a:t>
            </a:r>
            <a:endParaRPr sz="1000">
              <a:latin typeface="Alexandria" pitchFamily="2" charset="-78"/>
              <a:cs typeface="Alexandria" pitchFamily="2" charset="-78"/>
            </a:endParaRPr>
          </a:p>
          <a:p>
            <a:pPr marL="264795">
              <a:lnSpc>
                <a:spcPts val="815"/>
              </a:lnSpc>
            </a:pPr>
            <a:r>
              <a:rPr sz="700" spc="-50" dirty="0">
                <a:latin typeface="Alexandria" pitchFamily="2" charset="-78"/>
                <a:cs typeface="Alexandria" pitchFamily="2" charset="-78"/>
              </a:rPr>
              <a:t>.</a:t>
            </a:r>
            <a:endParaRPr sz="700">
              <a:latin typeface="Alexandria" pitchFamily="2" charset="-78"/>
              <a:cs typeface="Alexandria" pitchFamily="2" charset="-78"/>
            </a:endParaRPr>
          </a:p>
        </p:txBody>
      </p:sp>
      <p:grpSp>
        <p:nvGrpSpPr>
          <p:cNvPr id="58" name="object 58"/>
          <p:cNvGrpSpPr/>
          <p:nvPr/>
        </p:nvGrpSpPr>
        <p:grpSpPr>
          <a:xfrm>
            <a:off x="7462799" y="4343412"/>
            <a:ext cx="1918335" cy="1918335"/>
            <a:chOff x="7462799" y="4343412"/>
            <a:chExt cx="1918335" cy="1918335"/>
          </a:xfrm>
        </p:grpSpPr>
        <p:sp>
          <p:nvSpPr>
            <p:cNvPr id="59" name="object 59"/>
            <p:cNvSpPr/>
            <p:nvPr/>
          </p:nvSpPr>
          <p:spPr>
            <a:xfrm>
              <a:off x="7462799" y="4343412"/>
              <a:ext cx="1918335" cy="1918335"/>
            </a:xfrm>
            <a:custGeom>
              <a:avLst/>
              <a:gdLst/>
              <a:ahLst/>
              <a:cxnLst/>
              <a:rect l="l" t="t" r="r" b="b"/>
              <a:pathLst>
                <a:path w="1918334" h="1918335">
                  <a:moveTo>
                    <a:pt x="1918284" y="0"/>
                  </a:moveTo>
                  <a:lnTo>
                    <a:pt x="0" y="0"/>
                  </a:lnTo>
                  <a:lnTo>
                    <a:pt x="0" y="1918284"/>
                  </a:lnTo>
                  <a:lnTo>
                    <a:pt x="1918284" y="1918284"/>
                  </a:lnTo>
                  <a:lnTo>
                    <a:pt x="1918284" y="0"/>
                  </a:lnTo>
                  <a:close/>
                </a:path>
              </a:pathLst>
            </a:custGeom>
            <a:solidFill>
              <a:srgbClr val="05123B"/>
            </a:solidFill>
          </p:spPr>
          <p:txBody>
            <a:bodyPr wrap="square" lIns="0" tIns="0" rIns="0" bIns="0" rtlCol="0"/>
            <a:lstStyle/>
            <a:p>
              <a:endParaRPr/>
            </a:p>
          </p:txBody>
        </p:sp>
        <p:pic>
          <p:nvPicPr>
            <p:cNvPr id="60" name="object 60"/>
            <p:cNvPicPr/>
            <p:nvPr/>
          </p:nvPicPr>
          <p:blipFill>
            <a:blip r:embed="rId3" cstate="print"/>
            <a:stretch>
              <a:fillRect/>
            </a:stretch>
          </p:blipFill>
          <p:spPr>
            <a:xfrm>
              <a:off x="7816462" y="4483934"/>
              <a:ext cx="1283474" cy="1776342"/>
            </a:xfrm>
            <a:prstGeom prst="rect">
              <a:avLst/>
            </a:prstGeom>
          </p:spPr>
        </p:pic>
      </p:grpSp>
      <p:sp>
        <p:nvSpPr>
          <p:cNvPr id="61" name="object 61"/>
          <p:cNvSpPr txBox="1"/>
          <p:nvPr/>
        </p:nvSpPr>
        <p:spPr>
          <a:xfrm>
            <a:off x="7563586" y="2463347"/>
            <a:ext cx="1364513" cy="911860"/>
          </a:xfrm>
          <a:prstGeom prst="rect">
            <a:avLst/>
          </a:prstGeom>
        </p:spPr>
        <p:txBody>
          <a:bodyPr vert="horz" wrap="square" lIns="0" tIns="111760" rIns="0" bIns="0" rtlCol="0">
            <a:spAutoFit/>
          </a:bodyPr>
          <a:lstStyle/>
          <a:p>
            <a:pPr marR="5080">
              <a:lnSpc>
                <a:spcPct val="72900"/>
              </a:lnSpc>
              <a:spcBef>
                <a:spcPts val="880"/>
              </a:spcBef>
            </a:pPr>
            <a:r>
              <a:rPr sz="2400" b="1" spc="45" dirty="0">
                <a:solidFill>
                  <a:srgbClr val="05123B"/>
                </a:solidFill>
                <a:latin typeface="Alexandria" pitchFamily="2" charset="-78"/>
                <a:cs typeface="Alexandria" pitchFamily="2" charset="-78"/>
              </a:rPr>
              <a:t>Khaled </a:t>
            </a:r>
            <a:r>
              <a:rPr sz="2400" b="1" spc="-20" dirty="0">
                <a:solidFill>
                  <a:srgbClr val="05123B"/>
                </a:solidFill>
                <a:latin typeface="Alexandria" pitchFamily="2" charset="-78"/>
                <a:cs typeface="Alexandria" pitchFamily="2" charset="-78"/>
              </a:rPr>
              <a:t>Saad</a:t>
            </a:r>
            <a:endParaRPr sz="2400">
              <a:latin typeface="Alexandria" pitchFamily="2" charset="-78"/>
              <a:cs typeface="Alexandria" pitchFamily="2" charset="-78"/>
            </a:endParaRPr>
          </a:p>
          <a:p>
            <a:pPr>
              <a:lnSpc>
                <a:spcPts val="1175"/>
              </a:lnSpc>
              <a:spcBef>
                <a:spcPts val="10"/>
              </a:spcBef>
            </a:pPr>
            <a:r>
              <a:rPr sz="1000" spc="-25" dirty="0">
                <a:solidFill>
                  <a:srgbClr val="0059C2"/>
                </a:solidFill>
                <a:latin typeface="Alexandria" pitchFamily="2" charset="-78"/>
                <a:cs typeface="Alexandria" pitchFamily="2" charset="-78"/>
              </a:rPr>
              <a:t>CEO</a:t>
            </a:r>
            <a:endParaRPr sz="1000">
              <a:latin typeface="Alexandria" pitchFamily="2" charset="-78"/>
              <a:cs typeface="Alexandria" pitchFamily="2" charset="-78"/>
            </a:endParaRPr>
          </a:p>
          <a:p>
            <a:pPr marL="273685">
              <a:lnSpc>
                <a:spcPts val="815"/>
              </a:lnSpc>
            </a:pPr>
            <a:r>
              <a:rPr sz="700" spc="-50" dirty="0">
                <a:latin typeface="Alexandria" pitchFamily="2" charset="-78"/>
                <a:cs typeface="Alexandria" pitchFamily="2" charset="-78"/>
              </a:rPr>
              <a:t>.</a:t>
            </a:r>
            <a:endParaRPr sz="700">
              <a:latin typeface="Alexandria" pitchFamily="2" charset="-78"/>
              <a:cs typeface="Alexandria" pitchFamily="2" charset="-78"/>
            </a:endParaRPr>
          </a:p>
        </p:txBody>
      </p:sp>
      <p:sp>
        <p:nvSpPr>
          <p:cNvPr id="63" name="object 63"/>
          <p:cNvSpPr txBox="1">
            <a:spLocks noGrp="1"/>
          </p:cNvSpPr>
          <p:nvPr>
            <p:ph type="sldNum" sz="quarter" idx="7"/>
          </p:nvPr>
        </p:nvSpPr>
        <p:spPr>
          <a:prstGeom prst="rect">
            <a:avLst/>
          </a:prstGeom>
        </p:spPr>
        <p:txBody>
          <a:bodyPr vert="horz" wrap="square" lIns="0" tIns="8255" rIns="0" bIns="0" rtlCol="0">
            <a:spAutoFit/>
          </a:bodyPr>
          <a:lstStyle/>
          <a:p>
            <a:pPr marL="23495">
              <a:lnSpc>
                <a:spcPct val="100000"/>
              </a:lnSpc>
              <a:spcBef>
                <a:spcPts val="65"/>
              </a:spcBef>
            </a:pPr>
            <a:fld id="{81D60167-4931-47E6-BA6A-407CBD079E47}" type="slidenum">
              <a:rPr spc="-25" dirty="0"/>
              <a:t>15</a:t>
            </a:fld>
            <a:endParaRPr spc="-25" dirty="0"/>
          </a:p>
        </p:txBody>
      </p:sp>
      <p:sp>
        <p:nvSpPr>
          <p:cNvPr id="64" name="object 22">
            <a:extLst>
              <a:ext uri="{FF2B5EF4-FFF2-40B4-BE49-F238E27FC236}">
                <a16:creationId xmlns:a16="http://schemas.microsoft.com/office/drawing/2014/main" id="{BF6F8331-17FE-80FF-42AE-DBD03980E75C}"/>
              </a:ext>
            </a:extLst>
          </p:cNvPr>
          <p:cNvSpPr txBox="1"/>
          <p:nvPr/>
        </p:nvSpPr>
        <p:spPr>
          <a:xfrm>
            <a:off x="5496706" y="3300255"/>
            <a:ext cx="1726564" cy="874598"/>
          </a:xfrm>
          <a:prstGeom prst="rect">
            <a:avLst/>
          </a:prstGeom>
        </p:spPr>
        <p:txBody>
          <a:bodyPr vert="horz" wrap="square" lIns="0" tIns="12700" rIns="0" bIns="0" rtlCol="0">
            <a:spAutoFit/>
          </a:bodyPr>
          <a:lstStyle/>
          <a:p>
            <a:pPr rtl="1"/>
            <a:r>
              <a:rPr lang="ar-SA" sz="800" b="1" dirty="0">
                <a:latin typeface="Zanjabeel Thin" pitchFamily="50" charset="-78"/>
                <a:cs typeface="Zanjabeel Thin" pitchFamily="50" charset="-78"/>
              </a:rPr>
              <a:t>يمتلك أعضاء الفريق خبرة عملية في تنفيذ مشاريع تحول مع جهات حكومية وشركات كبرى، ويعملون بأسلوب تكاملي يجمع بين التحليل الاستراتيجي والخبرة التطبيقية لضمان واقعية الحلول وقابليتها للتنفيذ.</a:t>
            </a:r>
            <a:endParaRPr sz="800" baseline="-39682" dirty="0">
              <a:latin typeface="Zanjabeel Thin" pitchFamily="50" charset="-78"/>
              <a:cs typeface="Zanjabeel Thin" pitchFamily="50" charset="-78"/>
            </a:endParaRPr>
          </a:p>
        </p:txBody>
      </p:sp>
      <p:sp>
        <p:nvSpPr>
          <p:cNvPr id="65" name="object 22">
            <a:extLst>
              <a:ext uri="{FF2B5EF4-FFF2-40B4-BE49-F238E27FC236}">
                <a16:creationId xmlns:a16="http://schemas.microsoft.com/office/drawing/2014/main" id="{F92E0420-D8DE-2D60-232E-8D8296C34E75}"/>
              </a:ext>
            </a:extLst>
          </p:cNvPr>
          <p:cNvSpPr txBox="1"/>
          <p:nvPr/>
        </p:nvSpPr>
        <p:spPr>
          <a:xfrm>
            <a:off x="3454660" y="3300255"/>
            <a:ext cx="1726564" cy="874598"/>
          </a:xfrm>
          <a:prstGeom prst="rect">
            <a:avLst/>
          </a:prstGeom>
        </p:spPr>
        <p:txBody>
          <a:bodyPr vert="horz" wrap="square" lIns="0" tIns="12700" rIns="0" bIns="0" rtlCol="0">
            <a:spAutoFit/>
          </a:bodyPr>
          <a:lstStyle/>
          <a:p>
            <a:pPr rtl="1"/>
            <a:r>
              <a:rPr lang="ar-SA" sz="800" b="1" dirty="0">
                <a:latin typeface="Zanjabeel Thin" pitchFamily="50" charset="-78"/>
                <a:cs typeface="Zanjabeel Thin" pitchFamily="50" charset="-78"/>
              </a:rPr>
              <a:t>يمتلك أعضاء الفريق خبرة عملية في تنفيذ مشاريع تحول مع جهات حكومية وشركات كبرى، ويعملون بأسلوب تكاملي يجمع بين التحليل الاستراتيجي والخبرة التطبيقية لضمان واقعية الحلول وقابليتها للتنفيذ.</a:t>
            </a:r>
            <a:endParaRPr sz="800" baseline="-39682" dirty="0">
              <a:latin typeface="Zanjabeel Thin" pitchFamily="50" charset="-78"/>
              <a:cs typeface="Zanjabeel Thin" pitchFamily="50" charset="-78"/>
            </a:endParaRPr>
          </a:p>
        </p:txBody>
      </p:sp>
      <p:sp>
        <p:nvSpPr>
          <p:cNvPr id="66" name="object 22">
            <a:extLst>
              <a:ext uri="{FF2B5EF4-FFF2-40B4-BE49-F238E27FC236}">
                <a16:creationId xmlns:a16="http://schemas.microsoft.com/office/drawing/2014/main" id="{7845128D-14F3-72D6-E2D3-F025341035CD}"/>
              </a:ext>
            </a:extLst>
          </p:cNvPr>
          <p:cNvSpPr txBox="1"/>
          <p:nvPr/>
        </p:nvSpPr>
        <p:spPr>
          <a:xfrm>
            <a:off x="1406260" y="3335697"/>
            <a:ext cx="1726564" cy="874598"/>
          </a:xfrm>
          <a:prstGeom prst="rect">
            <a:avLst/>
          </a:prstGeom>
        </p:spPr>
        <p:txBody>
          <a:bodyPr vert="horz" wrap="square" lIns="0" tIns="12700" rIns="0" bIns="0" rtlCol="0">
            <a:spAutoFit/>
          </a:bodyPr>
          <a:lstStyle/>
          <a:p>
            <a:pPr rtl="1"/>
            <a:r>
              <a:rPr lang="ar-SA" sz="800" b="1" dirty="0">
                <a:latin typeface="Zanjabeel Thin" pitchFamily="50" charset="-78"/>
                <a:cs typeface="Zanjabeel Thin" pitchFamily="50" charset="-78"/>
              </a:rPr>
              <a:t>يمتلك أعضاء الفريق خبرة عملية في تنفيذ مشاريع تحول مع جهات حكومية وشركات كبرى، ويعملون بأسلوب تكاملي يجمع بين التحليل الاستراتيجي والخبرة التطبيقية لضمان واقعية الحلول وقابليتها للتنفيذ.</a:t>
            </a:r>
            <a:endParaRPr sz="800" baseline="-39682" dirty="0">
              <a:latin typeface="Zanjabeel Thin" pitchFamily="50" charset="-78"/>
              <a:cs typeface="Zanjabeel Thin" pitchFamily="50" charset="-78"/>
            </a:endParaRPr>
          </a:p>
        </p:txBody>
      </p:sp>
      <p:sp>
        <p:nvSpPr>
          <p:cNvPr id="20" name="TextBox 19">
            <a:extLst>
              <a:ext uri="{FF2B5EF4-FFF2-40B4-BE49-F238E27FC236}">
                <a16:creationId xmlns:a16="http://schemas.microsoft.com/office/drawing/2014/main" id="{766AB9D7-BAE3-A58A-43B5-7C208D257C91}"/>
              </a:ext>
            </a:extLst>
          </p:cNvPr>
          <p:cNvSpPr txBox="1"/>
          <p:nvPr/>
        </p:nvSpPr>
        <p:spPr>
          <a:xfrm>
            <a:off x="7890747" y="238471"/>
            <a:ext cx="2392585" cy="200055"/>
          </a:xfrm>
          <a:prstGeom prst="rect">
            <a:avLst/>
          </a:prstGeom>
          <a:noFill/>
        </p:spPr>
        <p:txBody>
          <a:bodyPr wrap="square" rtlCol="0">
            <a:spAutoFit/>
          </a:bodyPr>
          <a:lstStyle/>
          <a:p>
            <a:pPr rtl="1"/>
            <a:r>
              <a:rPr lang="ar-SA" sz="700" dirty="0">
                <a:latin typeface="Zanjabeel" pitchFamily="50" charset="-78"/>
                <a:cs typeface="Zanjabeel" pitchFamily="50" charset="-78"/>
              </a:rPr>
              <a:t>ملف تعريفي               2026       </a:t>
            </a:r>
            <a:endParaRPr lang="en-US" sz="700" dirty="0">
              <a:latin typeface="Zanjabeel" pitchFamily="50" charset="-78"/>
              <a:cs typeface="Zanjabeel" pitchFamily="50" charset="-78"/>
            </a:endParaRPr>
          </a:p>
        </p:txBody>
      </p:sp>
      <p:sp>
        <p:nvSpPr>
          <p:cNvPr id="21" name="TextBox 20">
            <a:extLst>
              <a:ext uri="{FF2B5EF4-FFF2-40B4-BE49-F238E27FC236}">
                <a16:creationId xmlns:a16="http://schemas.microsoft.com/office/drawing/2014/main" id="{ABBBA895-A7FB-5E67-2FD3-025B93590F65}"/>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tx1"/>
                </a:solidFill>
                <a:latin typeface="Zanjabeel" pitchFamily="50" charset="-78"/>
                <a:cs typeface="Zanjabeel" pitchFamily="50" charset="-78"/>
              </a:rPr>
              <a:t>فريق العمل</a:t>
            </a:r>
            <a:endParaRPr lang="en-US" sz="700" dirty="0">
              <a:solidFill>
                <a:schemeClr val="tx1"/>
              </a:solidFill>
              <a:latin typeface="Zanjabeel" pitchFamily="50" charset="-78"/>
              <a:cs typeface="Zanjabeel" pitchFamily="50" charset="-7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sp>
        <p:nvSpPr>
          <p:cNvPr id="5" name="object 5"/>
          <p:cNvSpPr/>
          <p:nvPr/>
        </p:nvSpPr>
        <p:spPr>
          <a:xfrm>
            <a:off x="8596134" y="1317355"/>
            <a:ext cx="1119505" cy="445134"/>
          </a:xfrm>
          <a:custGeom>
            <a:avLst/>
            <a:gdLst/>
            <a:ahLst/>
            <a:cxnLst/>
            <a:rect l="l" t="t" r="r" b="b"/>
            <a:pathLst>
              <a:path w="1119504" h="445135">
                <a:moveTo>
                  <a:pt x="895616" y="25"/>
                </a:moveTo>
                <a:lnTo>
                  <a:pt x="0" y="0"/>
                </a:lnTo>
                <a:lnTo>
                  <a:pt x="0" y="111366"/>
                </a:lnTo>
                <a:lnTo>
                  <a:pt x="223748" y="223837"/>
                </a:lnTo>
                <a:lnTo>
                  <a:pt x="223748" y="444639"/>
                </a:lnTo>
                <a:lnTo>
                  <a:pt x="1119365" y="444652"/>
                </a:lnTo>
                <a:lnTo>
                  <a:pt x="1119365" y="333286"/>
                </a:lnTo>
                <a:lnTo>
                  <a:pt x="895616" y="220827"/>
                </a:lnTo>
                <a:lnTo>
                  <a:pt x="895616" y="25"/>
                </a:lnTo>
                <a:close/>
              </a:path>
            </a:pathLst>
          </a:custGeom>
          <a:solidFill>
            <a:srgbClr val="D6E5F5"/>
          </a:solidFill>
        </p:spPr>
        <p:txBody>
          <a:bodyPr wrap="square" lIns="0" tIns="0" rIns="0" bIns="0" rtlCol="0"/>
          <a:lstStyle/>
          <a:p>
            <a:endParaRPr/>
          </a:p>
        </p:txBody>
      </p:sp>
      <p:sp>
        <p:nvSpPr>
          <p:cNvPr id="6" name="object 6" descr="$PPTXTitle"/>
          <p:cNvSpPr txBox="1">
            <a:spLocks noGrp="1"/>
          </p:cNvSpPr>
          <p:nvPr>
            <p:ph type="title"/>
          </p:nvPr>
        </p:nvSpPr>
        <p:spPr>
          <a:xfrm>
            <a:off x="7292416" y="1382082"/>
            <a:ext cx="2137410" cy="324448"/>
          </a:xfrm>
          <a:prstGeom prst="rect">
            <a:avLst/>
          </a:prstGeom>
        </p:spPr>
        <p:txBody>
          <a:bodyPr vert="horz" wrap="square" lIns="0" tIns="16510" rIns="0" bIns="0" rtlCol="0">
            <a:spAutoFit/>
          </a:bodyPr>
          <a:lstStyle/>
          <a:p>
            <a:pPr marL="38100" marR="30480" algn="r">
              <a:lnSpc>
                <a:spcPct val="100000"/>
              </a:lnSpc>
              <a:spcBef>
                <a:spcPts val="130"/>
              </a:spcBef>
            </a:pPr>
            <a:r>
              <a:rPr lang="ar-SA" sz="2000" dirty="0">
                <a:solidFill>
                  <a:schemeClr val="tx1"/>
                </a:solidFill>
                <a:latin typeface="Zanjabeel" pitchFamily="50" charset="-78"/>
                <a:cs typeface="Zanjabeel" pitchFamily="50" charset="-78"/>
              </a:rPr>
              <a:t>دراسة الحالة</a:t>
            </a:r>
            <a:endParaRPr sz="2000" dirty="0">
              <a:solidFill>
                <a:schemeClr val="tx1"/>
              </a:solidFill>
              <a:latin typeface="Zanjabeel" pitchFamily="50" charset="-78"/>
              <a:cs typeface="Zanjabeel" pitchFamily="50" charset="-78"/>
            </a:endParaRPr>
          </a:p>
        </p:txBody>
      </p:sp>
      <p:sp>
        <p:nvSpPr>
          <p:cNvPr id="7" name="object 7"/>
          <p:cNvSpPr txBox="1"/>
          <p:nvPr/>
        </p:nvSpPr>
        <p:spPr>
          <a:xfrm>
            <a:off x="5270500" y="1866347"/>
            <a:ext cx="4187454" cy="520655"/>
          </a:xfrm>
          <a:prstGeom prst="rect">
            <a:avLst/>
          </a:prstGeom>
        </p:spPr>
        <p:txBody>
          <a:bodyPr vert="horz" wrap="square" lIns="0" tIns="12700" rIns="0" bIns="0" rtlCol="0">
            <a:spAutoFit/>
          </a:bodyPr>
          <a:lstStyle/>
          <a:p>
            <a:pPr rtl="1"/>
            <a:r>
              <a:rPr lang="ar-SA" sz="1100" dirty="0">
                <a:latin typeface="Zanjabeel Thin" pitchFamily="50" charset="-78"/>
                <a:cs typeface="Zanjabeel Thin" pitchFamily="50" charset="-78"/>
              </a:rPr>
              <a:t>عمل فريقنا مع نخبة من الجهات الحكومية، وشبه الحكومية، والقطاع الخاص، والقطاع غير الربحي، وساهم في تنفيذ مشاريع تطوير مؤسسي وقيادي أحدثت أثرًا ملموسًا ومستدامًا.</a:t>
            </a:r>
            <a:endParaRPr lang="ar-SA" sz="1100" b="0" dirty="0">
              <a:effectLst/>
              <a:latin typeface="Zanjabeel Thin" pitchFamily="50" charset="-78"/>
              <a:cs typeface="Zanjabeel Thin" pitchFamily="50" charset="-78"/>
            </a:endParaRPr>
          </a:p>
        </p:txBody>
      </p:sp>
      <p:grpSp>
        <p:nvGrpSpPr>
          <p:cNvPr id="39" name="object 39"/>
          <p:cNvGrpSpPr/>
          <p:nvPr/>
        </p:nvGrpSpPr>
        <p:grpSpPr>
          <a:xfrm>
            <a:off x="7834689" y="2910334"/>
            <a:ext cx="855980" cy="217170"/>
            <a:chOff x="7834689" y="2910334"/>
            <a:chExt cx="855980" cy="217170"/>
          </a:xfrm>
        </p:grpSpPr>
        <p:pic>
          <p:nvPicPr>
            <p:cNvPr id="40" name="object 40"/>
            <p:cNvPicPr/>
            <p:nvPr/>
          </p:nvPicPr>
          <p:blipFill>
            <a:blip r:embed="rId2" cstate="print"/>
            <a:stretch>
              <a:fillRect/>
            </a:stretch>
          </p:blipFill>
          <p:spPr>
            <a:xfrm>
              <a:off x="7834689" y="3030207"/>
              <a:ext cx="456860" cy="96692"/>
            </a:xfrm>
            <a:prstGeom prst="rect">
              <a:avLst/>
            </a:prstGeom>
          </p:spPr>
        </p:pic>
        <p:sp>
          <p:nvSpPr>
            <p:cNvPr id="41" name="object 41"/>
            <p:cNvSpPr/>
            <p:nvPr/>
          </p:nvSpPr>
          <p:spPr>
            <a:xfrm>
              <a:off x="8316748" y="3029991"/>
              <a:ext cx="374015" cy="97155"/>
            </a:xfrm>
            <a:custGeom>
              <a:avLst/>
              <a:gdLst/>
              <a:ahLst/>
              <a:cxnLst/>
              <a:rect l="l" t="t" r="r" b="b"/>
              <a:pathLst>
                <a:path w="374015" h="97155">
                  <a:moveTo>
                    <a:pt x="29425" y="2895"/>
                  </a:moveTo>
                  <a:lnTo>
                    <a:pt x="26314" y="215"/>
                  </a:lnTo>
                  <a:lnTo>
                    <a:pt x="22301" y="215"/>
                  </a:lnTo>
                  <a:lnTo>
                    <a:pt x="18288" y="0"/>
                  </a:lnTo>
                  <a:lnTo>
                    <a:pt x="15163" y="2667"/>
                  </a:lnTo>
                  <a:lnTo>
                    <a:pt x="15163" y="6680"/>
                  </a:lnTo>
                  <a:lnTo>
                    <a:pt x="15163" y="10909"/>
                  </a:lnTo>
                  <a:lnTo>
                    <a:pt x="18503" y="13144"/>
                  </a:lnTo>
                  <a:lnTo>
                    <a:pt x="26085" y="13144"/>
                  </a:lnTo>
                  <a:lnTo>
                    <a:pt x="29425" y="10909"/>
                  </a:lnTo>
                  <a:lnTo>
                    <a:pt x="29425" y="2895"/>
                  </a:lnTo>
                  <a:close/>
                </a:path>
                <a:path w="374015" h="97155">
                  <a:moveTo>
                    <a:pt x="48399" y="2895"/>
                  </a:moveTo>
                  <a:lnTo>
                    <a:pt x="45275" y="215"/>
                  </a:lnTo>
                  <a:lnTo>
                    <a:pt x="41262" y="215"/>
                  </a:lnTo>
                  <a:lnTo>
                    <a:pt x="37249" y="0"/>
                  </a:lnTo>
                  <a:lnTo>
                    <a:pt x="34112" y="2667"/>
                  </a:lnTo>
                  <a:lnTo>
                    <a:pt x="34112" y="6680"/>
                  </a:lnTo>
                  <a:lnTo>
                    <a:pt x="34112" y="10909"/>
                  </a:lnTo>
                  <a:lnTo>
                    <a:pt x="37477" y="13144"/>
                  </a:lnTo>
                  <a:lnTo>
                    <a:pt x="45046" y="13144"/>
                  </a:lnTo>
                  <a:lnTo>
                    <a:pt x="48399" y="10909"/>
                  </a:lnTo>
                  <a:lnTo>
                    <a:pt x="48399" y="2895"/>
                  </a:lnTo>
                  <a:close/>
                </a:path>
                <a:path w="374015" h="97155">
                  <a:moveTo>
                    <a:pt x="65112" y="86448"/>
                  </a:moveTo>
                  <a:lnTo>
                    <a:pt x="61988" y="83769"/>
                  </a:lnTo>
                  <a:lnTo>
                    <a:pt x="57975" y="83769"/>
                  </a:lnTo>
                  <a:lnTo>
                    <a:pt x="53962" y="83769"/>
                  </a:lnTo>
                  <a:lnTo>
                    <a:pt x="50838" y="86448"/>
                  </a:lnTo>
                  <a:lnTo>
                    <a:pt x="50838" y="94462"/>
                  </a:lnTo>
                  <a:lnTo>
                    <a:pt x="54190" y="96697"/>
                  </a:lnTo>
                  <a:lnTo>
                    <a:pt x="61760" y="96697"/>
                  </a:lnTo>
                  <a:lnTo>
                    <a:pt x="65112" y="94462"/>
                  </a:lnTo>
                  <a:lnTo>
                    <a:pt x="65112" y="86448"/>
                  </a:lnTo>
                  <a:close/>
                </a:path>
                <a:path w="374015" h="97155">
                  <a:moveTo>
                    <a:pt x="84061" y="86448"/>
                  </a:moveTo>
                  <a:lnTo>
                    <a:pt x="80937" y="83769"/>
                  </a:lnTo>
                  <a:lnTo>
                    <a:pt x="76923" y="83769"/>
                  </a:lnTo>
                  <a:lnTo>
                    <a:pt x="72910" y="83769"/>
                  </a:lnTo>
                  <a:lnTo>
                    <a:pt x="69786" y="86448"/>
                  </a:lnTo>
                  <a:lnTo>
                    <a:pt x="69786" y="94462"/>
                  </a:lnTo>
                  <a:lnTo>
                    <a:pt x="73139" y="96697"/>
                  </a:lnTo>
                  <a:lnTo>
                    <a:pt x="80708" y="96697"/>
                  </a:lnTo>
                  <a:lnTo>
                    <a:pt x="84061" y="94462"/>
                  </a:lnTo>
                  <a:lnTo>
                    <a:pt x="84061" y="86448"/>
                  </a:lnTo>
                  <a:close/>
                </a:path>
                <a:path w="374015" h="97155">
                  <a:moveTo>
                    <a:pt x="185521" y="4889"/>
                  </a:moveTo>
                  <a:lnTo>
                    <a:pt x="182397" y="2438"/>
                  </a:lnTo>
                  <a:lnTo>
                    <a:pt x="174371" y="2438"/>
                  </a:lnTo>
                  <a:lnTo>
                    <a:pt x="171005" y="5118"/>
                  </a:lnTo>
                  <a:lnTo>
                    <a:pt x="171005" y="8902"/>
                  </a:lnTo>
                  <a:lnTo>
                    <a:pt x="171234" y="13360"/>
                  </a:lnTo>
                  <a:lnTo>
                    <a:pt x="174599" y="15582"/>
                  </a:lnTo>
                  <a:lnTo>
                    <a:pt x="178384" y="15582"/>
                  </a:lnTo>
                  <a:lnTo>
                    <a:pt x="182168" y="15582"/>
                  </a:lnTo>
                  <a:lnTo>
                    <a:pt x="185521" y="13360"/>
                  </a:lnTo>
                  <a:lnTo>
                    <a:pt x="185521" y="4889"/>
                  </a:lnTo>
                  <a:close/>
                </a:path>
                <a:path w="374015" h="97155">
                  <a:moveTo>
                    <a:pt x="223647" y="5130"/>
                  </a:moveTo>
                  <a:lnTo>
                    <a:pt x="220522" y="2451"/>
                  </a:lnTo>
                  <a:lnTo>
                    <a:pt x="216509" y="2451"/>
                  </a:lnTo>
                  <a:lnTo>
                    <a:pt x="212496" y="2451"/>
                  </a:lnTo>
                  <a:lnTo>
                    <a:pt x="209372" y="5130"/>
                  </a:lnTo>
                  <a:lnTo>
                    <a:pt x="209372" y="13144"/>
                  </a:lnTo>
                  <a:lnTo>
                    <a:pt x="212725" y="15367"/>
                  </a:lnTo>
                  <a:lnTo>
                    <a:pt x="220294" y="15367"/>
                  </a:lnTo>
                  <a:lnTo>
                    <a:pt x="223647" y="13144"/>
                  </a:lnTo>
                  <a:lnTo>
                    <a:pt x="223647" y="5130"/>
                  </a:lnTo>
                  <a:close/>
                </a:path>
                <a:path w="374015" h="97155">
                  <a:moveTo>
                    <a:pt x="243725" y="5118"/>
                  </a:moveTo>
                  <a:lnTo>
                    <a:pt x="240601" y="2438"/>
                  </a:lnTo>
                  <a:lnTo>
                    <a:pt x="232562" y="2438"/>
                  </a:lnTo>
                  <a:lnTo>
                    <a:pt x="229438" y="5118"/>
                  </a:lnTo>
                  <a:lnTo>
                    <a:pt x="229438" y="8902"/>
                  </a:lnTo>
                  <a:lnTo>
                    <a:pt x="229438" y="13131"/>
                  </a:lnTo>
                  <a:lnTo>
                    <a:pt x="232778" y="15367"/>
                  </a:lnTo>
                  <a:lnTo>
                    <a:pt x="240385" y="15367"/>
                  </a:lnTo>
                  <a:lnTo>
                    <a:pt x="243725" y="13131"/>
                  </a:lnTo>
                  <a:lnTo>
                    <a:pt x="243725" y="5118"/>
                  </a:lnTo>
                  <a:close/>
                </a:path>
                <a:path w="374015" h="97155">
                  <a:moveTo>
                    <a:pt x="290080" y="2451"/>
                  </a:moveTo>
                  <a:lnTo>
                    <a:pt x="278714" y="2451"/>
                  </a:lnTo>
                  <a:lnTo>
                    <a:pt x="278714" y="63271"/>
                  </a:lnTo>
                  <a:lnTo>
                    <a:pt x="255308" y="63271"/>
                  </a:lnTo>
                  <a:lnTo>
                    <a:pt x="255308" y="23164"/>
                  </a:lnTo>
                  <a:lnTo>
                    <a:pt x="243941" y="23164"/>
                  </a:lnTo>
                  <a:lnTo>
                    <a:pt x="243941" y="63271"/>
                  </a:lnTo>
                  <a:lnTo>
                    <a:pt x="209588" y="63271"/>
                  </a:lnTo>
                  <a:lnTo>
                    <a:pt x="209588" y="23164"/>
                  </a:lnTo>
                  <a:lnTo>
                    <a:pt x="198221" y="23164"/>
                  </a:lnTo>
                  <a:lnTo>
                    <a:pt x="198221" y="63271"/>
                  </a:lnTo>
                  <a:lnTo>
                    <a:pt x="165658" y="63271"/>
                  </a:lnTo>
                  <a:lnTo>
                    <a:pt x="165620" y="49237"/>
                  </a:lnTo>
                  <a:lnTo>
                    <a:pt x="163944" y="38811"/>
                  </a:lnTo>
                  <a:lnTo>
                    <a:pt x="163855" y="38227"/>
                  </a:lnTo>
                  <a:lnTo>
                    <a:pt x="161150" y="33642"/>
                  </a:lnTo>
                  <a:lnTo>
                    <a:pt x="158750" y="29578"/>
                  </a:lnTo>
                  <a:lnTo>
                    <a:pt x="154292" y="26466"/>
                  </a:lnTo>
                  <a:lnTo>
                    <a:pt x="154292" y="39890"/>
                  </a:lnTo>
                  <a:lnTo>
                    <a:pt x="154292" y="63271"/>
                  </a:lnTo>
                  <a:lnTo>
                    <a:pt x="132219" y="63271"/>
                  </a:lnTo>
                  <a:lnTo>
                    <a:pt x="126657" y="58597"/>
                  </a:lnTo>
                  <a:lnTo>
                    <a:pt x="126657" y="39890"/>
                  </a:lnTo>
                  <a:lnTo>
                    <a:pt x="132219" y="33642"/>
                  </a:lnTo>
                  <a:lnTo>
                    <a:pt x="148717" y="33642"/>
                  </a:lnTo>
                  <a:lnTo>
                    <a:pt x="154292" y="39890"/>
                  </a:lnTo>
                  <a:lnTo>
                    <a:pt x="154292" y="26466"/>
                  </a:lnTo>
                  <a:lnTo>
                    <a:pt x="150799" y="24015"/>
                  </a:lnTo>
                  <a:lnTo>
                    <a:pt x="140474" y="22047"/>
                  </a:lnTo>
                  <a:lnTo>
                    <a:pt x="130136" y="24015"/>
                  </a:lnTo>
                  <a:lnTo>
                    <a:pt x="122186" y="29578"/>
                  </a:lnTo>
                  <a:lnTo>
                    <a:pt x="117081" y="38227"/>
                  </a:lnTo>
                  <a:lnTo>
                    <a:pt x="115277" y="49237"/>
                  </a:lnTo>
                  <a:lnTo>
                    <a:pt x="115277" y="59042"/>
                  </a:lnTo>
                  <a:lnTo>
                    <a:pt x="110604" y="63500"/>
                  </a:lnTo>
                  <a:lnTo>
                    <a:pt x="89852" y="63500"/>
                  </a:lnTo>
                  <a:lnTo>
                    <a:pt x="89852" y="23380"/>
                  </a:lnTo>
                  <a:lnTo>
                    <a:pt x="78486" y="23380"/>
                  </a:lnTo>
                  <a:lnTo>
                    <a:pt x="78486" y="63500"/>
                  </a:lnTo>
                  <a:lnTo>
                    <a:pt x="47726" y="63500"/>
                  </a:lnTo>
                  <a:lnTo>
                    <a:pt x="47726" y="63271"/>
                  </a:lnTo>
                  <a:lnTo>
                    <a:pt x="47726" y="34544"/>
                  </a:lnTo>
                  <a:lnTo>
                    <a:pt x="47726" y="23380"/>
                  </a:lnTo>
                  <a:lnTo>
                    <a:pt x="36563" y="23380"/>
                  </a:lnTo>
                  <a:lnTo>
                    <a:pt x="36563" y="34544"/>
                  </a:lnTo>
                  <a:lnTo>
                    <a:pt x="36563" y="63271"/>
                  </a:lnTo>
                  <a:lnTo>
                    <a:pt x="17830" y="63271"/>
                  </a:lnTo>
                  <a:lnTo>
                    <a:pt x="10922" y="57480"/>
                  </a:lnTo>
                  <a:lnTo>
                    <a:pt x="10922" y="40335"/>
                  </a:lnTo>
                  <a:lnTo>
                    <a:pt x="17614" y="34544"/>
                  </a:lnTo>
                  <a:lnTo>
                    <a:pt x="36563" y="34544"/>
                  </a:lnTo>
                  <a:lnTo>
                    <a:pt x="36563" y="23380"/>
                  </a:lnTo>
                  <a:lnTo>
                    <a:pt x="29197" y="23380"/>
                  </a:lnTo>
                  <a:lnTo>
                    <a:pt x="17208" y="25298"/>
                  </a:lnTo>
                  <a:lnTo>
                    <a:pt x="8001" y="30632"/>
                  </a:lnTo>
                  <a:lnTo>
                    <a:pt x="2095" y="38811"/>
                  </a:lnTo>
                  <a:lnTo>
                    <a:pt x="0" y="49237"/>
                  </a:lnTo>
                  <a:lnTo>
                    <a:pt x="1803" y="58597"/>
                  </a:lnTo>
                  <a:lnTo>
                    <a:pt x="1892" y="59042"/>
                  </a:lnTo>
                  <a:lnTo>
                    <a:pt x="2006" y="59639"/>
                  </a:lnTo>
                  <a:lnTo>
                    <a:pt x="7645" y="67729"/>
                  </a:lnTo>
                  <a:lnTo>
                    <a:pt x="16370" y="72986"/>
                  </a:lnTo>
                  <a:lnTo>
                    <a:pt x="27647" y="74853"/>
                  </a:lnTo>
                  <a:lnTo>
                    <a:pt x="109486" y="74853"/>
                  </a:lnTo>
                  <a:lnTo>
                    <a:pt x="116624" y="72847"/>
                  </a:lnTo>
                  <a:lnTo>
                    <a:pt x="119964" y="66611"/>
                  </a:lnTo>
                  <a:lnTo>
                    <a:pt x="124421" y="72847"/>
                  </a:lnTo>
                  <a:lnTo>
                    <a:pt x="131559" y="74853"/>
                  </a:lnTo>
                  <a:lnTo>
                    <a:pt x="290080" y="74853"/>
                  </a:lnTo>
                  <a:lnTo>
                    <a:pt x="290080" y="66611"/>
                  </a:lnTo>
                  <a:lnTo>
                    <a:pt x="290080" y="63500"/>
                  </a:lnTo>
                  <a:lnTo>
                    <a:pt x="290080" y="63271"/>
                  </a:lnTo>
                  <a:lnTo>
                    <a:pt x="290080" y="2451"/>
                  </a:lnTo>
                  <a:close/>
                </a:path>
                <a:path w="374015" h="97155">
                  <a:moveTo>
                    <a:pt x="316395" y="2438"/>
                  </a:moveTo>
                  <a:lnTo>
                    <a:pt x="305028" y="2438"/>
                  </a:lnTo>
                  <a:lnTo>
                    <a:pt x="305028" y="74853"/>
                  </a:lnTo>
                  <a:lnTo>
                    <a:pt x="316395" y="74853"/>
                  </a:lnTo>
                  <a:lnTo>
                    <a:pt x="316395" y="2438"/>
                  </a:lnTo>
                  <a:close/>
                </a:path>
                <a:path w="374015" h="97155">
                  <a:moveTo>
                    <a:pt x="373697" y="23164"/>
                  </a:moveTo>
                  <a:lnTo>
                    <a:pt x="362546" y="23164"/>
                  </a:lnTo>
                  <a:lnTo>
                    <a:pt x="362546" y="34544"/>
                  </a:lnTo>
                  <a:lnTo>
                    <a:pt x="362546" y="63271"/>
                  </a:lnTo>
                  <a:lnTo>
                    <a:pt x="343827" y="63271"/>
                  </a:lnTo>
                  <a:lnTo>
                    <a:pt x="336918" y="57480"/>
                  </a:lnTo>
                  <a:lnTo>
                    <a:pt x="336918" y="40322"/>
                  </a:lnTo>
                  <a:lnTo>
                    <a:pt x="343598" y="34544"/>
                  </a:lnTo>
                  <a:lnTo>
                    <a:pt x="362546" y="34544"/>
                  </a:lnTo>
                  <a:lnTo>
                    <a:pt x="362546" y="23164"/>
                  </a:lnTo>
                  <a:lnTo>
                    <a:pt x="355193" y="23164"/>
                  </a:lnTo>
                  <a:lnTo>
                    <a:pt x="343204" y="25069"/>
                  </a:lnTo>
                  <a:lnTo>
                    <a:pt x="333984" y="30416"/>
                  </a:lnTo>
                  <a:lnTo>
                    <a:pt x="328079" y="38582"/>
                  </a:lnTo>
                  <a:lnTo>
                    <a:pt x="326034" y="48793"/>
                  </a:lnTo>
                  <a:lnTo>
                    <a:pt x="325983" y="49009"/>
                  </a:lnTo>
                  <a:lnTo>
                    <a:pt x="327990" y="59410"/>
                  </a:lnTo>
                  <a:lnTo>
                    <a:pt x="333629" y="67500"/>
                  </a:lnTo>
                  <a:lnTo>
                    <a:pt x="342353" y="72771"/>
                  </a:lnTo>
                  <a:lnTo>
                    <a:pt x="353631" y="74637"/>
                  </a:lnTo>
                  <a:lnTo>
                    <a:pt x="362318" y="74637"/>
                  </a:lnTo>
                  <a:lnTo>
                    <a:pt x="362115" y="80429"/>
                  </a:lnTo>
                  <a:lnTo>
                    <a:pt x="362102" y="80873"/>
                  </a:lnTo>
                  <a:lnTo>
                    <a:pt x="357644" y="82880"/>
                  </a:lnTo>
                  <a:lnTo>
                    <a:pt x="346494" y="82880"/>
                  </a:lnTo>
                  <a:lnTo>
                    <a:pt x="341591" y="81991"/>
                  </a:lnTo>
                  <a:lnTo>
                    <a:pt x="336461" y="80429"/>
                  </a:lnTo>
                  <a:lnTo>
                    <a:pt x="338696" y="92456"/>
                  </a:lnTo>
                  <a:lnTo>
                    <a:pt x="343154" y="93789"/>
                  </a:lnTo>
                  <a:lnTo>
                    <a:pt x="347167" y="94246"/>
                  </a:lnTo>
                  <a:lnTo>
                    <a:pt x="351853" y="94246"/>
                  </a:lnTo>
                  <a:lnTo>
                    <a:pt x="361378" y="93141"/>
                  </a:lnTo>
                  <a:lnTo>
                    <a:pt x="368211" y="89433"/>
                  </a:lnTo>
                  <a:lnTo>
                    <a:pt x="372097" y="82880"/>
                  </a:lnTo>
                  <a:lnTo>
                    <a:pt x="372325" y="82499"/>
                  </a:lnTo>
                  <a:lnTo>
                    <a:pt x="373697" y="71742"/>
                  </a:lnTo>
                  <a:lnTo>
                    <a:pt x="373697" y="63271"/>
                  </a:lnTo>
                  <a:lnTo>
                    <a:pt x="373697" y="34544"/>
                  </a:lnTo>
                  <a:lnTo>
                    <a:pt x="373697" y="23164"/>
                  </a:lnTo>
                  <a:close/>
                </a:path>
              </a:pathLst>
            </a:custGeom>
            <a:solidFill>
              <a:srgbClr val="148285"/>
            </a:solidFill>
          </p:spPr>
          <p:txBody>
            <a:bodyPr wrap="square" lIns="0" tIns="0" rIns="0" bIns="0" rtlCol="0"/>
            <a:lstStyle/>
            <a:p>
              <a:endParaRPr/>
            </a:p>
          </p:txBody>
        </p:sp>
        <p:pic>
          <p:nvPicPr>
            <p:cNvPr id="42" name="object 42"/>
            <p:cNvPicPr/>
            <p:nvPr/>
          </p:nvPicPr>
          <p:blipFill>
            <a:blip r:embed="rId3" cstate="print"/>
            <a:stretch>
              <a:fillRect/>
            </a:stretch>
          </p:blipFill>
          <p:spPr>
            <a:xfrm>
              <a:off x="8387443" y="2917455"/>
              <a:ext cx="301668" cy="92038"/>
            </a:xfrm>
            <a:prstGeom prst="rect">
              <a:avLst/>
            </a:prstGeom>
          </p:spPr>
        </p:pic>
        <p:pic>
          <p:nvPicPr>
            <p:cNvPr id="43" name="object 43"/>
            <p:cNvPicPr/>
            <p:nvPr/>
          </p:nvPicPr>
          <p:blipFill>
            <a:blip r:embed="rId4" cstate="print"/>
            <a:stretch>
              <a:fillRect/>
            </a:stretch>
          </p:blipFill>
          <p:spPr>
            <a:xfrm>
              <a:off x="8026678" y="2910334"/>
              <a:ext cx="334443" cy="101610"/>
            </a:xfrm>
            <a:prstGeom prst="rect">
              <a:avLst/>
            </a:prstGeom>
          </p:spPr>
        </p:pic>
      </p:grpSp>
      <p:grpSp>
        <p:nvGrpSpPr>
          <p:cNvPr id="44" name="object 44"/>
          <p:cNvGrpSpPr/>
          <p:nvPr/>
        </p:nvGrpSpPr>
        <p:grpSpPr>
          <a:xfrm>
            <a:off x="8773629" y="2778434"/>
            <a:ext cx="577850" cy="465455"/>
            <a:chOff x="8773629" y="2778434"/>
            <a:chExt cx="577850" cy="465455"/>
          </a:xfrm>
        </p:grpSpPr>
        <p:sp>
          <p:nvSpPr>
            <p:cNvPr id="45" name="object 45"/>
            <p:cNvSpPr/>
            <p:nvPr/>
          </p:nvSpPr>
          <p:spPr>
            <a:xfrm>
              <a:off x="8916993" y="2778434"/>
              <a:ext cx="294005" cy="465455"/>
            </a:xfrm>
            <a:custGeom>
              <a:avLst/>
              <a:gdLst/>
              <a:ahLst/>
              <a:cxnLst/>
              <a:rect l="l" t="t" r="r" b="b"/>
              <a:pathLst>
                <a:path w="294004" h="465455">
                  <a:moveTo>
                    <a:pt x="145160" y="232613"/>
                  </a:moveTo>
                  <a:lnTo>
                    <a:pt x="290525" y="464985"/>
                  </a:lnTo>
                  <a:lnTo>
                    <a:pt x="293921" y="413797"/>
                  </a:lnTo>
                  <a:lnTo>
                    <a:pt x="291257" y="364926"/>
                  </a:lnTo>
                  <a:lnTo>
                    <a:pt x="282822" y="318014"/>
                  </a:lnTo>
                  <a:lnTo>
                    <a:pt x="268909" y="272707"/>
                  </a:lnTo>
                  <a:lnTo>
                    <a:pt x="145160" y="232613"/>
                  </a:lnTo>
                  <a:close/>
                </a:path>
                <a:path w="294004" h="465455">
                  <a:moveTo>
                    <a:pt x="0" y="0"/>
                  </a:moveTo>
                  <a:lnTo>
                    <a:pt x="75145" y="120319"/>
                  </a:lnTo>
                  <a:lnTo>
                    <a:pt x="77596" y="120764"/>
                  </a:lnTo>
                  <a:lnTo>
                    <a:pt x="79819" y="121208"/>
                  </a:lnTo>
                  <a:lnTo>
                    <a:pt x="82283" y="121424"/>
                  </a:lnTo>
                  <a:lnTo>
                    <a:pt x="90896" y="106474"/>
                  </a:lnTo>
                  <a:lnTo>
                    <a:pt x="100056" y="92025"/>
                  </a:lnTo>
                  <a:lnTo>
                    <a:pt x="109808" y="78074"/>
                  </a:lnTo>
                  <a:lnTo>
                    <a:pt x="120192" y="64617"/>
                  </a:lnTo>
                  <a:lnTo>
                    <a:pt x="93318" y="45403"/>
                  </a:lnTo>
                  <a:lnTo>
                    <a:pt x="64439" y="28217"/>
                  </a:lnTo>
                  <a:lnTo>
                    <a:pt x="33389" y="13077"/>
                  </a:lnTo>
                  <a:lnTo>
                    <a:pt x="0" y="0"/>
                  </a:lnTo>
                  <a:close/>
                </a:path>
              </a:pathLst>
            </a:custGeom>
            <a:solidFill>
              <a:srgbClr val="148285"/>
            </a:solidFill>
          </p:spPr>
          <p:txBody>
            <a:bodyPr wrap="square" lIns="0" tIns="0" rIns="0" bIns="0" rtlCol="0"/>
            <a:lstStyle/>
            <a:p>
              <a:endParaRPr/>
            </a:p>
          </p:txBody>
        </p:sp>
        <p:sp>
          <p:nvSpPr>
            <p:cNvPr id="46" name="object 46"/>
            <p:cNvSpPr/>
            <p:nvPr/>
          </p:nvSpPr>
          <p:spPr>
            <a:xfrm>
              <a:off x="8913703" y="2778664"/>
              <a:ext cx="294005" cy="464820"/>
            </a:xfrm>
            <a:custGeom>
              <a:avLst/>
              <a:gdLst/>
              <a:ahLst/>
              <a:cxnLst/>
              <a:rect l="l" t="t" r="r" b="b"/>
              <a:pathLst>
                <a:path w="294004" h="464819">
                  <a:moveTo>
                    <a:pt x="293825" y="0"/>
                  </a:moveTo>
                  <a:lnTo>
                    <a:pt x="245856" y="19678"/>
                  </a:lnTo>
                  <a:lnTo>
                    <a:pt x="202674" y="43861"/>
                  </a:lnTo>
                  <a:lnTo>
                    <a:pt x="163865" y="72413"/>
                  </a:lnTo>
                  <a:lnTo>
                    <a:pt x="129012" y="105198"/>
                  </a:lnTo>
                  <a:lnTo>
                    <a:pt x="97702" y="142078"/>
                  </a:lnTo>
                  <a:lnTo>
                    <a:pt x="69518" y="182918"/>
                  </a:lnTo>
                  <a:lnTo>
                    <a:pt x="45132" y="226214"/>
                  </a:lnTo>
                  <a:lnTo>
                    <a:pt x="25692" y="270544"/>
                  </a:lnTo>
                  <a:lnTo>
                    <a:pt x="11492" y="316236"/>
                  </a:lnTo>
                  <a:lnTo>
                    <a:pt x="2829" y="363617"/>
                  </a:lnTo>
                  <a:lnTo>
                    <a:pt x="0" y="413015"/>
                  </a:lnTo>
                  <a:lnTo>
                    <a:pt x="3300" y="464756"/>
                  </a:lnTo>
                  <a:lnTo>
                    <a:pt x="293825" y="0"/>
                  </a:lnTo>
                  <a:close/>
                </a:path>
              </a:pathLst>
            </a:custGeom>
            <a:solidFill>
              <a:srgbClr val="F7941C"/>
            </a:solidFill>
          </p:spPr>
          <p:txBody>
            <a:bodyPr wrap="square" lIns="0" tIns="0" rIns="0" bIns="0" rtlCol="0"/>
            <a:lstStyle/>
            <a:p>
              <a:endParaRPr/>
            </a:p>
          </p:txBody>
        </p:sp>
        <p:sp>
          <p:nvSpPr>
            <p:cNvPr id="47" name="object 47"/>
            <p:cNvSpPr/>
            <p:nvPr/>
          </p:nvSpPr>
          <p:spPr>
            <a:xfrm>
              <a:off x="8773633" y="2893630"/>
              <a:ext cx="577850" cy="211454"/>
            </a:xfrm>
            <a:custGeom>
              <a:avLst/>
              <a:gdLst/>
              <a:ahLst/>
              <a:cxnLst/>
              <a:rect l="l" t="t" r="r" b="b"/>
              <a:pathLst>
                <a:path w="577850" h="211455">
                  <a:moveTo>
                    <a:pt x="422744" y="73965"/>
                  </a:moveTo>
                  <a:lnTo>
                    <a:pt x="288734" y="117412"/>
                  </a:lnTo>
                  <a:lnTo>
                    <a:pt x="577265" y="211214"/>
                  </a:lnTo>
                  <a:lnTo>
                    <a:pt x="543374" y="169246"/>
                  </a:lnTo>
                  <a:lnTo>
                    <a:pt x="506282" y="132650"/>
                  </a:lnTo>
                  <a:lnTo>
                    <a:pt x="466051" y="101023"/>
                  </a:lnTo>
                  <a:lnTo>
                    <a:pt x="422744" y="73965"/>
                  </a:lnTo>
                  <a:close/>
                </a:path>
                <a:path w="577850" h="211455">
                  <a:moveTo>
                    <a:pt x="136049" y="0"/>
                  </a:moveTo>
                  <a:lnTo>
                    <a:pt x="91128" y="3218"/>
                  </a:lnTo>
                  <a:lnTo>
                    <a:pt x="45832" y="11003"/>
                  </a:lnTo>
                  <a:lnTo>
                    <a:pt x="0" y="23609"/>
                  </a:lnTo>
                  <a:lnTo>
                    <a:pt x="154508" y="73749"/>
                  </a:lnTo>
                  <a:lnTo>
                    <a:pt x="166798" y="67192"/>
                  </a:lnTo>
                  <a:lnTo>
                    <a:pt x="179281" y="60908"/>
                  </a:lnTo>
                  <a:lnTo>
                    <a:pt x="191975" y="54916"/>
                  </a:lnTo>
                  <a:lnTo>
                    <a:pt x="204901" y="49238"/>
                  </a:lnTo>
                  <a:lnTo>
                    <a:pt x="207137" y="43675"/>
                  </a:lnTo>
                  <a:lnTo>
                    <a:pt x="225412" y="6236"/>
                  </a:lnTo>
                  <a:lnTo>
                    <a:pt x="180756" y="1091"/>
                  </a:lnTo>
                  <a:lnTo>
                    <a:pt x="136049" y="0"/>
                  </a:lnTo>
                  <a:close/>
                </a:path>
              </a:pathLst>
            </a:custGeom>
            <a:solidFill>
              <a:srgbClr val="2BB573"/>
            </a:solidFill>
          </p:spPr>
          <p:txBody>
            <a:bodyPr wrap="square" lIns="0" tIns="0" rIns="0" bIns="0" rtlCol="0"/>
            <a:lstStyle/>
            <a:p>
              <a:endParaRPr/>
            </a:p>
          </p:txBody>
        </p:sp>
        <p:sp>
          <p:nvSpPr>
            <p:cNvPr id="48" name="object 48"/>
            <p:cNvSpPr/>
            <p:nvPr/>
          </p:nvSpPr>
          <p:spPr>
            <a:xfrm>
              <a:off x="8773629" y="2893810"/>
              <a:ext cx="577850" cy="211454"/>
            </a:xfrm>
            <a:custGeom>
              <a:avLst/>
              <a:gdLst/>
              <a:ahLst/>
              <a:cxnLst/>
              <a:rect l="l" t="t" r="r" b="b"/>
              <a:pathLst>
                <a:path w="577850" h="211455">
                  <a:moveTo>
                    <a:pt x="413029" y="0"/>
                  </a:moveTo>
                  <a:lnTo>
                    <a:pt x="358978" y="4940"/>
                  </a:lnTo>
                  <a:lnTo>
                    <a:pt x="288747" y="117233"/>
                  </a:lnTo>
                  <a:lnTo>
                    <a:pt x="577265" y="23431"/>
                  </a:lnTo>
                  <a:lnTo>
                    <a:pt x="521964" y="8826"/>
                  </a:lnTo>
                  <a:lnTo>
                    <a:pt x="467288" y="1155"/>
                  </a:lnTo>
                  <a:lnTo>
                    <a:pt x="413029" y="0"/>
                  </a:lnTo>
                  <a:close/>
                </a:path>
                <a:path w="577850" h="211455">
                  <a:moveTo>
                    <a:pt x="205130" y="49288"/>
                  </a:moveTo>
                  <a:lnTo>
                    <a:pt x="157641" y="72158"/>
                  </a:lnTo>
                  <a:lnTo>
                    <a:pt x="113372" y="99351"/>
                  </a:lnTo>
                  <a:lnTo>
                    <a:pt x="72335" y="131282"/>
                  </a:lnTo>
                  <a:lnTo>
                    <a:pt x="34541" y="168372"/>
                  </a:lnTo>
                  <a:lnTo>
                    <a:pt x="0" y="211035"/>
                  </a:lnTo>
                  <a:lnTo>
                    <a:pt x="164998" y="157556"/>
                  </a:lnTo>
                  <a:lnTo>
                    <a:pt x="169672" y="145602"/>
                  </a:lnTo>
                  <a:lnTo>
                    <a:pt x="174685" y="133775"/>
                  </a:lnTo>
                  <a:lnTo>
                    <a:pt x="180035" y="122033"/>
                  </a:lnTo>
                  <a:lnTo>
                    <a:pt x="185724" y="110337"/>
                  </a:lnTo>
                  <a:lnTo>
                    <a:pt x="189580" y="94964"/>
                  </a:lnTo>
                  <a:lnTo>
                    <a:pt x="194098" y="79636"/>
                  </a:lnTo>
                  <a:lnTo>
                    <a:pt x="199281" y="64397"/>
                  </a:lnTo>
                  <a:lnTo>
                    <a:pt x="205130" y="49288"/>
                  </a:lnTo>
                  <a:close/>
                </a:path>
              </a:pathLst>
            </a:custGeom>
            <a:solidFill>
              <a:srgbClr val="FCB514"/>
            </a:solidFill>
          </p:spPr>
          <p:txBody>
            <a:bodyPr wrap="square" lIns="0" tIns="0" rIns="0" bIns="0" rtlCol="0"/>
            <a:lstStyle/>
            <a:p>
              <a:endParaRPr/>
            </a:p>
          </p:txBody>
        </p:sp>
      </p:grpSp>
      <p:grpSp>
        <p:nvGrpSpPr>
          <p:cNvPr id="49" name="object 49"/>
          <p:cNvGrpSpPr/>
          <p:nvPr/>
        </p:nvGrpSpPr>
        <p:grpSpPr>
          <a:xfrm>
            <a:off x="6879602" y="3886207"/>
            <a:ext cx="2502535" cy="2593975"/>
            <a:chOff x="6879602" y="3886207"/>
            <a:chExt cx="2502535" cy="2593975"/>
          </a:xfrm>
        </p:grpSpPr>
        <p:sp>
          <p:nvSpPr>
            <p:cNvPr id="50" name="object 50"/>
            <p:cNvSpPr/>
            <p:nvPr/>
          </p:nvSpPr>
          <p:spPr>
            <a:xfrm>
              <a:off x="9277194" y="3886207"/>
              <a:ext cx="104775" cy="239395"/>
            </a:xfrm>
            <a:custGeom>
              <a:avLst/>
              <a:gdLst/>
              <a:ahLst/>
              <a:cxnLst/>
              <a:rect l="l" t="t" r="r" b="b"/>
              <a:pathLst>
                <a:path w="104775" h="239395">
                  <a:moveTo>
                    <a:pt x="104406" y="0"/>
                  </a:moveTo>
                  <a:lnTo>
                    <a:pt x="0" y="0"/>
                  </a:lnTo>
                  <a:lnTo>
                    <a:pt x="0" y="187248"/>
                  </a:lnTo>
                  <a:lnTo>
                    <a:pt x="104406" y="239395"/>
                  </a:lnTo>
                  <a:lnTo>
                    <a:pt x="104406" y="0"/>
                  </a:lnTo>
                  <a:close/>
                </a:path>
              </a:pathLst>
            </a:custGeom>
            <a:solidFill>
              <a:srgbClr val="05123B"/>
            </a:solidFill>
          </p:spPr>
          <p:txBody>
            <a:bodyPr wrap="square" lIns="0" tIns="0" rIns="0" bIns="0" rtlCol="0"/>
            <a:lstStyle/>
            <a:p>
              <a:endParaRPr>
                <a:latin typeface="Zanjabeel" pitchFamily="50" charset="-78"/>
                <a:cs typeface="Zanjabeel" pitchFamily="50" charset="-78"/>
              </a:endParaRPr>
            </a:p>
          </p:txBody>
        </p:sp>
        <p:sp>
          <p:nvSpPr>
            <p:cNvPr id="51" name="object 51"/>
            <p:cNvSpPr/>
            <p:nvPr/>
          </p:nvSpPr>
          <p:spPr>
            <a:xfrm>
              <a:off x="6885952" y="3892562"/>
              <a:ext cx="2489835" cy="2581275"/>
            </a:xfrm>
            <a:custGeom>
              <a:avLst/>
              <a:gdLst/>
              <a:ahLst/>
              <a:cxnLst/>
              <a:rect l="l" t="t" r="r" b="b"/>
              <a:pathLst>
                <a:path w="2489834" h="2581275">
                  <a:moveTo>
                    <a:pt x="0" y="2581097"/>
                  </a:moveTo>
                  <a:lnTo>
                    <a:pt x="2489301" y="2581097"/>
                  </a:lnTo>
                  <a:lnTo>
                    <a:pt x="2489301" y="0"/>
                  </a:lnTo>
                  <a:lnTo>
                    <a:pt x="0" y="0"/>
                  </a:lnTo>
                  <a:lnTo>
                    <a:pt x="0" y="2581097"/>
                  </a:lnTo>
                  <a:close/>
                </a:path>
              </a:pathLst>
            </a:custGeom>
            <a:ln w="12700">
              <a:solidFill>
                <a:srgbClr val="05123B"/>
              </a:solidFill>
            </a:ln>
          </p:spPr>
          <p:txBody>
            <a:bodyPr wrap="square" lIns="0" tIns="0" rIns="0" bIns="0" rtlCol="0"/>
            <a:lstStyle/>
            <a:p>
              <a:endParaRPr>
                <a:latin typeface="Zanjabeel" pitchFamily="50" charset="-78"/>
                <a:cs typeface="Zanjabeel" pitchFamily="50" charset="-78"/>
              </a:endParaRPr>
            </a:p>
          </p:txBody>
        </p:sp>
      </p:grpSp>
      <p:grpSp>
        <p:nvGrpSpPr>
          <p:cNvPr id="52" name="object 52"/>
          <p:cNvGrpSpPr/>
          <p:nvPr/>
        </p:nvGrpSpPr>
        <p:grpSpPr>
          <a:xfrm>
            <a:off x="3920401" y="3886207"/>
            <a:ext cx="2502535" cy="2593975"/>
            <a:chOff x="3920401" y="3886207"/>
            <a:chExt cx="2502535" cy="2593975"/>
          </a:xfrm>
        </p:grpSpPr>
        <p:sp>
          <p:nvSpPr>
            <p:cNvPr id="53" name="object 53"/>
            <p:cNvSpPr/>
            <p:nvPr/>
          </p:nvSpPr>
          <p:spPr>
            <a:xfrm>
              <a:off x="6317995" y="3886207"/>
              <a:ext cx="104775" cy="239395"/>
            </a:xfrm>
            <a:custGeom>
              <a:avLst/>
              <a:gdLst/>
              <a:ahLst/>
              <a:cxnLst/>
              <a:rect l="l" t="t" r="r" b="b"/>
              <a:pathLst>
                <a:path w="104775" h="239395">
                  <a:moveTo>
                    <a:pt x="104406" y="0"/>
                  </a:moveTo>
                  <a:lnTo>
                    <a:pt x="0" y="0"/>
                  </a:lnTo>
                  <a:lnTo>
                    <a:pt x="0" y="187248"/>
                  </a:lnTo>
                  <a:lnTo>
                    <a:pt x="104406" y="239395"/>
                  </a:lnTo>
                  <a:lnTo>
                    <a:pt x="104406" y="0"/>
                  </a:lnTo>
                  <a:close/>
                </a:path>
              </a:pathLst>
            </a:custGeom>
            <a:solidFill>
              <a:srgbClr val="05123B"/>
            </a:solidFill>
          </p:spPr>
          <p:txBody>
            <a:bodyPr wrap="square" lIns="0" tIns="0" rIns="0" bIns="0" rtlCol="0"/>
            <a:lstStyle/>
            <a:p>
              <a:endParaRPr>
                <a:latin typeface="Zanjabeel" pitchFamily="50" charset="-78"/>
                <a:cs typeface="Zanjabeel" pitchFamily="50" charset="-78"/>
              </a:endParaRPr>
            </a:p>
          </p:txBody>
        </p:sp>
        <p:sp>
          <p:nvSpPr>
            <p:cNvPr id="54" name="object 54"/>
            <p:cNvSpPr/>
            <p:nvPr/>
          </p:nvSpPr>
          <p:spPr>
            <a:xfrm>
              <a:off x="3926751" y="3892562"/>
              <a:ext cx="2489835" cy="2581275"/>
            </a:xfrm>
            <a:custGeom>
              <a:avLst/>
              <a:gdLst/>
              <a:ahLst/>
              <a:cxnLst/>
              <a:rect l="l" t="t" r="r" b="b"/>
              <a:pathLst>
                <a:path w="2489835" h="2581275">
                  <a:moveTo>
                    <a:pt x="0" y="2581097"/>
                  </a:moveTo>
                  <a:lnTo>
                    <a:pt x="2489301" y="2581097"/>
                  </a:lnTo>
                  <a:lnTo>
                    <a:pt x="2489301" y="0"/>
                  </a:lnTo>
                  <a:lnTo>
                    <a:pt x="0" y="0"/>
                  </a:lnTo>
                  <a:lnTo>
                    <a:pt x="0" y="2581097"/>
                  </a:lnTo>
                  <a:close/>
                </a:path>
              </a:pathLst>
            </a:custGeom>
            <a:ln w="12700">
              <a:solidFill>
                <a:srgbClr val="05123B"/>
              </a:solidFill>
            </a:ln>
          </p:spPr>
          <p:txBody>
            <a:bodyPr wrap="square" lIns="0" tIns="0" rIns="0" bIns="0" rtlCol="0"/>
            <a:lstStyle/>
            <a:p>
              <a:endParaRPr>
                <a:latin typeface="Zanjabeel" pitchFamily="50" charset="-78"/>
                <a:cs typeface="Zanjabeel" pitchFamily="50" charset="-78"/>
              </a:endParaRPr>
            </a:p>
          </p:txBody>
        </p:sp>
      </p:grpSp>
      <p:pic>
        <p:nvPicPr>
          <p:cNvPr id="55" name="object 55"/>
          <p:cNvPicPr/>
          <p:nvPr/>
        </p:nvPicPr>
        <p:blipFill>
          <a:blip r:embed="rId5" cstate="print"/>
          <a:stretch>
            <a:fillRect/>
          </a:stretch>
        </p:blipFill>
        <p:spPr>
          <a:xfrm>
            <a:off x="5477436" y="2769840"/>
            <a:ext cx="933931" cy="403950"/>
          </a:xfrm>
          <a:prstGeom prst="rect">
            <a:avLst/>
          </a:prstGeom>
        </p:spPr>
      </p:pic>
      <p:pic>
        <p:nvPicPr>
          <p:cNvPr id="56" name="object 56"/>
          <p:cNvPicPr/>
          <p:nvPr/>
        </p:nvPicPr>
        <p:blipFill>
          <a:blip r:embed="rId6" cstate="print"/>
          <a:stretch>
            <a:fillRect/>
          </a:stretch>
        </p:blipFill>
        <p:spPr>
          <a:xfrm>
            <a:off x="2661145" y="2559546"/>
            <a:ext cx="694054" cy="716036"/>
          </a:xfrm>
          <a:prstGeom prst="rect">
            <a:avLst/>
          </a:prstGeom>
        </p:spPr>
      </p:pic>
      <p:grpSp>
        <p:nvGrpSpPr>
          <p:cNvPr id="57" name="object 57"/>
          <p:cNvGrpSpPr/>
          <p:nvPr/>
        </p:nvGrpSpPr>
        <p:grpSpPr>
          <a:xfrm>
            <a:off x="853198" y="3886207"/>
            <a:ext cx="2502535" cy="2593975"/>
            <a:chOff x="853198" y="3886207"/>
            <a:chExt cx="2502535" cy="2593975"/>
          </a:xfrm>
        </p:grpSpPr>
        <p:sp>
          <p:nvSpPr>
            <p:cNvPr id="58" name="object 58"/>
            <p:cNvSpPr/>
            <p:nvPr/>
          </p:nvSpPr>
          <p:spPr>
            <a:xfrm>
              <a:off x="3250797" y="3886207"/>
              <a:ext cx="104775" cy="239395"/>
            </a:xfrm>
            <a:custGeom>
              <a:avLst/>
              <a:gdLst/>
              <a:ahLst/>
              <a:cxnLst/>
              <a:rect l="l" t="t" r="r" b="b"/>
              <a:pathLst>
                <a:path w="104775" h="239395">
                  <a:moveTo>
                    <a:pt x="104406" y="0"/>
                  </a:moveTo>
                  <a:lnTo>
                    <a:pt x="0" y="0"/>
                  </a:lnTo>
                  <a:lnTo>
                    <a:pt x="0" y="187248"/>
                  </a:lnTo>
                  <a:lnTo>
                    <a:pt x="104406" y="239395"/>
                  </a:lnTo>
                  <a:lnTo>
                    <a:pt x="104406" y="0"/>
                  </a:lnTo>
                  <a:close/>
                </a:path>
              </a:pathLst>
            </a:custGeom>
            <a:solidFill>
              <a:srgbClr val="05123B"/>
            </a:solidFill>
          </p:spPr>
          <p:txBody>
            <a:bodyPr wrap="square" lIns="0" tIns="0" rIns="0" bIns="0" rtlCol="0"/>
            <a:lstStyle/>
            <a:p>
              <a:endParaRPr>
                <a:latin typeface="Zanjabeel" pitchFamily="50" charset="-78"/>
                <a:cs typeface="Zanjabeel" pitchFamily="50" charset="-78"/>
              </a:endParaRPr>
            </a:p>
          </p:txBody>
        </p:sp>
        <p:sp>
          <p:nvSpPr>
            <p:cNvPr id="59" name="object 59"/>
            <p:cNvSpPr/>
            <p:nvPr/>
          </p:nvSpPr>
          <p:spPr>
            <a:xfrm>
              <a:off x="859548" y="3892562"/>
              <a:ext cx="2489835" cy="2581275"/>
            </a:xfrm>
            <a:custGeom>
              <a:avLst/>
              <a:gdLst/>
              <a:ahLst/>
              <a:cxnLst/>
              <a:rect l="l" t="t" r="r" b="b"/>
              <a:pathLst>
                <a:path w="2489835" h="2581275">
                  <a:moveTo>
                    <a:pt x="0" y="2581097"/>
                  </a:moveTo>
                  <a:lnTo>
                    <a:pt x="2489301" y="2581097"/>
                  </a:lnTo>
                  <a:lnTo>
                    <a:pt x="2489301" y="0"/>
                  </a:lnTo>
                  <a:lnTo>
                    <a:pt x="0" y="0"/>
                  </a:lnTo>
                  <a:lnTo>
                    <a:pt x="0" y="2581097"/>
                  </a:lnTo>
                  <a:close/>
                </a:path>
              </a:pathLst>
            </a:custGeom>
            <a:ln w="12700">
              <a:solidFill>
                <a:srgbClr val="05123B"/>
              </a:solidFill>
            </a:ln>
          </p:spPr>
          <p:txBody>
            <a:bodyPr wrap="square" lIns="0" tIns="0" rIns="0" bIns="0" rtlCol="0"/>
            <a:lstStyle/>
            <a:p>
              <a:endParaRPr>
                <a:latin typeface="Zanjabeel" pitchFamily="50" charset="-78"/>
                <a:cs typeface="Zanjabeel" pitchFamily="50" charset="-78"/>
              </a:endParaRPr>
            </a:p>
          </p:txBody>
        </p:sp>
      </p:grpSp>
      <p:sp>
        <p:nvSpPr>
          <p:cNvPr id="61" name="object 61"/>
          <p:cNvSpPr txBox="1">
            <a:spLocks noGrp="1"/>
          </p:cNvSpPr>
          <p:nvPr>
            <p:ph type="sldNum" sz="quarter" idx="7"/>
          </p:nvPr>
        </p:nvSpPr>
        <p:spPr>
          <a:prstGeom prst="rect">
            <a:avLst/>
          </a:prstGeom>
        </p:spPr>
        <p:txBody>
          <a:bodyPr vert="horz" wrap="square" lIns="0" tIns="8255" rIns="0" bIns="0" rtlCol="0">
            <a:spAutoFit/>
          </a:bodyPr>
          <a:lstStyle/>
          <a:p>
            <a:pPr marL="21590">
              <a:lnSpc>
                <a:spcPct val="100000"/>
              </a:lnSpc>
              <a:spcBef>
                <a:spcPts val="65"/>
              </a:spcBef>
            </a:pPr>
            <a:fld id="{81D60167-4931-47E6-BA6A-407CBD079E47}" type="slidenum">
              <a:rPr spc="-25" dirty="0"/>
              <a:t>16</a:t>
            </a:fld>
            <a:endParaRPr spc="-25" dirty="0"/>
          </a:p>
        </p:txBody>
      </p:sp>
      <p:sp>
        <p:nvSpPr>
          <p:cNvPr id="62" name="TextBox 61">
            <a:extLst>
              <a:ext uri="{FF2B5EF4-FFF2-40B4-BE49-F238E27FC236}">
                <a16:creationId xmlns:a16="http://schemas.microsoft.com/office/drawing/2014/main" id="{C778865A-3003-C5E0-6D8F-0CE6B5756985}"/>
              </a:ext>
            </a:extLst>
          </p:cNvPr>
          <p:cNvSpPr txBox="1"/>
          <p:nvPr/>
        </p:nvSpPr>
        <p:spPr>
          <a:xfrm>
            <a:off x="7890747" y="238471"/>
            <a:ext cx="2392585" cy="200055"/>
          </a:xfrm>
          <a:prstGeom prst="rect">
            <a:avLst/>
          </a:prstGeom>
          <a:noFill/>
        </p:spPr>
        <p:txBody>
          <a:bodyPr wrap="square" rtlCol="0">
            <a:spAutoFit/>
          </a:bodyPr>
          <a:lstStyle/>
          <a:p>
            <a:pPr rtl="1"/>
            <a:r>
              <a:rPr lang="ar-SA" sz="700" dirty="0">
                <a:latin typeface="Zanjabeel" pitchFamily="50" charset="-78"/>
                <a:cs typeface="Zanjabeel" pitchFamily="50" charset="-78"/>
              </a:rPr>
              <a:t>ملف تعريفي               2026       </a:t>
            </a:r>
            <a:endParaRPr lang="en-US" sz="700" dirty="0">
              <a:latin typeface="Zanjabeel" pitchFamily="50" charset="-78"/>
              <a:cs typeface="Zanjabeel" pitchFamily="50" charset="-78"/>
            </a:endParaRPr>
          </a:p>
        </p:txBody>
      </p:sp>
      <p:sp>
        <p:nvSpPr>
          <p:cNvPr id="63" name="object 36">
            <a:extLst>
              <a:ext uri="{FF2B5EF4-FFF2-40B4-BE49-F238E27FC236}">
                <a16:creationId xmlns:a16="http://schemas.microsoft.com/office/drawing/2014/main" id="{019BEEE1-3926-AA20-A0CE-A8871AABA7FC}"/>
              </a:ext>
            </a:extLst>
          </p:cNvPr>
          <p:cNvSpPr txBox="1"/>
          <p:nvPr/>
        </p:nvSpPr>
        <p:spPr>
          <a:xfrm>
            <a:off x="7071935" y="4386269"/>
            <a:ext cx="2157859" cy="1536318"/>
          </a:xfrm>
          <a:prstGeom prst="rect">
            <a:avLst/>
          </a:prstGeom>
        </p:spPr>
        <p:txBody>
          <a:bodyPr vert="horz" wrap="square" lIns="0" tIns="12700" rIns="0" bIns="0" rtlCol="0">
            <a:spAutoFit/>
          </a:bodyPr>
          <a:lstStyle/>
          <a:p>
            <a:pPr algn="r" rtl="1">
              <a:spcAft>
                <a:spcPts val="800"/>
              </a:spcAft>
              <a:buClr>
                <a:srgbClr val="4D4D4D"/>
              </a:buClr>
            </a:pPr>
            <a:r>
              <a:rPr lang="ar-SA" sz="900" dirty="0">
                <a:solidFill>
                  <a:srgbClr val="666666"/>
                </a:solidFill>
                <a:latin typeface="Zanjabeel" pitchFamily="50" charset="-78"/>
                <a:cs typeface="Zanjabeel" pitchFamily="50" charset="-78"/>
              </a:rPr>
              <a:t>تطوير نموذج تشغيلي متكامل لقطاع الإشراف الفني بما يحقق وضوح الأدوار والمسؤوليات بين المستويات التنظيمية المختلفة، ويربط بين المهام الرقابية والإشرافية وبين متطلبات الأداء المؤسسي. شمل المشروع تحليل الوضع الحالي، وتصميم سلسلة القيمة التشغيلية، وبناء إطار الحوكمة التشغيلية، إضافة إلى تطوير العمليات والإجراءات المنظمة لعمل الإشراف الفني</a:t>
            </a:r>
          </a:p>
        </p:txBody>
      </p:sp>
      <p:sp>
        <p:nvSpPr>
          <p:cNvPr id="64" name="Rectangle 63">
            <a:extLst>
              <a:ext uri="{FF2B5EF4-FFF2-40B4-BE49-F238E27FC236}">
                <a16:creationId xmlns:a16="http://schemas.microsoft.com/office/drawing/2014/main" id="{A4F8D1C9-DC9E-CE2B-AB51-12269657C159}"/>
              </a:ext>
            </a:extLst>
          </p:cNvPr>
          <p:cNvSpPr/>
          <p:nvPr/>
        </p:nvSpPr>
        <p:spPr>
          <a:xfrm>
            <a:off x="3938154" y="3369773"/>
            <a:ext cx="2484616" cy="512927"/>
          </a:xfrm>
          <a:prstGeom prst="rect">
            <a:avLst/>
          </a:prstGeom>
          <a:solidFill>
            <a:srgbClr val="D6E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Zanjabeel" pitchFamily="50" charset="-78"/>
              <a:cs typeface="Zanjabeel" pitchFamily="50" charset="-78"/>
            </a:endParaRPr>
          </a:p>
        </p:txBody>
      </p:sp>
      <p:sp>
        <p:nvSpPr>
          <p:cNvPr id="65" name="Rectangle 64">
            <a:extLst>
              <a:ext uri="{FF2B5EF4-FFF2-40B4-BE49-F238E27FC236}">
                <a16:creationId xmlns:a16="http://schemas.microsoft.com/office/drawing/2014/main" id="{B7352C5A-F445-4707-1D89-ACE69F6A6A6F}"/>
              </a:ext>
            </a:extLst>
          </p:cNvPr>
          <p:cNvSpPr/>
          <p:nvPr/>
        </p:nvSpPr>
        <p:spPr>
          <a:xfrm>
            <a:off x="6908557" y="3362759"/>
            <a:ext cx="2484616" cy="512927"/>
          </a:xfrm>
          <a:prstGeom prst="rect">
            <a:avLst/>
          </a:prstGeom>
          <a:solidFill>
            <a:srgbClr val="D6E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Zanjabeel" pitchFamily="50" charset="-78"/>
              <a:cs typeface="Zanjabeel" pitchFamily="50" charset="-78"/>
            </a:endParaRPr>
          </a:p>
        </p:txBody>
      </p:sp>
      <p:sp>
        <p:nvSpPr>
          <p:cNvPr id="66" name="Rectangle 65">
            <a:extLst>
              <a:ext uri="{FF2B5EF4-FFF2-40B4-BE49-F238E27FC236}">
                <a16:creationId xmlns:a16="http://schemas.microsoft.com/office/drawing/2014/main" id="{2412A947-FFC9-230B-D8E2-A37AEEB772F7}"/>
              </a:ext>
            </a:extLst>
          </p:cNvPr>
          <p:cNvSpPr/>
          <p:nvPr/>
        </p:nvSpPr>
        <p:spPr>
          <a:xfrm>
            <a:off x="864767" y="3362759"/>
            <a:ext cx="2484616" cy="512927"/>
          </a:xfrm>
          <a:prstGeom prst="rect">
            <a:avLst/>
          </a:prstGeom>
          <a:solidFill>
            <a:srgbClr val="D6E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Zanjabeel" pitchFamily="50" charset="-78"/>
              <a:cs typeface="Zanjabeel" pitchFamily="50" charset="-78"/>
            </a:endParaRPr>
          </a:p>
        </p:txBody>
      </p:sp>
      <p:sp>
        <p:nvSpPr>
          <p:cNvPr id="67" name="TextBox 66">
            <a:extLst>
              <a:ext uri="{FF2B5EF4-FFF2-40B4-BE49-F238E27FC236}">
                <a16:creationId xmlns:a16="http://schemas.microsoft.com/office/drawing/2014/main" id="{941BE6C8-B103-309D-EB43-C1FBCF0AA26D}"/>
              </a:ext>
            </a:extLst>
          </p:cNvPr>
          <p:cNvSpPr txBox="1"/>
          <p:nvPr/>
        </p:nvSpPr>
        <p:spPr>
          <a:xfrm>
            <a:off x="6880025" y="3529054"/>
            <a:ext cx="2605387" cy="230832"/>
          </a:xfrm>
          <a:prstGeom prst="rect">
            <a:avLst/>
          </a:prstGeom>
          <a:noFill/>
        </p:spPr>
        <p:txBody>
          <a:bodyPr wrap="square" rtlCol="0">
            <a:spAutoFit/>
          </a:bodyPr>
          <a:lstStyle/>
          <a:p>
            <a:pPr algn="ctr" rtl="1"/>
            <a:r>
              <a:rPr lang="ar-SA" sz="900" b="1" dirty="0">
                <a:latin typeface="Zanjabeel" pitchFamily="50" charset="-78"/>
                <a:cs typeface="Zanjabeel" pitchFamily="50" charset="-78"/>
              </a:rPr>
              <a:t>وزارة الموارد البشرية والتنمية الاجتماعية</a:t>
            </a:r>
            <a:endParaRPr lang="en-US" sz="900" b="1" dirty="0">
              <a:latin typeface="Zanjabeel" pitchFamily="50" charset="-78"/>
              <a:cs typeface="Zanjabeel" pitchFamily="50" charset="-78"/>
            </a:endParaRPr>
          </a:p>
        </p:txBody>
      </p:sp>
      <p:sp>
        <p:nvSpPr>
          <p:cNvPr id="68" name="TextBox 67">
            <a:extLst>
              <a:ext uri="{FF2B5EF4-FFF2-40B4-BE49-F238E27FC236}">
                <a16:creationId xmlns:a16="http://schemas.microsoft.com/office/drawing/2014/main" id="{264D82BB-201C-DF41-5B95-BAE494104FB6}"/>
              </a:ext>
            </a:extLst>
          </p:cNvPr>
          <p:cNvSpPr txBox="1"/>
          <p:nvPr/>
        </p:nvSpPr>
        <p:spPr>
          <a:xfrm>
            <a:off x="3938154" y="3529054"/>
            <a:ext cx="2489834" cy="230832"/>
          </a:xfrm>
          <a:prstGeom prst="rect">
            <a:avLst/>
          </a:prstGeom>
          <a:noFill/>
        </p:spPr>
        <p:txBody>
          <a:bodyPr wrap="square" rtlCol="0">
            <a:spAutoFit/>
          </a:bodyPr>
          <a:lstStyle/>
          <a:p>
            <a:pPr algn="ctr" rtl="1">
              <a:buClr>
                <a:schemeClr val="dk1"/>
              </a:buClr>
              <a:buSzPts val="1100"/>
            </a:pPr>
            <a:r>
              <a:rPr lang="ar-SA" sz="900" b="1" dirty="0">
                <a:latin typeface="Zanjabeel" pitchFamily="50" charset="-78"/>
                <a:cs typeface="Zanjabeel" pitchFamily="50" charset="-78"/>
                <a:sym typeface="Tajawal"/>
              </a:rPr>
              <a:t>المركز الوطني لتنمية القطاع غير الربحي</a:t>
            </a:r>
          </a:p>
        </p:txBody>
      </p:sp>
      <p:sp>
        <p:nvSpPr>
          <p:cNvPr id="69" name="TextBox 68">
            <a:extLst>
              <a:ext uri="{FF2B5EF4-FFF2-40B4-BE49-F238E27FC236}">
                <a16:creationId xmlns:a16="http://schemas.microsoft.com/office/drawing/2014/main" id="{2782BA55-5BFA-C3F3-26A2-3282CEC31468}"/>
              </a:ext>
            </a:extLst>
          </p:cNvPr>
          <p:cNvSpPr txBox="1"/>
          <p:nvPr/>
        </p:nvSpPr>
        <p:spPr>
          <a:xfrm>
            <a:off x="973466" y="3529054"/>
            <a:ext cx="2253513" cy="230832"/>
          </a:xfrm>
          <a:prstGeom prst="rect">
            <a:avLst/>
          </a:prstGeom>
          <a:noFill/>
        </p:spPr>
        <p:txBody>
          <a:bodyPr wrap="square" rtlCol="0">
            <a:spAutoFit/>
          </a:bodyPr>
          <a:lstStyle/>
          <a:p>
            <a:pPr algn="ctr" rtl="1"/>
            <a:r>
              <a:rPr lang="ar-SA" sz="900" b="1" dirty="0">
                <a:latin typeface="Zanjabeel" pitchFamily="50" charset="-78"/>
                <a:cs typeface="Zanjabeel" pitchFamily="50" charset="-78"/>
              </a:rPr>
              <a:t>وزارة التجارة</a:t>
            </a:r>
            <a:endParaRPr lang="en-US" sz="900" b="1" dirty="0">
              <a:latin typeface="Zanjabeel" pitchFamily="50" charset="-78"/>
              <a:cs typeface="Zanjabeel" pitchFamily="50" charset="-78"/>
            </a:endParaRPr>
          </a:p>
        </p:txBody>
      </p:sp>
      <p:sp>
        <p:nvSpPr>
          <p:cNvPr id="71" name="object 36">
            <a:extLst>
              <a:ext uri="{FF2B5EF4-FFF2-40B4-BE49-F238E27FC236}">
                <a16:creationId xmlns:a16="http://schemas.microsoft.com/office/drawing/2014/main" id="{33D31056-A6C5-0D26-67F8-DFD50B9CBDFA}"/>
              </a:ext>
            </a:extLst>
          </p:cNvPr>
          <p:cNvSpPr txBox="1"/>
          <p:nvPr/>
        </p:nvSpPr>
        <p:spPr>
          <a:xfrm>
            <a:off x="4066972" y="4385327"/>
            <a:ext cx="2224476" cy="1385507"/>
          </a:xfrm>
          <a:prstGeom prst="rect">
            <a:avLst/>
          </a:prstGeom>
        </p:spPr>
        <p:txBody>
          <a:bodyPr vert="horz" wrap="square" lIns="0" tIns="12700" rIns="0" bIns="0" rtlCol="0">
            <a:spAutoFit/>
          </a:bodyPr>
          <a:lstStyle/>
          <a:p>
            <a:pPr algn="justLow" rtl="1">
              <a:lnSpc>
                <a:spcPct val="90000"/>
              </a:lnSpc>
              <a:buClr>
                <a:srgbClr val="4D4D4D"/>
              </a:buClr>
            </a:pPr>
            <a:r>
              <a:rPr lang="ar-SA" sz="900" dirty="0">
                <a:solidFill>
                  <a:srgbClr val="666666"/>
                </a:solidFill>
                <a:latin typeface="Zanjabeel" pitchFamily="50" charset="-78"/>
                <a:cs typeface="Zanjabeel" pitchFamily="50" charset="-78"/>
              </a:rPr>
              <a:t>مشروع استشاري لتطوير نموذج تشغيلي يوضح دور القطاع غير الربحي في منظومة خدمة ضيوف الرحمن، ويحدد آليات التكامل بين الجهات الحكومية والمنظمات غير الربحية. تضمن المشروع تحليل الأدوار الحالية، وتصميم نموذج تشغيلي مستهدف يشمل الحوكمة، وسلاسل القيمة، ومسارات تقديم الخدمات، إضافة إلى وضع خارطة تنفيذية لتفعيل النموذج ضمن برامج منظومة ضيوف الرحمن</a:t>
            </a:r>
          </a:p>
        </p:txBody>
      </p:sp>
      <p:sp>
        <p:nvSpPr>
          <p:cNvPr id="72" name="TextBox 71">
            <a:extLst>
              <a:ext uri="{FF2B5EF4-FFF2-40B4-BE49-F238E27FC236}">
                <a16:creationId xmlns:a16="http://schemas.microsoft.com/office/drawing/2014/main" id="{7E1B7F38-FA7C-AB83-125C-FF78252ED827}"/>
              </a:ext>
            </a:extLst>
          </p:cNvPr>
          <p:cNvSpPr txBox="1"/>
          <p:nvPr/>
        </p:nvSpPr>
        <p:spPr>
          <a:xfrm>
            <a:off x="7017497" y="3945146"/>
            <a:ext cx="2253513" cy="215444"/>
          </a:xfrm>
          <a:prstGeom prst="rect">
            <a:avLst/>
          </a:prstGeom>
          <a:noFill/>
        </p:spPr>
        <p:txBody>
          <a:bodyPr wrap="square" rtlCol="0">
            <a:spAutoFit/>
          </a:bodyPr>
          <a:lstStyle/>
          <a:p>
            <a:pPr algn="r" rtl="1"/>
            <a:r>
              <a:rPr lang="ar-SA" sz="800" b="1" dirty="0">
                <a:latin typeface="Zanjabeel" pitchFamily="50" charset="-78"/>
                <a:cs typeface="Zanjabeel" pitchFamily="50" charset="-78"/>
              </a:rPr>
              <a:t>تطوير النموذج التشغيلي للإشراف الفني</a:t>
            </a:r>
            <a:endParaRPr lang="en-US" sz="800" b="1" dirty="0">
              <a:latin typeface="Zanjabeel" pitchFamily="50" charset="-78"/>
              <a:cs typeface="Zanjabeel" pitchFamily="50" charset="-78"/>
            </a:endParaRPr>
          </a:p>
        </p:txBody>
      </p:sp>
      <p:sp>
        <p:nvSpPr>
          <p:cNvPr id="73" name="TextBox 72">
            <a:extLst>
              <a:ext uri="{FF2B5EF4-FFF2-40B4-BE49-F238E27FC236}">
                <a16:creationId xmlns:a16="http://schemas.microsoft.com/office/drawing/2014/main" id="{75AEB458-7170-8108-2A45-1ECC5ED0658D}"/>
              </a:ext>
            </a:extLst>
          </p:cNvPr>
          <p:cNvSpPr txBox="1"/>
          <p:nvPr/>
        </p:nvSpPr>
        <p:spPr>
          <a:xfrm>
            <a:off x="3999227" y="3958853"/>
            <a:ext cx="2362875" cy="293798"/>
          </a:xfrm>
          <a:prstGeom prst="rect">
            <a:avLst/>
          </a:prstGeom>
          <a:noFill/>
        </p:spPr>
        <p:txBody>
          <a:bodyPr wrap="square" rtlCol="0">
            <a:spAutoFit/>
          </a:bodyPr>
          <a:lstStyle/>
          <a:p>
            <a:pPr algn="ctr" rtl="1">
              <a:lnSpc>
                <a:spcPct val="80000"/>
              </a:lnSpc>
              <a:buClr>
                <a:srgbClr val="000000"/>
              </a:buClr>
            </a:pPr>
            <a:r>
              <a:rPr lang="ar-SA" sz="800" b="1" dirty="0">
                <a:solidFill>
                  <a:schemeClr val="tx1"/>
                </a:solidFill>
                <a:latin typeface="Zanjabeel" pitchFamily="50" charset="-78"/>
                <a:ea typeface="Tajawal"/>
                <a:cs typeface="Zanjabeel" pitchFamily="50" charset="-78"/>
                <a:sym typeface="Tajawal"/>
              </a:rPr>
              <a:t>تطوير النموذج التشغيلي للقطاع غير الربحي في منظومة ضيوف الرحمن</a:t>
            </a:r>
          </a:p>
        </p:txBody>
      </p:sp>
      <p:sp>
        <p:nvSpPr>
          <p:cNvPr id="74" name="object 36">
            <a:extLst>
              <a:ext uri="{FF2B5EF4-FFF2-40B4-BE49-F238E27FC236}">
                <a16:creationId xmlns:a16="http://schemas.microsoft.com/office/drawing/2014/main" id="{C77057FC-144F-584C-415A-A20C4D43C511}"/>
              </a:ext>
            </a:extLst>
          </p:cNvPr>
          <p:cNvSpPr txBox="1"/>
          <p:nvPr/>
        </p:nvSpPr>
        <p:spPr>
          <a:xfrm>
            <a:off x="987984" y="4395153"/>
            <a:ext cx="2224476" cy="1385507"/>
          </a:xfrm>
          <a:prstGeom prst="rect">
            <a:avLst/>
          </a:prstGeom>
        </p:spPr>
        <p:txBody>
          <a:bodyPr vert="horz" wrap="square" lIns="0" tIns="12700" rIns="0" bIns="0" rtlCol="0">
            <a:spAutoFit/>
          </a:bodyPr>
          <a:lstStyle/>
          <a:p>
            <a:pPr algn="justLow" rtl="1">
              <a:lnSpc>
                <a:spcPct val="90000"/>
              </a:lnSpc>
              <a:buClr>
                <a:srgbClr val="4D4D4D"/>
              </a:buClr>
            </a:pPr>
            <a:r>
              <a:rPr lang="ar-SA" sz="900" dirty="0">
                <a:solidFill>
                  <a:srgbClr val="666666"/>
                </a:solidFill>
                <a:latin typeface="Zanjabeel" pitchFamily="50" charset="-78"/>
                <a:cs typeface="Zanjabeel" pitchFamily="50" charset="-78"/>
              </a:rPr>
              <a:t>مشروع استشاري يهدف إلى تطوير البناء المؤسسي لإدارة الشراكات والتنمية المجتمعية في مكتب تحقيق الرؤية في الوزارة من خلال تصميم نموذج تشغيلي يوضح آليات إدارة المبادرات الاستراتيجية ومتابعة تنفيذ مستهدفات الرؤية. شمل المشروع تحليل الوضع التنظيمي القائم، وبناء إطار الحوكمة وإدارة الأداء، وتصميم العمليات الرئيسية للمكتب، إضافة إلى تطوير الأدلة التنظيمية والإجراءات الداعمة لتنفيذ المبادرات</a:t>
            </a:r>
          </a:p>
        </p:txBody>
      </p:sp>
      <p:sp>
        <p:nvSpPr>
          <p:cNvPr id="75" name="TextBox 74">
            <a:extLst>
              <a:ext uri="{FF2B5EF4-FFF2-40B4-BE49-F238E27FC236}">
                <a16:creationId xmlns:a16="http://schemas.microsoft.com/office/drawing/2014/main" id="{723FEECA-2C38-1357-D972-4C258285C628}"/>
              </a:ext>
            </a:extLst>
          </p:cNvPr>
          <p:cNvSpPr txBox="1"/>
          <p:nvPr/>
        </p:nvSpPr>
        <p:spPr>
          <a:xfrm>
            <a:off x="980318" y="3954501"/>
            <a:ext cx="2253513" cy="315343"/>
          </a:xfrm>
          <a:prstGeom prst="rect">
            <a:avLst/>
          </a:prstGeom>
          <a:noFill/>
        </p:spPr>
        <p:txBody>
          <a:bodyPr wrap="square" rtlCol="0">
            <a:spAutoFit/>
          </a:bodyPr>
          <a:lstStyle/>
          <a:p>
            <a:pPr algn="ctr">
              <a:lnSpc>
                <a:spcPct val="90000"/>
              </a:lnSpc>
              <a:buClr>
                <a:srgbClr val="000000"/>
              </a:buClr>
            </a:pPr>
            <a:r>
              <a:rPr lang="ar-SA" sz="800" b="1" dirty="0">
                <a:solidFill>
                  <a:schemeClr val="tx1"/>
                </a:solidFill>
                <a:latin typeface="Zanjabeel" pitchFamily="50" charset="-78"/>
                <a:ea typeface="Tajawal"/>
                <a:cs typeface="Zanjabeel" pitchFamily="50" charset="-78"/>
                <a:sym typeface="Tajawal"/>
              </a:rPr>
              <a:t>تطوير البناء المؤسسي والنموذج</a:t>
            </a:r>
            <a:r>
              <a:rPr lang="ar-SY" sz="800" b="1" dirty="0">
                <a:solidFill>
                  <a:schemeClr val="tx1"/>
                </a:solidFill>
                <a:latin typeface="Zanjabeel" pitchFamily="50" charset="-78"/>
                <a:ea typeface="Tajawal"/>
                <a:cs typeface="Zanjabeel" pitchFamily="50" charset="-78"/>
                <a:sym typeface="Tajawal"/>
              </a:rPr>
              <a:t> </a:t>
            </a:r>
            <a:r>
              <a:rPr lang="ar-SA" sz="800" b="1" dirty="0">
                <a:solidFill>
                  <a:schemeClr val="tx1"/>
                </a:solidFill>
                <a:latin typeface="Zanjabeel" pitchFamily="50" charset="-78"/>
                <a:ea typeface="Tajawal"/>
                <a:cs typeface="Zanjabeel" pitchFamily="50" charset="-78"/>
                <a:sym typeface="Tajawal"/>
              </a:rPr>
              <a:t>التشغيلي لمكتب تحقيق الرؤية</a:t>
            </a:r>
          </a:p>
        </p:txBody>
      </p:sp>
      <p:sp>
        <p:nvSpPr>
          <p:cNvPr id="76" name="TextBox 75">
            <a:extLst>
              <a:ext uri="{FF2B5EF4-FFF2-40B4-BE49-F238E27FC236}">
                <a16:creationId xmlns:a16="http://schemas.microsoft.com/office/drawing/2014/main" id="{AA72EB08-5D3E-A776-436D-6B9CCDA5FDCE}"/>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tx1"/>
                </a:solidFill>
                <a:latin typeface="Zanjabeel" pitchFamily="50" charset="-78"/>
                <a:cs typeface="Zanjabeel" pitchFamily="50" charset="-78"/>
              </a:rPr>
              <a:t>دراسة الحالة</a:t>
            </a:r>
            <a:endParaRPr lang="en-US" sz="700" dirty="0">
              <a:solidFill>
                <a:schemeClr val="tx1"/>
              </a:solidFill>
              <a:latin typeface="Zanjabeel" pitchFamily="50" charset="-78"/>
              <a:cs typeface="Zanjabeel" pitchFamily="50" charset="-7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708AA-329D-ADA0-8378-1904395B7C5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13413C-AEF7-87B0-C162-67C579F7FFE9}"/>
              </a:ext>
            </a:extLst>
          </p:cNvPr>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sp>
        <p:nvSpPr>
          <p:cNvPr id="5" name="object 5">
            <a:extLst>
              <a:ext uri="{FF2B5EF4-FFF2-40B4-BE49-F238E27FC236}">
                <a16:creationId xmlns:a16="http://schemas.microsoft.com/office/drawing/2014/main" id="{3906E2EB-0D87-2990-2D41-46B52724DB8A}"/>
              </a:ext>
            </a:extLst>
          </p:cNvPr>
          <p:cNvSpPr/>
          <p:nvPr/>
        </p:nvSpPr>
        <p:spPr>
          <a:xfrm>
            <a:off x="8596134" y="1317355"/>
            <a:ext cx="1119505" cy="445134"/>
          </a:xfrm>
          <a:custGeom>
            <a:avLst/>
            <a:gdLst/>
            <a:ahLst/>
            <a:cxnLst/>
            <a:rect l="l" t="t" r="r" b="b"/>
            <a:pathLst>
              <a:path w="1119504" h="445135">
                <a:moveTo>
                  <a:pt x="895616" y="25"/>
                </a:moveTo>
                <a:lnTo>
                  <a:pt x="0" y="0"/>
                </a:lnTo>
                <a:lnTo>
                  <a:pt x="0" y="111366"/>
                </a:lnTo>
                <a:lnTo>
                  <a:pt x="223748" y="223837"/>
                </a:lnTo>
                <a:lnTo>
                  <a:pt x="223748" y="444639"/>
                </a:lnTo>
                <a:lnTo>
                  <a:pt x="1119365" y="444652"/>
                </a:lnTo>
                <a:lnTo>
                  <a:pt x="1119365" y="333286"/>
                </a:lnTo>
                <a:lnTo>
                  <a:pt x="895616" y="220827"/>
                </a:lnTo>
                <a:lnTo>
                  <a:pt x="895616" y="25"/>
                </a:lnTo>
                <a:close/>
              </a:path>
            </a:pathLst>
          </a:custGeom>
          <a:solidFill>
            <a:srgbClr val="D6E5F5"/>
          </a:solidFill>
        </p:spPr>
        <p:txBody>
          <a:bodyPr wrap="square" lIns="0" tIns="0" rIns="0" bIns="0" rtlCol="0"/>
          <a:lstStyle/>
          <a:p>
            <a:endParaRPr/>
          </a:p>
        </p:txBody>
      </p:sp>
      <p:grpSp>
        <p:nvGrpSpPr>
          <p:cNvPr id="49" name="object 49">
            <a:extLst>
              <a:ext uri="{FF2B5EF4-FFF2-40B4-BE49-F238E27FC236}">
                <a16:creationId xmlns:a16="http://schemas.microsoft.com/office/drawing/2014/main" id="{33E4B892-F83E-37EE-D4F9-6B9135B867D7}"/>
              </a:ext>
            </a:extLst>
          </p:cNvPr>
          <p:cNvGrpSpPr/>
          <p:nvPr/>
        </p:nvGrpSpPr>
        <p:grpSpPr>
          <a:xfrm>
            <a:off x="6879602" y="3886207"/>
            <a:ext cx="2502535" cy="2593975"/>
            <a:chOff x="6879602" y="3886207"/>
            <a:chExt cx="2502535" cy="2593975"/>
          </a:xfrm>
        </p:grpSpPr>
        <p:sp>
          <p:nvSpPr>
            <p:cNvPr id="50" name="object 50">
              <a:extLst>
                <a:ext uri="{FF2B5EF4-FFF2-40B4-BE49-F238E27FC236}">
                  <a16:creationId xmlns:a16="http://schemas.microsoft.com/office/drawing/2014/main" id="{772A772A-008A-CC5E-D700-A67EC89DEFE5}"/>
                </a:ext>
              </a:extLst>
            </p:cNvPr>
            <p:cNvSpPr/>
            <p:nvPr/>
          </p:nvSpPr>
          <p:spPr>
            <a:xfrm>
              <a:off x="9277194" y="3886207"/>
              <a:ext cx="104775" cy="239395"/>
            </a:xfrm>
            <a:custGeom>
              <a:avLst/>
              <a:gdLst/>
              <a:ahLst/>
              <a:cxnLst/>
              <a:rect l="l" t="t" r="r" b="b"/>
              <a:pathLst>
                <a:path w="104775" h="239395">
                  <a:moveTo>
                    <a:pt x="104406" y="0"/>
                  </a:moveTo>
                  <a:lnTo>
                    <a:pt x="0" y="0"/>
                  </a:lnTo>
                  <a:lnTo>
                    <a:pt x="0" y="187248"/>
                  </a:lnTo>
                  <a:lnTo>
                    <a:pt x="104406" y="239395"/>
                  </a:lnTo>
                  <a:lnTo>
                    <a:pt x="104406" y="0"/>
                  </a:lnTo>
                  <a:close/>
                </a:path>
              </a:pathLst>
            </a:custGeom>
            <a:solidFill>
              <a:srgbClr val="05123B"/>
            </a:solidFill>
          </p:spPr>
          <p:txBody>
            <a:bodyPr wrap="square" lIns="0" tIns="0" rIns="0" bIns="0" rtlCol="0"/>
            <a:lstStyle/>
            <a:p>
              <a:endParaRPr/>
            </a:p>
          </p:txBody>
        </p:sp>
        <p:sp>
          <p:nvSpPr>
            <p:cNvPr id="51" name="object 51">
              <a:extLst>
                <a:ext uri="{FF2B5EF4-FFF2-40B4-BE49-F238E27FC236}">
                  <a16:creationId xmlns:a16="http://schemas.microsoft.com/office/drawing/2014/main" id="{1D8BB566-2F09-C866-B6D8-CBE9409F777A}"/>
                </a:ext>
              </a:extLst>
            </p:cNvPr>
            <p:cNvSpPr/>
            <p:nvPr/>
          </p:nvSpPr>
          <p:spPr>
            <a:xfrm>
              <a:off x="6885952" y="3892562"/>
              <a:ext cx="2489835" cy="2581275"/>
            </a:xfrm>
            <a:custGeom>
              <a:avLst/>
              <a:gdLst/>
              <a:ahLst/>
              <a:cxnLst/>
              <a:rect l="l" t="t" r="r" b="b"/>
              <a:pathLst>
                <a:path w="2489834" h="2581275">
                  <a:moveTo>
                    <a:pt x="0" y="2581097"/>
                  </a:moveTo>
                  <a:lnTo>
                    <a:pt x="2489301" y="2581097"/>
                  </a:lnTo>
                  <a:lnTo>
                    <a:pt x="2489301" y="0"/>
                  </a:lnTo>
                  <a:lnTo>
                    <a:pt x="0" y="0"/>
                  </a:lnTo>
                  <a:lnTo>
                    <a:pt x="0" y="2581097"/>
                  </a:lnTo>
                  <a:close/>
                </a:path>
              </a:pathLst>
            </a:custGeom>
            <a:ln w="12700">
              <a:solidFill>
                <a:srgbClr val="05123B"/>
              </a:solidFill>
            </a:ln>
          </p:spPr>
          <p:txBody>
            <a:bodyPr wrap="square" lIns="0" tIns="0" rIns="0" bIns="0" rtlCol="0"/>
            <a:lstStyle/>
            <a:p>
              <a:endParaRPr/>
            </a:p>
          </p:txBody>
        </p:sp>
      </p:grpSp>
      <p:grpSp>
        <p:nvGrpSpPr>
          <p:cNvPr id="52" name="object 52">
            <a:extLst>
              <a:ext uri="{FF2B5EF4-FFF2-40B4-BE49-F238E27FC236}">
                <a16:creationId xmlns:a16="http://schemas.microsoft.com/office/drawing/2014/main" id="{37508540-3ED5-52AD-A5B6-8AC2B08547D0}"/>
              </a:ext>
            </a:extLst>
          </p:cNvPr>
          <p:cNvGrpSpPr/>
          <p:nvPr/>
        </p:nvGrpSpPr>
        <p:grpSpPr>
          <a:xfrm>
            <a:off x="3920401" y="3886207"/>
            <a:ext cx="2502535" cy="2593975"/>
            <a:chOff x="3920401" y="3886207"/>
            <a:chExt cx="2502535" cy="2593975"/>
          </a:xfrm>
        </p:grpSpPr>
        <p:sp>
          <p:nvSpPr>
            <p:cNvPr id="53" name="object 53">
              <a:extLst>
                <a:ext uri="{FF2B5EF4-FFF2-40B4-BE49-F238E27FC236}">
                  <a16:creationId xmlns:a16="http://schemas.microsoft.com/office/drawing/2014/main" id="{8E3751C6-6E11-C05B-1A24-83170C02463F}"/>
                </a:ext>
              </a:extLst>
            </p:cNvPr>
            <p:cNvSpPr/>
            <p:nvPr/>
          </p:nvSpPr>
          <p:spPr>
            <a:xfrm>
              <a:off x="6317995" y="3886207"/>
              <a:ext cx="104775" cy="239395"/>
            </a:xfrm>
            <a:custGeom>
              <a:avLst/>
              <a:gdLst/>
              <a:ahLst/>
              <a:cxnLst/>
              <a:rect l="l" t="t" r="r" b="b"/>
              <a:pathLst>
                <a:path w="104775" h="239395">
                  <a:moveTo>
                    <a:pt x="104406" y="0"/>
                  </a:moveTo>
                  <a:lnTo>
                    <a:pt x="0" y="0"/>
                  </a:lnTo>
                  <a:lnTo>
                    <a:pt x="0" y="187248"/>
                  </a:lnTo>
                  <a:lnTo>
                    <a:pt x="104406" y="239395"/>
                  </a:lnTo>
                  <a:lnTo>
                    <a:pt x="104406" y="0"/>
                  </a:lnTo>
                  <a:close/>
                </a:path>
              </a:pathLst>
            </a:custGeom>
            <a:solidFill>
              <a:srgbClr val="05123B"/>
            </a:solidFill>
          </p:spPr>
          <p:txBody>
            <a:bodyPr wrap="square" lIns="0" tIns="0" rIns="0" bIns="0" rtlCol="0"/>
            <a:lstStyle/>
            <a:p>
              <a:endParaRPr/>
            </a:p>
          </p:txBody>
        </p:sp>
        <p:sp>
          <p:nvSpPr>
            <p:cNvPr id="54" name="object 54">
              <a:extLst>
                <a:ext uri="{FF2B5EF4-FFF2-40B4-BE49-F238E27FC236}">
                  <a16:creationId xmlns:a16="http://schemas.microsoft.com/office/drawing/2014/main" id="{565AB5D4-E14F-076D-8E3D-0D688D63284A}"/>
                </a:ext>
              </a:extLst>
            </p:cNvPr>
            <p:cNvSpPr/>
            <p:nvPr/>
          </p:nvSpPr>
          <p:spPr>
            <a:xfrm>
              <a:off x="3926751" y="3892562"/>
              <a:ext cx="2489835" cy="2581275"/>
            </a:xfrm>
            <a:custGeom>
              <a:avLst/>
              <a:gdLst/>
              <a:ahLst/>
              <a:cxnLst/>
              <a:rect l="l" t="t" r="r" b="b"/>
              <a:pathLst>
                <a:path w="2489835" h="2581275">
                  <a:moveTo>
                    <a:pt x="0" y="2581097"/>
                  </a:moveTo>
                  <a:lnTo>
                    <a:pt x="2489301" y="2581097"/>
                  </a:lnTo>
                  <a:lnTo>
                    <a:pt x="2489301" y="0"/>
                  </a:lnTo>
                  <a:lnTo>
                    <a:pt x="0" y="0"/>
                  </a:lnTo>
                  <a:lnTo>
                    <a:pt x="0" y="2581097"/>
                  </a:lnTo>
                  <a:close/>
                </a:path>
              </a:pathLst>
            </a:custGeom>
            <a:ln w="12700">
              <a:solidFill>
                <a:srgbClr val="05123B"/>
              </a:solidFill>
            </a:ln>
          </p:spPr>
          <p:txBody>
            <a:bodyPr wrap="square" lIns="0" tIns="0" rIns="0" bIns="0" rtlCol="0"/>
            <a:lstStyle/>
            <a:p>
              <a:endParaRPr/>
            </a:p>
          </p:txBody>
        </p:sp>
      </p:grpSp>
      <p:grpSp>
        <p:nvGrpSpPr>
          <p:cNvPr id="57" name="object 57">
            <a:extLst>
              <a:ext uri="{FF2B5EF4-FFF2-40B4-BE49-F238E27FC236}">
                <a16:creationId xmlns:a16="http://schemas.microsoft.com/office/drawing/2014/main" id="{08A909E7-6ABC-5C9D-E6DF-42612BBECB8B}"/>
              </a:ext>
            </a:extLst>
          </p:cNvPr>
          <p:cNvGrpSpPr/>
          <p:nvPr/>
        </p:nvGrpSpPr>
        <p:grpSpPr>
          <a:xfrm>
            <a:off x="853198" y="3886207"/>
            <a:ext cx="2502535" cy="2593975"/>
            <a:chOff x="853198" y="3886207"/>
            <a:chExt cx="2502535" cy="2593975"/>
          </a:xfrm>
        </p:grpSpPr>
        <p:sp>
          <p:nvSpPr>
            <p:cNvPr id="58" name="object 58">
              <a:extLst>
                <a:ext uri="{FF2B5EF4-FFF2-40B4-BE49-F238E27FC236}">
                  <a16:creationId xmlns:a16="http://schemas.microsoft.com/office/drawing/2014/main" id="{93448987-1986-016C-A149-36002137FE6C}"/>
                </a:ext>
              </a:extLst>
            </p:cNvPr>
            <p:cNvSpPr/>
            <p:nvPr/>
          </p:nvSpPr>
          <p:spPr>
            <a:xfrm>
              <a:off x="3250797" y="3886207"/>
              <a:ext cx="104775" cy="239395"/>
            </a:xfrm>
            <a:custGeom>
              <a:avLst/>
              <a:gdLst/>
              <a:ahLst/>
              <a:cxnLst/>
              <a:rect l="l" t="t" r="r" b="b"/>
              <a:pathLst>
                <a:path w="104775" h="239395">
                  <a:moveTo>
                    <a:pt x="104406" y="0"/>
                  </a:moveTo>
                  <a:lnTo>
                    <a:pt x="0" y="0"/>
                  </a:lnTo>
                  <a:lnTo>
                    <a:pt x="0" y="187248"/>
                  </a:lnTo>
                  <a:lnTo>
                    <a:pt x="104406" y="239395"/>
                  </a:lnTo>
                  <a:lnTo>
                    <a:pt x="104406" y="0"/>
                  </a:lnTo>
                  <a:close/>
                </a:path>
              </a:pathLst>
            </a:custGeom>
            <a:solidFill>
              <a:srgbClr val="05123B"/>
            </a:solidFill>
          </p:spPr>
          <p:txBody>
            <a:bodyPr wrap="square" lIns="0" tIns="0" rIns="0" bIns="0" rtlCol="0"/>
            <a:lstStyle/>
            <a:p>
              <a:endParaRPr/>
            </a:p>
          </p:txBody>
        </p:sp>
        <p:sp>
          <p:nvSpPr>
            <p:cNvPr id="59" name="object 59">
              <a:extLst>
                <a:ext uri="{FF2B5EF4-FFF2-40B4-BE49-F238E27FC236}">
                  <a16:creationId xmlns:a16="http://schemas.microsoft.com/office/drawing/2014/main" id="{E5B91003-65FA-006D-5E9B-4C36E82BAA6F}"/>
                </a:ext>
              </a:extLst>
            </p:cNvPr>
            <p:cNvSpPr/>
            <p:nvPr/>
          </p:nvSpPr>
          <p:spPr>
            <a:xfrm>
              <a:off x="859548" y="3892562"/>
              <a:ext cx="2489835" cy="2581275"/>
            </a:xfrm>
            <a:custGeom>
              <a:avLst/>
              <a:gdLst/>
              <a:ahLst/>
              <a:cxnLst/>
              <a:rect l="l" t="t" r="r" b="b"/>
              <a:pathLst>
                <a:path w="2489835" h="2581275">
                  <a:moveTo>
                    <a:pt x="0" y="2581097"/>
                  </a:moveTo>
                  <a:lnTo>
                    <a:pt x="2489301" y="2581097"/>
                  </a:lnTo>
                  <a:lnTo>
                    <a:pt x="2489301" y="0"/>
                  </a:lnTo>
                  <a:lnTo>
                    <a:pt x="0" y="0"/>
                  </a:lnTo>
                  <a:lnTo>
                    <a:pt x="0" y="2581097"/>
                  </a:lnTo>
                  <a:close/>
                </a:path>
              </a:pathLst>
            </a:custGeom>
            <a:ln w="12700">
              <a:solidFill>
                <a:srgbClr val="05123B"/>
              </a:solidFill>
            </a:ln>
          </p:spPr>
          <p:txBody>
            <a:bodyPr wrap="square" lIns="0" tIns="0" rIns="0" bIns="0" rtlCol="0"/>
            <a:lstStyle/>
            <a:p>
              <a:endParaRPr/>
            </a:p>
          </p:txBody>
        </p:sp>
      </p:grpSp>
      <p:sp>
        <p:nvSpPr>
          <p:cNvPr id="61" name="object 61">
            <a:extLst>
              <a:ext uri="{FF2B5EF4-FFF2-40B4-BE49-F238E27FC236}">
                <a16:creationId xmlns:a16="http://schemas.microsoft.com/office/drawing/2014/main" id="{AFD2745B-163E-E9E0-33A5-671391C4D1CB}"/>
              </a:ext>
            </a:extLst>
          </p:cNvPr>
          <p:cNvSpPr txBox="1">
            <a:spLocks noGrp="1"/>
          </p:cNvSpPr>
          <p:nvPr>
            <p:ph type="sldNum" sz="quarter" idx="7"/>
          </p:nvPr>
        </p:nvSpPr>
        <p:spPr>
          <a:xfrm>
            <a:off x="10253885" y="7115302"/>
            <a:ext cx="201295" cy="162224"/>
          </a:xfrm>
          <a:prstGeom prst="rect">
            <a:avLst/>
          </a:prstGeom>
        </p:spPr>
        <p:txBody>
          <a:bodyPr vert="horz" wrap="square" lIns="0" tIns="8255" rIns="0" bIns="0" rtlCol="0">
            <a:spAutoFit/>
          </a:bodyPr>
          <a:lstStyle/>
          <a:p>
            <a:pPr marL="21590">
              <a:lnSpc>
                <a:spcPct val="100000"/>
              </a:lnSpc>
              <a:spcBef>
                <a:spcPts val="65"/>
              </a:spcBef>
            </a:pPr>
            <a:r>
              <a:rPr lang="ar-SA" spc="-25" dirty="0"/>
              <a:t>17</a:t>
            </a:r>
            <a:endParaRPr spc="-25" dirty="0"/>
          </a:p>
        </p:txBody>
      </p:sp>
      <p:sp>
        <p:nvSpPr>
          <p:cNvPr id="62" name="TextBox 61">
            <a:extLst>
              <a:ext uri="{FF2B5EF4-FFF2-40B4-BE49-F238E27FC236}">
                <a16:creationId xmlns:a16="http://schemas.microsoft.com/office/drawing/2014/main" id="{0563A9F4-1E83-D33B-4E81-8315D3F0A698}"/>
              </a:ext>
            </a:extLst>
          </p:cNvPr>
          <p:cNvSpPr txBox="1"/>
          <p:nvPr/>
        </p:nvSpPr>
        <p:spPr>
          <a:xfrm>
            <a:off x="7890747" y="238471"/>
            <a:ext cx="2392585" cy="200055"/>
          </a:xfrm>
          <a:prstGeom prst="rect">
            <a:avLst/>
          </a:prstGeom>
          <a:noFill/>
        </p:spPr>
        <p:txBody>
          <a:bodyPr wrap="square" rtlCol="0">
            <a:spAutoFit/>
          </a:bodyPr>
          <a:lstStyle/>
          <a:p>
            <a:pPr rtl="1"/>
            <a:r>
              <a:rPr lang="ar-SA" sz="700" dirty="0">
                <a:latin typeface="Zanjabeel" pitchFamily="50" charset="-78"/>
                <a:cs typeface="Zanjabeel" pitchFamily="50" charset="-78"/>
              </a:rPr>
              <a:t>ملف تعريفي               2026       </a:t>
            </a:r>
            <a:endParaRPr lang="en-US" sz="700" dirty="0">
              <a:latin typeface="Zanjabeel" pitchFamily="50" charset="-78"/>
              <a:cs typeface="Zanjabeel" pitchFamily="50" charset="-78"/>
            </a:endParaRPr>
          </a:p>
        </p:txBody>
      </p:sp>
      <p:sp>
        <p:nvSpPr>
          <p:cNvPr id="63" name="object 36">
            <a:extLst>
              <a:ext uri="{FF2B5EF4-FFF2-40B4-BE49-F238E27FC236}">
                <a16:creationId xmlns:a16="http://schemas.microsoft.com/office/drawing/2014/main" id="{87A47BA0-FDF6-B7A1-FC86-F538B5FD705E}"/>
              </a:ext>
            </a:extLst>
          </p:cNvPr>
          <p:cNvSpPr txBox="1"/>
          <p:nvPr/>
        </p:nvSpPr>
        <p:spPr>
          <a:xfrm>
            <a:off x="7018630" y="4383662"/>
            <a:ext cx="2224476" cy="1397819"/>
          </a:xfrm>
          <a:prstGeom prst="rect">
            <a:avLst/>
          </a:prstGeom>
        </p:spPr>
        <p:txBody>
          <a:bodyPr vert="horz" wrap="square" lIns="0" tIns="12700" rIns="0" bIns="0" rtlCol="0">
            <a:spAutoFit/>
          </a:bodyPr>
          <a:lstStyle/>
          <a:p>
            <a:pPr algn="justLow" rtl="1">
              <a:spcAft>
                <a:spcPts val="800"/>
              </a:spcAft>
              <a:buClr>
                <a:srgbClr val="4D4D4D"/>
              </a:buClr>
            </a:pPr>
            <a:r>
              <a:rPr lang="ar-SA" sz="900" dirty="0">
                <a:solidFill>
                  <a:srgbClr val="666666"/>
                </a:solidFill>
                <a:latin typeface="Zanjabeel" pitchFamily="50" charset="-78"/>
                <a:cs typeface="Zanjabeel" pitchFamily="50" charset="-78"/>
              </a:rPr>
              <a:t>مشروع استشاري لتطوير نموذج تشغيلي متكامل لقطاع المصارف والبرامج بما يعزز كفاءة إدارة المصارف الوقفية وتوجيهها نحو تحقيق الأثر التنموي. تضمن المشروع تحليل العمليات الحالية، وتصميم نموذج تشغيلي مستهدف يشمل الحوكمة وإدارة البرامج الوقفية، إضافة إلى تطوير الإجراءات التشغيلية وآليات المتابعة وقياس الأداء</a:t>
            </a:r>
          </a:p>
        </p:txBody>
      </p:sp>
      <p:sp>
        <p:nvSpPr>
          <p:cNvPr id="64" name="Rectangle 63">
            <a:extLst>
              <a:ext uri="{FF2B5EF4-FFF2-40B4-BE49-F238E27FC236}">
                <a16:creationId xmlns:a16="http://schemas.microsoft.com/office/drawing/2014/main" id="{243EF1C1-ABDA-5218-02DB-8EAEDE952DC9}"/>
              </a:ext>
            </a:extLst>
          </p:cNvPr>
          <p:cNvSpPr/>
          <p:nvPr/>
        </p:nvSpPr>
        <p:spPr>
          <a:xfrm>
            <a:off x="3938154" y="3369773"/>
            <a:ext cx="2484616" cy="512927"/>
          </a:xfrm>
          <a:prstGeom prst="rect">
            <a:avLst/>
          </a:prstGeom>
          <a:solidFill>
            <a:srgbClr val="D6E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1341ED58-586F-06AD-C5AF-037382847B61}"/>
              </a:ext>
            </a:extLst>
          </p:cNvPr>
          <p:cNvSpPr/>
          <p:nvPr/>
        </p:nvSpPr>
        <p:spPr>
          <a:xfrm>
            <a:off x="6908557" y="3362759"/>
            <a:ext cx="2484616" cy="512927"/>
          </a:xfrm>
          <a:prstGeom prst="rect">
            <a:avLst/>
          </a:prstGeom>
          <a:solidFill>
            <a:srgbClr val="D6E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38265001-8168-9970-20F3-8E30506F30DE}"/>
              </a:ext>
            </a:extLst>
          </p:cNvPr>
          <p:cNvSpPr/>
          <p:nvPr/>
        </p:nvSpPr>
        <p:spPr>
          <a:xfrm>
            <a:off x="864767" y="3362759"/>
            <a:ext cx="2484616" cy="512927"/>
          </a:xfrm>
          <a:prstGeom prst="rect">
            <a:avLst/>
          </a:prstGeom>
          <a:solidFill>
            <a:srgbClr val="D6E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5A2D363C-1402-910E-679C-38FEB1500971}"/>
              </a:ext>
            </a:extLst>
          </p:cNvPr>
          <p:cNvSpPr txBox="1"/>
          <p:nvPr/>
        </p:nvSpPr>
        <p:spPr>
          <a:xfrm>
            <a:off x="7086874" y="3516697"/>
            <a:ext cx="2253513" cy="230832"/>
          </a:xfrm>
          <a:prstGeom prst="rect">
            <a:avLst/>
          </a:prstGeom>
          <a:noFill/>
        </p:spPr>
        <p:txBody>
          <a:bodyPr wrap="square" rtlCol="0">
            <a:spAutoFit/>
          </a:bodyPr>
          <a:lstStyle/>
          <a:p>
            <a:pPr algn="ctr" rtl="1"/>
            <a:r>
              <a:rPr lang="ar-SA" sz="900" b="1" dirty="0">
                <a:latin typeface="Zanjabeel" pitchFamily="50" charset="-78"/>
                <a:cs typeface="Zanjabeel" pitchFamily="50" charset="-78"/>
              </a:rPr>
              <a:t>الهيئة العامة للأوقاف</a:t>
            </a:r>
            <a:endParaRPr lang="en-US" sz="900" b="1" dirty="0">
              <a:latin typeface="Zanjabeel" pitchFamily="50" charset="-78"/>
              <a:cs typeface="Zanjabeel" pitchFamily="50" charset="-78"/>
            </a:endParaRPr>
          </a:p>
        </p:txBody>
      </p:sp>
      <p:sp>
        <p:nvSpPr>
          <p:cNvPr id="68" name="TextBox 67">
            <a:extLst>
              <a:ext uri="{FF2B5EF4-FFF2-40B4-BE49-F238E27FC236}">
                <a16:creationId xmlns:a16="http://schemas.microsoft.com/office/drawing/2014/main" id="{EF41A9A2-077E-6E7A-B9A6-BAD5CF896D6D}"/>
              </a:ext>
            </a:extLst>
          </p:cNvPr>
          <p:cNvSpPr txBox="1"/>
          <p:nvPr/>
        </p:nvSpPr>
        <p:spPr>
          <a:xfrm>
            <a:off x="4116869" y="3510820"/>
            <a:ext cx="2253513" cy="230832"/>
          </a:xfrm>
          <a:prstGeom prst="rect">
            <a:avLst/>
          </a:prstGeom>
          <a:noFill/>
        </p:spPr>
        <p:txBody>
          <a:bodyPr wrap="square" rtlCol="0">
            <a:spAutoFit/>
          </a:bodyPr>
          <a:lstStyle/>
          <a:p>
            <a:pPr algn="ctr" rtl="1"/>
            <a:r>
              <a:rPr lang="ar-SA" sz="900" b="1" dirty="0">
                <a:latin typeface="Zanjabeel" pitchFamily="50" charset="-78"/>
                <a:cs typeface="Zanjabeel" pitchFamily="50" charset="-78"/>
              </a:rPr>
              <a:t>شركة عنوان القهوة</a:t>
            </a:r>
            <a:endParaRPr lang="en-US" sz="900" b="1" dirty="0">
              <a:latin typeface="Zanjabeel" pitchFamily="50" charset="-78"/>
              <a:cs typeface="Zanjabeel" pitchFamily="50" charset="-78"/>
            </a:endParaRPr>
          </a:p>
        </p:txBody>
      </p:sp>
      <p:sp>
        <p:nvSpPr>
          <p:cNvPr id="69" name="TextBox 68">
            <a:extLst>
              <a:ext uri="{FF2B5EF4-FFF2-40B4-BE49-F238E27FC236}">
                <a16:creationId xmlns:a16="http://schemas.microsoft.com/office/drawing/2014/main" id="{38D953CC-9ADB-8A2B-504E-F1D5C4395D66}"/>
              </a:ext>
            </a:extLst>
          </p:cNvPr>
          <p:cNvSpPr txBox="1"/>
          <p:nvPr/>
        </p:nvSpPr>
        <p:spPr>
          <a:xfrm>
            <a:off x="997284" y="3517979"/>
            <a:ext cx="2253513" cy="230832"/>
          </a:xfrm>
          <a:prstGeom prst="rect">
            <a:avLst/>
          </a:prstGeom>
          <a:noFill/>
        </p:spPr>
        <p:txBody>
          <a:bodyPr wrap="square" rtlCol="0">
            <a:spAutoFit/>
          </a:bodyPr>
          <a:lstStyle/>
          <a:p>
            <a:pPr algn="ctr" rtl="1"/>
            <a:r>
              <a:rPr lang="ar-SA" sz="900" b="1" dirty="0">
                <a:latin typeface="Zanjabeel" pitchFamily="50" charset="-78"/>
                <a:cs typeface="Zanjabeel" pitchFamily="50" charset="-78"/>
              </a:rPr>
              <a:t>شركة التجارات</a:t>
            </a:r>
            <a:endParaRPr lang="en-US" sz="900" b="1" dirty="0">
              <a:latin typeface="Zanjabeel" pitchFamily="50" charset="-78"/>
              <a:cs typeface="Zanjabeel" pitchFamily="50" charset="-78"/>
            </a:endParaRPr>
          </a:p>
        </p:txBody>
      </p:sp>
      <p:sp>
        <p:nvSpPr>
          <p:cNvPr id="71" name="object 36">
            <a:extLst>
              <a:ext uri="{FF2B5EF4-FFF2-40B4-BE49-F238E27FC236}">
                <a16:creationId xmlns:a16="http://schemas.microsoft.com/office/drawing/2014/main" id="{768D84CB-EB95-737E-411E-A10630384B47}"/>
              </a:ext>
            </a:extLst>
          </p:cNvPr>
          <p:cNvSpPr txBox="1"/>
          <p:nvPr/>
        </p:nvSpPr>
        <p:spPr>
          <a:xfrm>
            <a:off x="4108364" y="4437842"/>
            <a:ext cx="2224476" cy="1759456"/>
          </a:xfrm>
          <a:prstGeom prst="rect">
            <a:avLst/>
          </a:prstGeom>
        </p:spPr>
        <p:txBody>
          <a:bodyPr vert="horz" wrap="square" lIns="0" tIns="12700" rIns="0" bIns="0" rtlCol="0">
            <a:spAutoFit/>
          </a:bodyPr>
          <a:lstStyle/>
          <a:p>
            <a:pPr algn="justLow" rtl="1">
              <a:lnSpc>
                <a:spcPct val="90000"/>
              </a:lnSpc>
              <a:buClr>
                <a:srgbClr val="4D4D4D"/>
              </a:buClr>
            </a:pPr>
            <a:r>
              <a:rPr lang="ar-SA" sz="900" dirty="0">
                <a:solidFill>
                  <a:srgbClr val="666666"/>
                </a:solidFill>
                <a:latin typeface="Zanjabeel" pitchFamily="50" charset="-78"/>
                <a:cs typeface="Zanjabeel" pitchFamily="50" charset="-78"/>
              </a:rPr>
              <a:t>مشروع استشاري يهدف إلى بناء وتطوير منظومة التخطيط الاستراتيجي والتشغيلي لشركة عنوان القهوة، بما يعزز تكامل التوجه الاستراتيجي مع التنفيذ التشغيلي، ويرفع من جاهزية الشركة لتحقيق مستهدفاتها المستقبلية. شمل المشروع دراسة الوضع الراهن، وتحديد التوجهات والأهداف الاستراتيجية، وبناء المبادرات والخطط التشغيلية، وتصميم مؤشرات الأداء وآليات الحوكمة والمتابعة، بما يدعم النمو المؤسسي، ويرفع الكفاءة التشغيلية، ويعزز تنافسية الشركة في السوق.</a:t>
            </a:r>
          </a:p>
        </p:txBody>
      </p:sp>
      <p:sp>
        <p:nvSpPr>
          <p:cNvPr id="72" name="TextBox 71">
            <a:extLst>
              <a:ext uri="{FF2B5EF4-FFF2-40B4-BE49-F238E27FC236}">
                <a16:creationId xmlns:a16="http://schemas.microsoft.com/office/drawing/2014/main" id="{D19E2A22-4DBE-8C9E-03B3-0CF27E81773E}"/>
              </a:ext>
            </a:extLst>
          </p:cNvPr>
          <p:cNvSpPr txBox="1"/>
          <p:nvPr/>
        </p:nvSpPr>
        <p:spPr>
          <a:xfrm>
            <a:off x="7004112" y="3914952"/>
            <a:ext cx="2253513" cy="338554"/>
          </a:xfrm>
          <a:prstGeom prst="rect">
            <a:avLst/>
          </a:prstGeom>
          <a:noFill/>
        </p:spPr>
        <p:txBody>
          <a:bodyPr wrap="square" rtlCol="0">
            <a:spAutoFit/>
          </a:bodyPr>
          <a:lstStyle/>
          <a:p>
            <a:pPr algn="r" rtl="1"/>
            <a:r>
              <a:rPr lang="ar-SA" sz="800" b="1" dirty="0">
                <a:latin typeface="Zanjabeel" pitchFamily="50" charset="-78"/>
                <a:cs typeface="Zanjabeel" pitchFamily="50" charset="-78"/>
              </a:rPr>
              <a:t>تطوير النموذج التشغيلي لقطاع المصارف والبرامج</a:t>
            </a:r>
            <a:endParaRPr lang="en-US" sz="800" b="1" dirty="0">
              <a:latin typeface="Zanjabeel" pitchFamily="50" charset="-78"/>
              <a:cs typeface="Zanjabeel" pitchFamily="50" charset="-78"/>
            </a:endParaRPr>
          </a:p>
        </p:txBody>
      </p:sp>
      <p:sp>
        <p:nvSpPr>
          <p:cNvPr id="73" name="TextBox 72">
            <a:extLst>
              <a:ext uri="{FF2B5EF4-FFF2-40B4-BE49-F238E27FC236}">
                <a16:creationId xmlns:a16="http://schemas.microsoft.com/office/drawing/2014/main" id="{2039FEE2-5E67-BF3F-8D59-4AEE6E8B8F31}"/>
              </a:ext>
            </a:extLst>
          </p:cNvPr>
          <p:cNvSpPr txBox="1"/>
          <p:nvPr/>
        </p:nvSpPr>
        <p:spPr>
          <a:xfrm>
            <a:off x="4024101" y="3945859"/>
            <a:ext cx="2253513" cy="215444"/>
          </a:xfrm>
          <a:prstGeom prst="rect">
            <a:avLst/>
          </a:prstGeom>
          <a:noFill/>
        </p:spPr>
        <p:txBody>
          <a:bodyPr wrap="square" rtlCol="0">
            <a:spAutoFit/>
          </a:bodyPr>
          <a:lstStyle/>
          <a:p>
            <a:pPr algn="r" rtl="1"/>
            <a:r>
              <a:rPr lang="ar-SA" sz="800" b="1" dirty="0">
                <a:latin typeface="Zanjabeel" pitchFamily="50" charset="-78"/>
                <a:cs typeface="Zanjabeel" pitchFamily="50" charset="-78"/>
              </a:rPr>
              <a:t>التخطيط الاستراتيجي والتشغيلي</a:t>
            </a:r>
            <a:endParaRPr lang="en-US" sz="800" b="1" dirty="0">
              <a:latin typeface="Zanjabeel" pitchFamily="50" charset="-78"/>
              <a:cs typeface="Zanjabeel" pitchFamily="50" charset="-78"/>
            </a:endParaRPr>
          </a:p>
        </p:txBody>
      </p:sp>
      <p:sp>
        <p:nvSpPr>
          <p:cNvPr id="74" name="object 36">
            <a:extLst>
              <a:ext uri="{FF2B5EF4-FFF2-40B4-BE49-F238E27FC236}">
                <a16:creationId xmlns:a16="http://schemas.microsoft.com/office/drawing/2014/main" id="{B23B31A6-A33C-3A53-06F0-95E897D69ACD}"/>
              </a:ext>
            </a:extLst>
          </p:cNvPr>
          <p:cNvSpPr txBox="1"/>
          <p:nvPr/>
        </p:nvSpPr>
        <p:spPr>
          <a:xfrm>
            <a:off x="1011802" y="4437842"/>
            <a:ext cx="2224476" cy="1759456"/>
          </a:xfrm>
          <a:prstGeom prst="rect">
            <a:avLst/>
          </a:prstGeom>
        </p:spPr>
        <p:txBody>
          <a:bodyPr vert="horz" wrap="square" lIns="0" tIns="12700" rIns="0" bIns="0" rtlCol="0">
            <a:spAutoFit/>
          </a:bodyPr>
          <a:lstStyle/>
          <a:p>
            <a:pPr algn="justLow" rtl="1">
              <a:lnSpc>
                <a:spcPct val="90000"/>
              </a:lnSpc>
              <a:buClr>
                <a:srgbClr val="4D4D4D"/>
              </a:buClr>
            </a:pPr>
            <a:r>
              <a:rPr lang="ar-SA" sz="900" dirty="0">
                <a:solidFill>
                  <a:srgbClr val="666666"/>
                </a:solidFill>
                <a:latin typeface="Zanjabeel" pitchFamily="50" charset="-78"/>
                <a:cs typeface="Zanjabeel" pitchFamily="50" charset="-78"/>
              </a:rPr>
              <a:t>مشروع استشاري يهدف إلى إعادة هيكلة منظومة الانضباط المالي والتشغيلي لشركة التجارات، بما يعزز قدرة الشركة على إدارة التزاماتها النظامية والتشغيلية بكفاءة أعلى، ويحسّن من إدارة التدفقات النقدية والسيولة. شمل المشروع حصر وتنظيم الالتزامات، وبناء نماذج التخطيط المالي والتوقع النقدي، وتطوير إطار الحوكمة المالية والصلاحيات، وتحديث السياسات والإجراءات الداخلية، وإجراء تحليل مؤسسي شامل، بما يدعم الاستقرار المالي، ويمنع تكرار التراكمات، ويرفع جاهزية الشركة للنمو المستدام. </a:t>
            </a:r>
          </a:p>
        </p:txBody>
      </p:sp>
      <p:sp>
        <p:nvSpPr>
          <p:cNvPr id="75" name="TextBox 74">
            <a:extLst>
              <a:ext uri="{FF2B5EF4-FFF2-40B4-BE49-F238E27FC236}">
                <a16:creationId xmlns:a16="http://schemas.microsoft.com/office/drawing/2014/main" id="{1D2A7C6D-D88D-1719-826A-0B258D70D2E7}"/>
              </a:ext>
            </a:extLst>
          </p:cNvPr>
          <p:cNvSpPr txBox="1"/>
          <p:nvPr/>
        </p:nvSpPr>
        <p:spPr>
          <a:xfrm>
            <a:off x="927735" y="3945859"/>
            <a:ext cx="2253513" cy="215444"/>
          </a:xfrm>
          <a:prstGeom prst="rect">
            <a:avLst/>
          </a:prstGeom>
          <a:noFill/>
        </p:spPr>
        <p:txBody>
          <a:bodyPr wrap="square" rtlCol="0">
            <a:spAutoFit/>
          </a:bodyPr>
          <a:lstStyle/>
          <a:p>
            <a:pPr algn="r" rtl="1"/>
            <a:r>
              <a:rPr lang="ar-SA" sz="800" b="1" dirty="0">
                <a:latin typeface="Zanjabeel" pitchFamily="50" charset="-78"/>
                <a:cs typeface="Zanjabeel" pitchFamily="50" charset="-78"/>
              </a:rPr>
              <a:t>هيكلة الانضباط التشغيلي والمالي</a:t>
            </a:r>
            <a:endParaRPr lang="en-US" sz="800" b="1" dirty="0">
              <a:latin typeface="Zanjabeel" pitchFamily="50" charset="-78"/>
              <a:cs typeface="Zanjabeel" pitchFamily="50" charset="-78"/>
            </a:endParaRPr>
          </a:p>
        </p:txBody>
      </p:sp>
      <p:pic>
        <p:nvPicPr>
          <p:cNvPr id="3" name="object 49">
            <a:extLst>
              <a:ext uri="{FF2B5EF4-FFF2-40B4-BE49-F238E27FC236}">
                <a16:creationId xmlns:a16="http://schemas.microsoft.com/office/drawing/2014/main" id="{9B4F14D6-1EAC-D56C-0FFD-AEBE1691D3E6}"/>
              </a:ext>
            </a:extLst>
          </p:cNvPr>
          <p:cNvPicPr/>
          <p:nvPr/>
        </p:nvPicPr>
        <p:blipFill>
          <a:blip r:embed="rId2" cstate="print"/>
          <a:stretch>
            <a:fillRect/>
          </a:stretch>
        </p:blipFill>
        <p:spPr>
          <a:xfrm>
            <a:off x="8424274" y="2841508"/>
            <a:ext cx="928789" cy="441896"/>
          </a:xfrm>
          <a:prstGeom prst="rect">
            <a:avLst/>
          </a:prstGeom>
        </p:spPr>
      </p:pic>
      <p:pic>
        <p:nvPicPr>
          <p:cNvPr id="4" name="object 50">
            <a:extLst>
              <a:ext uri="{FF2B5EF4-FFF2-40B4-BE49-F238E27FC236}">
                <a16:creationId xmlns:a16="http://schemas.microsoft.com/office/drawing/2014/main" id="{10BD1C05-B7C0-83DD-EAE1-CA7C639A432C}"/>
              </a:ext>
            </a:extLst>
          </p:cNvPr>
          <p:cNvPicPr/>
          <p:nvPr/>
        </p:nvPicPr>
        <p:blipFill>
          <a:blip r:embed="rId3" cstate="print"/>
          <a:stretch>
            <a:fillRect/>
          </a:stretch>
        </p:blipFill>
        <p:spPr>
          <a:xfrm>
            <a:off x="5072318" y="2922160"/>
            <a:ext cx="1245677" cy="351498"/>
          </a:xfrm>
          <a:prstGeom prst="rect">
            <a:avLst/>
          </a:prstGeom>
        </p:spPr>
      </p:pic>
      <p:pic>
        <p:nvPicPr>
          <p:cNvPr id="8" name="object 51">
            <a:extLst>
              <a:ext uri="{FF2B5EF4-FFF2-40B4-BE49-F238E27FC236}">
                <a16:creationId xmlns:a16="http://schemas.microsoft.com/office/drawing/2014/main" id="{196EFC61-58C2-A0AB-F575-2F24B7961C68}"/>
              </a:ext>
            </a:extLst>
          </p:cNvPr>
          <p:cNvPicPr/>
          <p:nvPr/>
        </p:nvPicPr>
        <p:blipFill>
          <a:blip r:embed="rId4" cstate="print"/>
          <a:stretch>
            <a:fillRect/>
          </a:stretch>
        </p:blipFill>
        <p:spPr>
          <a:xfrm>
            <a:off x="2330928" y="2827398"/>
            <a:ext cx="996073" cy="451878"/>
          </a:xfrm>
          <a:prstGeom prst="rect">
            <a:avLst/>
          </a:prstGeom>
        </p:spPr>
      </p:pic>
      <p:sp>
        <p:nvSpPr>
          <p:cNvPr id="13" name="object 6" descr="$PPTXTitle">
            <a:extLst>
              <a:ext uri="{FF2B5EF4-FFF2-40B4-BE49-F238E27FC236}">
                <a16:creationId xmlns:a16="http://schemas.microsoft.com/office/drawing/2014/main" id="{0BFE198E-53CD-F2D4-B959-845242BAFF2D}"/>
              </a:ext>
            </a:extLst>
          </p:cNvPr>
          <p:cNvSpPr txBox="1">
            <a:spLocks/>
          </p:cNvSpPr>
          <p:nvPr/>
        </p:nvSpPr>
        <p:spPr>
          <a:xfrm>
            <a:off x="7292416" y="1382082"/>
            <a:ext cx="2137410" cy="324448"/>
          </a:xfrm>
          <a:prstGeom prst="rect">
            <a:avLst/>
          </a:prstGeom>
        </p:spPr>
        <p:txBody>
          <a:bodyPr vert="horz" wrap="square" lIns="0" tIns="16510" rIns="0" bIns="0" rtlCol="0">
            <a:spAutoFit/>
          </a:bodyPr>
          <a:lstStyle>
            <a:lvl1pPr>
              <a:defRPr sz="2300" b="1" i="0">
                <a:solidFill>
                  <a:srgbClr val="D6E5F5"/>
                </a:solidFill>
                <a:latin typeface="Arial"/>
                <a:ea typeface="+mj-ea"/>
                <a:cs typeface="Arial"/>
              </a:defRPr>
            </a:lvl1pPr>
          </a:lstStyle>
          <a:p>
            <a:pPr marL="38100" marR="30480" algn="r">
              <a:spcBef>
                <a:spcPts val="130"/>
              </a:spcBef>
            </a:pPr>
            <a:r>
              <a:rPr lang="ar-SA" sz="2000">
                <a:solidFill>
                  <a:schemeClr val="tx1"/>
                </a:solidFill>
                <a:latin typeface="Zanjabeel" pitchFamily="50" charset="-78"/>
                <a:cs typeface="Zanjabeel" pitchFamily="50" charset="-78"/>
              </a:rPr>
              <a:t>دراسة الحالة</a:t>
            </a:r>
            <a:endParaRPr lang="ar-SA" sz="2000" dirty="0">
              <a:solidFill>
                <a:schemeClr val="tx1"/>
              </a:solidFill>
              <a:latin typeface="Zanjabeel" pitchFamily="50" charset="-78"/>
              <a:cs typeface="Zanjabeel" pitchFamily="50" charset="-78"/>
            </a:endParaRPr>
          </a:p>
        </p:txBody>
      </p:sp>
      <p:sp>
        <p:nvSpPr>
          <p:cNvPr id="14" name="object 7">
            <a:extLst>
              <a:ext uri="{FF2B5EF4-FFF2-40B4-BE49-F238E27FC236}">
                <a16:creationId xmlns:a16="http://schemas.microsoft.com/office/drawing/2014/main" id="{F89E2395-B739-DD9F-4646-814D549977CE}"/>
              </a:ext>
            </a:extLst>
          </p:cNvPr>
          <p:cNvSpPr txBox="1"/>
          <p:nvPr/>
        </p:nvSpPr>
        <p:spPr>
          <a:xfrm>
            <a:off x="5270500" y="1866347"/>
            <a:ext cx="4187454" cy="520655"/>
          </a:xfrm>
          <a:prstGeom prst="rect">
            <a:avLst/>
          </a:prstGeom>
        </p:spPr>
        <p:txBody>
          <a:bodyPr vert="horz" wrap="square" lIns="0" tIns="12700" rIns="0" bIns="0" rtlCol="0">
            <a:spAutoFit/>
          </a:bodyPr>
          <a:lstStyle/>
          <a:p>
            <a:pPr rtl="1"/>
            <a:r>
              <a:rPr lang="ar-SA" sz="1100" dirty="0">
                <a:latin typeface="Zanjabeel Thin" pitchFamily="50" charset="-78"/>
                <a:cs typeface="Zanjabeel Thin" pitchFamily="50" charset="-78"/>
              </a:rPr>
              <a:t>عمل فريقنا مع نخبة من الجهات الحكومية، وشبه الحكومية، والقطاع الخاص، والقطاع غير الربحي، وساهم في تنفيذ مشاريع تطوير مؤسسي وقيادي أحدثت أثرًا ملموسًا ومستدامًا.</a:t>
            </a:r>
            <a:endParaRPr lang="ar-SA" sz="1100" b="0" dirty="0">
              <a:effectLst/>
              <a:latin typeface="Zanjabeel Thin" pitchFamily="50" charset="-78"/>
              <a:cs typeface="Zanjabeel Thin" pitchFamily="50" charset="-78"/>
            </a:endParaRPr>
          </a:p>
        </p:txBody>
      </p:sp>
      <p:sp>
        <p:nvSpPr>
          <p:cNvPr id="15" name="TextBox 14">
            <a:extLst>
              <a:ext uri="{FF2B5EF4-FFF2-40B4-BE49-F238E27FC236}">
                <a16:creationId xmlns:a16="http://schemas.microsoft.com/office/drawing/2014/main" id="{B57EBA60-D608-A40D-E3F9-C2DE8ACDCBA0}"/>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tx1"/>
                </a:solidFill>
                <a:latin typeface="Zanjabeel" pitchFamily="50" charset="-78"/>
                <a:cs typeface="Zanjabeel" pitchFamily="50" charset="-78"/>
              </a:rPr>
              <a:t>دراسة الحالة</a:t>
            </a:r>
            <a:endParaRPr lang="en-US" sz="700" dirty="0">
              <a:solidFill>
                <a:schemeClr val="tx1"/>
              </a:solidFill>
              <a:latin typeface="Zanjabeel" pitchFamily="50" charset="-78"/>
              <a:cs typeface="Zanjabeel" pitchFamily="50" charset="-78"/>
            </a:endParaRPr>
          </a:p>
        </p:txBody>
      </p:sp>
    </p:spTree>
    <p:extLst>
      <p:ext uri="{BB962C8B-B14F-4D97-AF65-F5344CB8AC3E}">
        <p14:creationId xmlns:p14="http://schemas.microsoft.com/office/powerpoint/2010/main" val="842776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sp>
        <p:nvSpPr>
          <p:cNvPr id="5" name="object 5"/>
          <p:cNvSpPr/>
          <p:nvPr/>
        </p:nvSpPr>
        <p:spPr>
          <a:xfrm>
            <a:off x="9109661" y="1257056"/>
            <a:ext cx="1177925" cy="467995"/>
          </a:xfrm>
          <a:custGeom>
            <a:avLst/>
            <a:gdLst/>
            <a:ahLst/>
            <a:cxnLst/>
            <a:rect l="l" t="t" r="r" b="b"/>
            <a:pathLst>
              <a:path w="1177925" h="467994">
                <a:moveTo>
                  <a:pt x="941997" y="12"/>
                </a:moveTo>
                <a:lnTo>
                  <a:pt x="0" y="0"/>
                </a:lnTo>
                <a:lnTo>
                  <a:pt x="0" y="117119"/>
                </a:lnTo>
                <a:lnTo>
                  <a:pt x="235330" y="235407"/>
                </a:lnTo>
                <a:lnTo>
                  <a:pt x="235330" y="467652"/>
                </a:lnTo>
                <a:lnTo>
                  <a:pt x="1177340" y="467664"/>
                </a:lnTo>
                <a:lnTo>
                  <a:pt x="1177340" y="350545"/>
                </a:lnTo>
                <a:lnTo>
                  <a:pt x="941997" y="232257"/>
                </a:lnTo>
                <a:lnTo>
                  <a:pt x="941997" y="12"/>
                </a:lnTo>
                <a:close/>
              </a:path>
            </a:pathLst>
          </a:custGeom>
          <a:solidFill>
            <a:srgbClr val="D6E5F5"/>
          </a:solidFill>
        </p:spPr>
        <p:txBody>
          <a:bodyPr wrap="square" lIns="0" tIns="0" rIns="0" bIns="0" rtlCol="0"/>
          <a:lstStyle/>
          <a:p>
            <a:endParaRPr/>
          </a:p>
        </p:txBody>
      </p:sp>
      <p:sp>
        <p:nvSpPr>
          <p:cNvPr id="6" name="object 6"/>
          <p:cNvSpPr txBox="1"/>
          <p:nvPr/>
        </p:nvSpPr>
        <p:spPr>
          <a:xfrm>
            <a:off x="7920157" y="1012646"/>
            <a:ext cx="2042087" cy="645048"/>
          </a:xfrm>
          <a:prstGeom prst="rect">
            <a:avLst/>
          </a:prstGeom>
        </p:spPr>
        <p:txBody>
          <a:bodyPr vert="horz" wrap="square" lIns="0" tIns="16510" rIns="0" bIns="0" rtlCol="0">
            <a:spAutoFit/>
          </a:bodyPr>
          <a:lstStyle/>
          <a:p>
            <a:pPr marL="38100" marR="30480" algn="r">
              <a:lnSpc>
                <a:spcPct val="100000"/>
              </a:lnSpc>
              <a:spcBef>
                <a:spcPts val="130"/>
              </a:spcBef>
            </a:pPr>
            <a:r>
              <a:rPr lang="ar-SA" sz="2000" b="1" dirty="0">
                <a:latin typeface="Zanjabeel" pitchFamily="50" charset="-78"/>
                <a:cs typeface="Zanjabeel" pitchFamily="50" charset="-78"/>
              </a:rPr>
              <a:t>من ابرز </a:t>
            </a:r>
          </a:p>
          <a:p>
            <a:pPr marL="38100" marR="30480" algn="r">
              <a:lnSpc>
                <a:spcPct val="100000"/>
              </a:lnSpc>
              <a:spcBef>
                <a:spcPts val="130"/>
              </a:spcBef>
            </a:pPr>
            <a:r>
              <a:rPr lang="ar-SA" sz="2000" b="1" dirty="0">
                <a:latin typeface="Zanjabeel" pitchFamily="50" charset="-78"/>
                <a:cs typeface="Zanjabeel" pitchFamily="50" charset="-78"/>
              </a:rPr>
              <a:t>شركاء النجاح</a:t>
            </a:r>
            <a:endParaRPr sz="2000" b="1" dirty="0">
              <a:latin typeface="Zanjabeel" pitchFamily="50" charset="-78"/>
              <a:cs typeface="Zanjabeel" pitchFamily="50" charset="-78"/>
            </a:endParaRPr>
          </a:p>
        </p:txBody>
      </p:sp>
      <p:sp>
        <p:nvSpPr>
          <p:cNvPr id="8" name="object 8"/>
          <p:cNvSpPr txBox="1"/>
          <p:nvPr/>
        </p:nvSpPr>
        <p:spPr>
          <a:xfrm>
            <a:off x="974486" y="1039553"/>
            <a:ext cx="6448054" cy="689932"/>
          </a:xfrm>
          <a:prstGeom prst="rect">
            <a:avLst/>
          </a:prstGeom>
        </p:spPr>
        <p:txBody>
          <a:bodyPr vert="horz" wrap="square" lIns="0" tIns="12700" rIns="0" bIns="0" rtlCol="0">
            <a:spAutoFit/>
          </a:bodyPr>
          <a:lstStyle/>
          <a:p>
            <a:pPr rtl="1"/>
            <a:r>
              <a:rPr lang="ar-SA" sz="1100" dirty="0">
                <a:latin typeface="Zanjabeel Thin" pitchFamily="50" charset="-78"/>
                <a:cs typeface="Zanjabeel Thin" pitchFamily="50" charset="-78"/>
              </a:rPr>
              <a:t>عمل فريقنا على تنفيذ مشاريع سابقة مع نخبة من العملاء في مختلف القطاعات حيث أثمرت هذه الأعمال عن تجارب ناجحة وخبرات عميقة في تطوير الأداء المؤسسي. تشمل هذه الجهات: كيانات حكومية, شركات خاصة ,منظمات غير ربحية وجهات أكاديمية. يفخر فريقنا بالمساهمة في تقديم الحلول المتميزة لهم.</a:t>
            </a:r>
            <a:endParaRPr sz="600" dirty="0">
              <a:latin typeface="Zanjabeel Thin" pitchFamily="50" charset="-78"/>
              <a:cs typeface="Zanjabeel Thin" pitchFamily="50" charset="-78"/>
            </a:endParaRPr>
          </a:p>
        </p:txBody>
      </p:sp>
      <p:pic>
        <p:nvPicPr>
          <p:cNvPr id="12" name="object 12"/>
          <p:cNvPicPr/>
          <p:nvPr/>
        </p:nvPicPr>
        <p:blipFill>
          <a:blip r:embed="rId2" cstate="print"/>
          <a:stretch>
            <a:fillRect/>
          </a:stretch>
        </p:blipFill>
        <p:spPr>
          <a:xfrm>
            <a:off x="1365961" y="4640275"/>
            <a:ext cx="1186649" cy="403720"/>
          </a:xfrm>
          <a:prstGeom prst="rect">
            <a:avLst/>
          </a:prstGeom>
        </p:spPr>
      </p:pic>
      <p:pic>
        <p:nvPicPr>
          <p:cNvPr id="13" name="object 13"/>
          <p:cNvPicPr/>
          <p:nvPr/>
        </p:nvPicPr>
        <p:blipFill>
          <a:blip r:embed="rId3" cstate="print"/>
          <a:stretch>
            <a:fillRect/>
          </a:stretch>
        </p:blipFill>
        <p:spPr>
          <a:xfrm>
            <a:off x="6718522" y="3864279"/>
            <a:ext cx="819184" cy="354324"/>
          </a:xfrm>
          <a:prstGeom prst="rect">
            <a:avLst/>
          </a:prstGeom>
        </p:spPr>
      </p:pic>
      <p:pic>
        <p:nvPicPr>
          <p:cNvPr id="14" name="object 14"/>
          <p:cNvPicPr/>
          <p:nvPr/>
        </p:nvPicPr>
        <p:blipFill>
          <a:blip r:embed="rId4" cstate="print"/>
          <a:stretch>
            <a:fillRect/>
          </a:stretch>
        </p:blipFill>
        <p:spPr>
          <a:xfrm>
            <a:off x="5067668" y="3870172"/>
            <a:ext cx="719912" cy="342519"/>
          </a:xfrm>
          <a:prstGeom prst="rect">
            <a:avLst/>
          </a:prstGeom>
        </p:spPr>
      </p:pic>
      <p:sp>
        <p:nvSpPr>
          <p:cNvPr id="15" name="object 15"/>
          <p:cNvSpPr/>
          <p:nvPr/>
        </p:nvSpPr>
        <p:spPr>
          <a:xfrm>
            <a:off x="8313318" y="4777841"/>
            <a:ext cx="551815" cy="139700"/>
          </a:xfrm>
          <a:custGeom>
            <a:avLst/>
            <a:gdLst/>
            <a:ahLst/>
            <a:cxnLst/>
            <a:rect l="l" t="t" r="r" b="b"/>
            <a:pathLst>
              <a:path w="551815" h="139700">
                <a:moveTo>
                  <a:pt x="18821" y="78968"/>
                </a:moveTo>
                <a:lnTo>
                  <a:pt x="16814" y="77241"/>
                </a:lnTo>
                <a:lnTo>
                  <a:pt x="11633" y="77241"/>
                </a:lnTo>
                <a:lnTo>
                  <a:pt x="9626" y="78968"/>
                </a:lnTo>
                <a:lnTo>
                  <a:pt x="9626" y="84137"/>
                </a:lnTo>
                <a:lnTo>
                  <a:pt x="11925" y="85572"/>
                </a:lnTo>
                <a:lnTo>
                  <a:pt x="14224" y="85572"/>
                </a:lnTo>
                <a:lnTo>
                  <a:pt x="16662" y="85572"/>
                </a:lnTo>
                <a:lnTo>
                  <a:pt x="18821" y="84137"/>
                </a:lnTo>
                <a:lnTo>
                  <a:pt x="18821" y="78968"/>
                </a:lnTo>
                <a:close/>
              </a:path>
              <a:path w="551815" h="139700">
                <a:moveTo>
                  <a:pt x="31038" y="78968"/>
                </a:moveTo>
                <a:lnTo>
                  <a:pt x="29032" y="77241"/>
                </a:lnTo>
                <a:lnTo>
                  <a:pt x="23850" y="77241"/>
                </a:lnTo>
                <a:lnTo>
                  <a:pt x="21844" y="78968"/>
                </a:lnTo>
                <a:lnTo>
                  <a:pt x="21844" y="84137"/>
                </a:lnTo>
                <a:lnTo>
                  <a:pt x="24142" y="85572"/>
                </a:lnTo>
                <a:lnTo>
                  <a:pt x="26441" y="85572"/>
                </a:lnTo>
                <a:lnTo>
                  <a:pt x="28879" y="85572"/>
                </a:lnTo>
                <a:lnTo>
                  <a:pt x="31038" y="84137"/>
                </a:lnTo>
                <a:lnTo>
                  <a:pt x="31038" y="78968"/>
                </a:lnTo>
                <a:close/>
              </a:path>
              <a:path w="551815" h="139700">
                <a:moveTo>
                  <a:pt x="41808" y="132816"/>
                </a:moveTo>
                <a:lnTo>
                  <a:pt x="39801" y="131089"/>
                </a:lnTo>
                <a:lnTo>
                  <a:pt x="37211" y="131089"/>
                </a:lnTo>
                <a:lnTo>
                  <a:pt x="34620" y="131089"/>
                </a:lnTo>
                <a:lnTo>
                  <a:pt x="32613" y="132816"/>
                </a:lnTo>
                <a:lnTo>
                  <a:pt x="32613" y="137985"/>
                </a:lnTo>
                <a:lnTo>
                  <a:pt x="34772" y="139420"/>
                </a:lnTo>
                <a:lnTo>
                  <a:pt x="39649" y="139420"/>
                </a:lnTo>
                <a:lnTo>
                  <a:pt x="41808" y="137985"/>
                </a:lnTo>
                <a:lnTo>
                  <a:pt x="41808" y="132816"/>
                </a:lnTo>
                <a:close/>
              </a:path>
              <a:path w="551815" h="139700">
                <a:moveTo>
                  <a:pt x="54165" y="132816"/>
                </a:moveTo>
                <a:lnTo>
                  <a:pt x="52158" y="131089"/>
                </a:lnTo>
                <a:lnTo>
                  <a:pt x="49568" y="131089"/>
                </a:lnTo>
                <a:lnTo>
                  <a:pt x="46977" y="131089"/>
                </a:lnTo>
                <a:lnTo>
                  <a:pt x="44970" y="132816"/>
                </a:lnTo>
                <a:lnTo>
                  <a:pt x="44970" y="137985"/>
                </a:lnTo>
                <a:lnTo>
                  <a:pt x="47129" y="139420"/>
                </a:lnTo>
                <a:lnTo>
                  <a:pt x="52006" y="139420"/>
                </a:lnTo>
                <a:lnTo>
                  <a:pt x="54165" y="137985"/>
                </a:lnTo>
                <a:lnTo>
                  <a:pt x="54165" y="132816"/>
                </a:lnTo>
                <a:close/>
              </a:path>
              <a:path w="551815" h="139700">
                <a:moveTo>
                  <a:pt x="99720" y="118021"/>
                </a:moveTo>
                <a:lnTo>
                  <a:pt x="81470" y="118021"/>
                </a:lnTo>
                <a:lnTo>
                  <a:pt x="79311" y="114719"/>
                </a:lnTo>
                <a:lnTo>
                  <a:pt x="78155" y="111277"/>
                </a:lnTo>
                <a:lnTo>
                  <a:pt x="78155" y="102374"/>
                </a:lnTo>
                <a:lnTo>
                  <a:pt x="81902" y="98933"/>
                </a:lnTo>
                <a:lnTo>
                  <a:pt x="89941" y="98933"/>
                </a:lnTo>
                <a:lnTo>
                  <a:pt x="92671" y="99796"/>
                </a:lnTo>
                <a:lnTo>
                  <a:pt x="95973" y="101371"/>
                </a:lnTo>
                <a:lnTo>
                  <a:pt x="96710" y="99364"/>
                </a:lnTo>
                <a:lnTo>
                  <a:pt x="96812" y="99072"/>
                </a:lnTo>
                <a:lnTo>
                  <a:pt x="96862" y="98933"/>
                </a:lnTo>
                <a:lnTo>
                  <a:pt x="98425" y="94615"/>
                </a:lnTo>
                <a:lnTo>
                  <a:pt x="94107" y="92748"/>
                </a:lnTo>
                <a:lnTo>
                  <a:pt x="89941" y="91744"/>
                </a:lnTo>
                <a:lnTo>
                  <a:pt x="77444" y="91744"/>
                </a:lnTo>
                <a:lnTo>
                  <a:pt x="71120" y="97218"/>
                </a:lnTo>
                <a:lnTo>
                  <a:pt x="71120" y="109982"/>
                </a:lnTo>
                <a:lnTo>
                  <a:pt x="71843" y="113576"/>
                </a:lnTo>
                <a:lnTo>
                  <a:pt x="73367" y="117881"/>
                </a:lnTo>
                <a:lnTo>
                  <a:pt x="73418" y="118021"/>
                </a:lnTo>
                <a:lnTo>
                  <a:pt x="57899" y="118021"/>
                </a:lnTo>
                <a:lnTo>
                  <a:pt x="57899" y="92176"/>
                </a:lnTo>
                <a:lnTo>
                  <a:pt x="50571" y="92176"/>
                </a:lnTo>
                <a:lnTo>
                  <a:pt x="50571" y="118021"/>
                </a:lnTo>
                <a:lnTo>
                  <a:pt x="30746" y="118021"/>
                </a:lnTo>
                <a:lnTo>
                  <a:pt x="30746" y="117881"/>
                </a:lnTo>
                <a:lnTo>
                  <a:pt x="30746" y="99364"/>
                </a:lnTo>
                <a:lnTo>
                  <a:pt x="30746" y="92176"/>
                </a:lnTo>
                <a:lnTo>
                  <a:pt x="23418" y="92176"/>
                </a:lnTo>
                <a:lnTo>
                  <a:pt x="23418" y="99364"/>
                </a:lnTo>
                <a:lnTo>
                  <a:pt x="23418" y="117881"/>
                </a:lnTo>
                <a:lnTo>
                  <a:pt x="11353" y="117881"/>
                </a:lnTo>
                <a:lnTo>
                  <a:pt x="6896" y="114147"/>
                </a:lnTo>
                <a:lnTo>
                  <a:pt x="6896" y="103098"/>
                </a:lnTo>
                <a:lnTo>
                  <a:pt x="11201" y="99364"/>
                </a:lnTo>
                <a:lnTo>
                  <a:pt x="23418" y="99364"/>
                </a:lnTo>
                <a:lnTo>
                  <a:pt x="23418" y="92176"/>
                </a:lnTo>
                <a:lnTo>
                  <a:pt x="7467" y="92176"/>
                </a:lnTo>
                <a:lnTo>
                  <a:pt x="0" y="99072"/>
                </a:lnTo>
                <a:lnTo>
                  <a:pt x="0" y="118605"/>
                </a:lnTo>
                <a:lnTo>
                  <a:pt x="7175" y="125349"/>
                </a:lnTo>
                <a:lnTo>
                  <a:pt x="99720" y="125349"/>
                </a:lnTo>
                <a:lnTo>
                  <a:pt x="99720" y="118021"/>
                </a:lnTo>
                <a:close/>
              </a:path>
              <a:path w="551815" h="139700">
                <a:moveTo>
                  <a:pt x="142684" y="5016"/>
                </a:moveTo>
                <a:lnTo>
                  <a:pt x="140677" y="3302"/>
                </a:lnTo>
                <a:lnTo>
                  <a:pt x="135496" y="3302"/>
                </a:lnTo>
                <a:lnTo>
                  <a:pt x="133489" y="5016"/>
                </a:lnTo>
                <a:lnTo>
                  <a:pt x="133489" y="10198"/>
                </a:lnTo>
                <a:lnTo>
                  <a:pt x="135648" y="11633"/>
                </a:lnTo>
                <a:lnTo>
                  <a:pt x="138087" y="11633"/>
                </a:lnTo>
                <a:lnTo>
                  <a:pt x="140525" y="11633"/>
                </a:lnTo>
                <a:lnTo>
                  <a:pt x="142684" y="10198"/>
                </a:lnTo>
                <a:lnTo>
                  <a:pt x="142684" y="5016"/>
                </a:lnTo>
                <a:close/>
              </a:path>
              <a:path w="551815" h="139700">
                <a:moveTo>
                  <a:pt x="154889" y="5016"/>
                </a:moveTo>
                <a:lnTo>
                  <a:pt x="152882" y="3302"/>
                </a:lnTo>
                <a:lnTo>
                  <a:pt x="147701" y="3302"/>
                </a:lnTo>
                <a:lnTo>
                  <a:pt x="145694" y="5016"/>
                </a:lnTo>
                <a:lnTo>
                  <a:pt x="145694" y="10198"/>
                </a:lnTo>
                <a:lnTo>
                  <a:pt x="147853" y="11633"/>
                </a:lnTo>
                <a:lnTo>
                  <a:pt x="150291" y="11633"/>
                </a:lnTo>
                <a:lnTo>
                  <a:pt x="152730" y="11633"/>
                </a:lnTo>
                <a:lnTo>
                  <a:pt x="154889" y="10198"/>
                </a:lnTo>
                <a:lnTo>
                  <a:pt x="154889" y="5016"/>
                </a:lnTo>
                <a:close/>
              </a:path>
              <a:path w="551815" h="139700">
                <a:moveTo>
                  <a:pt x="165239" y="58877"/>
                </a:moveTo>
                <a:lnTo>
                  <a:pt x="163233" y="57150"/>
                </a:lnTo>
                <a:lnTo>
                  <a:pt x="158051" y="57150"/>
                </a:lnTo>
                <a:lnTo>
                  <a:pt x="156032" y="58877"/>
                </a:lnTo>
                <a:lnTo>
                  <a:pt x="156032" y="64046"/>
                </a:lnTo>
                <a:lnTo>
                  <a:pt x="158191" y="65481"/>
                </a:lnTo>
                <a:lnTo>
                  <a:pt x="163080" y="65481"/>
                </a:lnTo>
                <a:lnTo>
                  <a:pt x="165239" y="64046"/>
                </a:lnTo>
                <a:lnTo>
                  <a:pt x="165239" y="61315"/>
                </a:lnTo>
                <a:lnTo>
                  <a:pt x="165239" y="58877"/>
                </a:lnTo>
                <a:close/>
              </a:path>
              <a:path w="551815" h="139700">
                <a:moveTo>
                  <a:pt x="169697" y="80403"/>
                </a:moveTo>
                <a:lnTo>
                  <a:pt x="167690" y="78689"/>
                </a:lnTo>
                <a:lnTo>
                  <a:pt x="162509" y="78689"/>
                </a:lnTo>
                <a:lnTo>
                  <a:pt x="160502" y="80403"/>
                </a:lnTo>
                <a:lnTo>
                  <a:pt x="160502" y="85572"/>
                </a:lnTo>
                <a:lnTo>
                  <a:pt x="162661" y="87007"/>
                </a:lnTo>
                <a:lnTo>
                  <a:pt x="165100" y="87007"/>
                </a:lnTo>
                <a:lnTo>
                  <a:pt x="167538" y="87007"/>
                </a:lnTo>
                <a:lnTo>
                  <a:pt x="169697" y="85572"/>
                </a:lnTo>
                <a:lnTo>
                  <a:pt x="169697" y="80403"/>
                </a:lnTo>
                <a:close/>
              </a:path>
              <a:path w="551815" h="139700">
                <a:moveTo>
                  <a:pt x="177457" y="58877"/>
                </a:moveTo>
                <a:lnTo>
                  <a:pt x="175450" y="57150"/>
                </a:lnTo>
                <a:lnTo>
                  <a:pt x="170268" y="57150"/>
                </a:lnTo>
                <a:lnTo>
                  <a:pt x="168262" y="58877"/>
                </a:lnTo>
                <a:lnTo>
                  <a:pt x="168262" y="64046"/>
                </a:lnTo>
                <a:lnTo>
                  <a:pt x="170421" y="65481"/>
                </a:lnTo>
                <a:lnTo>
                  <a:pt x="175298" y="65481"/>
                </a:lnTo>
                <a:lnTo>
                  <a:pt x="177457" y="64046"/>
                </a:lnTo>
                <a:lnTo>
                  <a:pt x="177457" y="61315"/>
                </a:lnTo>
                <a:lnTo>
                  <a:pt x="177457" y="58877"/>
                </a:lnTo>
                <a:close/>
              </a:path>
              <a:path w="551815" h="139700">
                <a:moveTo>
                  <a:pt x="181622" y="18097"/>
                </a:moveTo>
                <a:lnTo>
                  <a:pt x="174294" y="18097"/>
                </a:lnTo>
                <a:lnTo>
                  <a:pt x="174294" y="43929"/>
                </a:lnTo>
                <a:lnTo>
                  <a:pt x="154457" y="43929"/>
                </a:lnTo>
                <a:lnTo>
                  <a:pt x="154457" y="25412"/>
                </a:lnTo>
                <a:lnTo>
                  <a:pt x="154457" y="18097"/>
                </a:lnTo>
                <a:lnTo>
                  <a:pt x="147281" y="18097"/>
                </a:lnTo>
                <a:lnTo>
                  <a:pt x="147281" y="25412"/>
                </a:lnTo>
                <a:lnTo>
                  <a:pt x="147281" y="43929"/>
                </a:lnTo>
                <a:lnTo>
                  <a:pt x="135216" y="43929"/>
                </a:lnTo>
                <a:lnTo>
                  <a:pt x="130759" y="40347"/>
                </a:lnTo>
                <a:lnTo>
                  <a:pt x="130759" y="29146"/>
                </a:lnTo>
                <a:lnTo>
                  <a:pt x="135064" y="25412"/>
                </a:lnTo>
                <a:lnTo>
                  <a:pt x="147281" y="25412"/>
                </a:lnTo>
                <a:lnTo>
                  <a:pt x="147281" y="18097"/>
                </a:lnTo>
                <a:lnTo>
                  <a:pt x="131191" y="18097"/>
                </a:lnTo>
                <a:lnTo>
                  <a:pt x="123723" y="24980"/>
                </a:lnTo>
                <a:lnTo>
                  <a:pt x="123799" y="40347"/>
                </a:lnTo>
                <a:lnTo>
                  <a:pt x="123863" y="44513"/>
                </a:lnTo>
                <a:lnTo>
                  <a:pt x="131051" y="51257"/>
                </a:lnTo>
                <a:lnTo>
                  <a:pt x="181622" y="51257"/>
                </a:lnTo>
                <a:lnTo>
                  <a:pt x="181622" y="43929"/>
                </a:lnTo>
                <a:lnTo>
                  <a:pt x="181622" y="18097"/>
                </a:lnTo>
                <a:close/>
              </a:path>
              <a:path w="551815" h="139700">
                <a:moveTo>
                  <a:pt x="181914" y="80403"/>
                </a:moveTo>
                <a:lnTo>
                  <a:pt x="179908" y="78689"/>
                </a:lnTo>
                <a:lnTo>
                  <a:pt x="174726" y="78689"/>
                </a:lnTo>
                <a:lnTo>
                  <a:pt x="172720" y="80403"/>
                </a:lnTo>
                <a:lnTo>
                  <a:pt x="172720" y="85572"/>
                </a:lnTo>
                <a:lnTo>
                  <a:pt x="174879" y="87007"/>
                </a:lnTo>
                <a:lnTo>
                  <a:pt x="177317" y="87007"/>
                </a:lnTo>
                <a:lnTo>
                  <a:pt x="179755" y="87007"/>
                </a:lnTo>
                <a:lnTo>
                  <a:pt x="181914" y="85572"/>
                </a:lnTo>
                <a:lnTo>
                  <a:pt x="181914" y="80403"/>
                </a:lnTo>
                <a:close/>
              </a:path>
              <a:path w="551815" h="139700">
                <a:moveTo>
                  <a:pt x="219697" y="132664"/>
                </a:moveTo>
                <a:lnTo>
                  <a:pt x="217690" y="131089"/>
                </a:lnTo>
                <a:lnTo>
                  <a:pt x="215099" y="131089"/>
                </a:lnTo>
                <a:lnTo>
                  <a:pt x="212521" y="131089"/>
                </a:lnTo>
                <a:lnTo>
                  <a:pt x="210362" y="132816"/>
                </a:lnTo>
                <a:lnTo>
                  <a:pt x="210362" y="138125"/>
                </a:lnTo>
                <a:lnTo>
                  <a:pt x="212661" y="139560"/>
                </a:lnTo>
                <a:lnTo>
                  <a:pt x="217538" y="139560"/>
                </a:lnTo>
                <a:lnTo>
                  <a:pt x="219697" y="138125"/>
                </a:lnTo>
                <a:lnTo>
                  <a:pt x="219697" y="132664"/>
                </a:lnTo>
                <a:close/>
              </a:path>
              <a:path w="551815" h="139700">
                <a:moveTo>
                  <a:pt x="235216" y="120319"/>
                </a:moveTo>
                <a:lnTo>
                  <a:pt x="235115" y="118173"/>
                </a:lnTo>
                <a:lnTo>
                  <a:pt x="235000" y="118021"/>
                </a:lnTo>
                <a:lnTo>
                  <a:pt x="230936" y="112636"/>
                </a:lnTo>
                <a:lnTo>
                  <a:pt x="226898" y="103517"/>
                </a:lnTo>
                <a:lnTo>
                  <a:pt x="223532" y="98793"/>
                </a:lnTo>
                <a:lnTo>
                  <a:pt x="220853" y="95046"/>
                </a:lnTo>
                <a:lnTo>
                  <a:pt x="210502" y="91313"/>
                </a:lnTo>
                <a:lnTo>
                  <a:pt x="206336" y="91313"/>
                </a:lnTo>
                <a:lnTo>
                  <a:pt x="202450" y="92608"/>
                </a:lnTo>
                <a:lnTo>
                  <a:pt x="198424" y="94754"/>
                </a:lnTo>
                <a:lnTo>
                  <a:pt x="201015" y="101523"/>
                </a:lnTo>
                <a:lnTo>
                  <a:pt x="204470" y="99504"/>
                </a:lnTo>
                <a:lnTo>
                  <a:pt x="206768" y="98793"/>
                </a:lnTo>
                <a:lnTo>
                  <a:pt x="218986" y="98793"/>
                </a:lnTo>
                <a:lnTo>
                  <a:pt x="220675" y="108978"/>
                </a:lnTo>
                <a:lnTo>
                  <a:pt x="220700" y="109131"/>
                </a:lnTo>
                <a:lnTo>
                  <a:pt x="225513" y="117881"/>
                </a:lnTo>
                <a:lnTo>
                  <a:pt x="225590" y="118021"/>
                </a:lnTo>
                <a:lnTo>
                  <a:pt x="188226" y="118021"/>
                </a:lnTo>
                <a:lnTo>
                  <a:pt x="188226" y="92176"/>
                </a:lnTo>
                <a:lnTo>
                  <a:pt x="181051" y="92176"/>
                </a:lnTo>
                <a:lnTo>
                  <a:pt x="181051" y="118021"/>
                </a:lnTo>
                <a:lnTo>
                  <a:pt x="161226" y="118021"/>
                </a:lnTo>
                <a:lnTo>
                  <a:pt x="161226" y="117881"/>
                </a:lnTo>
                <a:lnTo>
                  <a:pt x="161226" y="98793"/>
                </a:lnTo>
                <a:lnTo>
                  <a:pt x="161226" y="98501"/>
                </a:lnTo>
                <a:lnTo>
                  <a:pt x="154749" y="91452"/>
                </a:lnTo>
                <a:lnTo>
                  <a:pt x="153885" y="91452"/>
                </a:lnTo>
                <a:lnTo>
                  <a:pt x="153885" y="102806"/>
                </a:lnTo>
                <a:lnTo>
                  <a:pt x="153885" y="117881"/>
                </a:lnTo>
                <a:lnTo>
                  <a:pt x="139661" y="117881"/>
                </a:lnTo>
                <a:lnTo>
                  <a:pt x="136067" y="114871"/>
                </a:lnTo>
                <a:lnTo>
                  <a:pt x="136067" y="102806"/>
                </a:lnTo>
                <a:lnTo>
                  <a:pt x="139661" y="98793"/>
                </a:lnTo>
                <a:lnTo>
                  <a:pt x="150291" y="98793"/>
                </a:lnTo>
                <a:lnTo>
                  <a:pt x="153885" y="102806"/>
                </a:lnTo>
                <a:lnTo>
                  <a:pt x="153885" y="91452"/>
                </a:lnTo>
                <a:lnTo>
                  <a:pt x="135216" y="91452"/>
                </a:lnTo>
                <a:lnTo>
                  <a:pt x="128752" y="98501"/>
                </a:lnTo>
                <a:lnTo>
                  <a:pt x="128752" y="115303"/>
                </a:lnTo>
                <a:lnTo>
                  <a:pt x="125730" y="118173"/>
                </a:lnTo>
                <a:lnTo>
                  <a:pt x="114795" y="118173"/>
                </a:lnTo>
                <a:lnTo>
                  <a:pt x="114795" y="78968"/>
                </a:lnTo>
                <a:lnTo>
                  <a:pt x="107480" y="78968"/>
                </a:lnTo>
                <a:lnTo>
                  <a:pt x="107480" y="125641"/>
                </a:lnTo>
                <a:lnTo>
                  <a:pt x="125158" y="125641"/>
                </a:lnTo>
                <a:lnTo>
                  <a:pt x="129755" y="124345"/>
                </a:lnTo>
                <a:lnTo>
                  <a:pt x="131902" y="120319"/>
                </a:lnTo>
                <a:lnTo>
                  <a:pt x="134785" y="124345"/>
                </a:lnTo>
                <a:lnTo>
                  <a:pt x="139382" y="125641"/>
                </a:lnTo>
                <a:lnTo>
                  <a:pt x="235216" y="125641"/>
                </a:lnTo>
                <a:lnTo>
                  <a:pt x="235216" y="120319"/>
                </a:lnTo>
                <a:close/>
              </a:path>
              <a:path w="551815" h="139700">
                <a:moveTo>
                  <a:pt x="245414" y="10477"/>
                </a:moveTo>
                <a:lnTo>
                  <a:pt x="243395" y="8902"/>
                </a:lnTo>
                <a:lnTo>
                  <a:pt x="238518" y="8902"/>
                </a:lnTo>
                <a:lnTo>
                  <a:pt x="236499" y="10477"/>
                </a:lnTo>
                <a:lnTo>
                  <a:pt x="236499" y="15646"/>
                </a:lnTo>
                <a:lnTo>
                  <a:pt x="238658" y="16941"/>
                </a:lnTo>
                <a:lnTo>
                  <a:pt x="240957" y="16941"/>
                </a:lnTo>
                <a:lnTo>
                  <a:pt x="243255" y="16941"/>
                </a:lnTo>
                <a:lnTo>
                  <a:pt x="245414" y="15506"/>
                </a:lnTo>
                <a:lnTo>
                  <a:pt x="245414" y="10477"/>
                </a:lnTo>
                <a:close/>
              </a:path>
              <a:path w="551815" h="139700">
                <a:moveTo>
                  <a:pt x="251167" y="1574"/>
                </a:moveTo>
                <a:lnTo>
                  <a:pt x="249301" y="0"/>
                </a:lnTo>
                <a:lnTo>
                  <a:pt x="244411" y="0"/>
                </a:lnTo>
                <a:lnTo>
                  <a:pt x="242544" y="1574"/>
                </a:lnTo>
                <a:lnTo>
                  <a:pt x="242544" y="6451"/>
                </a:lnTo>
                <a:lnTo>
                  <a:pt x="244690" y="7747"/>
                </a:lnTo>
                <a:lnTo>
                  <a:pt x="246849" y="7747"/>
                </a:lnTo>
                <a:lnTo>
                  <a:pt x="249161" y="7747"/>
                </a:lnTo>
                <a:lnTo>
                  <a:pt x="251167" y="6451"/>
                </a:lnTo>
                <a:lnTo>
                  <a:pt x="251167" y="1574"/>
                </a:lnTo>
                <a:close/>
              </a:path>
              <a:path w="551815" h="139700">
                <a:moveTo>
                  <a:pt x="257340" y="10490"/>
                </a:moveTo>
                <a:lnTo>
                  <a:pt x="255473" y="8915"/>
                </a:lnTo>
                <a:lnTo>
                  <a:pt x="250304" y="8915"/>
                </a:lnTo>
                <a:lnTo>
                  <a:pt x="248437" y="10490"/>
                </a:lnTo>
                <a:lnTo>
                  <a:pt x="248437" y="12928"/>
                </a:lnTo>
                <a:lnTo>
                  <a:pt x="248437" y="15659"/>
                </a:lnTo>
                <a:lnTo>
                  <a:pt x="250444" y="16941"/>
                </a:lnTo>
                <a:lnTo>
                  <a:pt x="255193" y="16941"/>
                </a:lnTo>
                <a:lnTo>
                  <a:pt x="257340" y="15506"/>
                </a:lnTo>
                <a:lnTo>
                  <a:pt x="257340" y="10490"/>
                </a:lnTo>
                <a:close/>
              </a:path>
              <a:path w="551815" h="139700">
                <a:moveTo>
                  <a:pt x="259359" y="83273"/>
                </a:moveTo>
                <a:lnTo>
                  <a:pt x="252031" y="83273"/>
                </a:lnTo>
                <a:lnTo>
                  <a:pt x="252031" y="113995"/>
                </a:lnTo>
                <a:lnTo>
                  <a:pt x="259359" y="113995"/>
                </a:lnTo>
                <a:lnTo>
                  <a:pt x="259359" y="83273"/>
                </a:lnTo>
                <a:close/>
              </a:path>
              <a:path w="551815" h="139700">
                <a:moveTo>
                  <a:pt x="277609" y="78689"/>
                </a:moveTo>
                <a:lnTo>
                  <a:pt x="270281" y="78689"/>
                </a:lnTo>
                <a:lnTo>
                  <a:pt x="270281" y="117881"/>
                </a:lnTo>
                <a:lnTo>
                  <a:pt x="244271" y="117881"/>
                </a:lnTo>
                <a:lnTo>
                  <a:pt x="244271" y="125349"/>
                </a:lnTo>
                <a:lnTo>
                  <a:pt x="277609" y="125349"/>
                </a:lnTo>
                <a:lnTo>
                  <a:pt x="277609" y="78689"/>
                </a:lnTo>
                <a:close/>
              </a:path>
              <a:path w="551815" h="139700">
                <a:moveTo>
                  <a:pt x="288086" y="58877"/>
                </a:moveTo>
                <a:lnTo>
                  <a:pt x="286219" y="57150"/>
                </a:lnTo>
                <a:lnTo>
                  <a:pt x="283489" y="57150"/>
                </a:lnTo>
                <a:lnTo>
                  <a:pt x="280898" y="57150"/>
                </a:lnTo>
                <a:lnTo>
                  <a:pt x="278892" y="58877"/>
                </a:lnTo>
                <a:lnTo>
                  <a:pt x="278892" y="64033"/>
                </a:lnTo>
                <a:lnTo>
                  <a:pt x="281051" y="65481"/>
                </a:lnTo>
                <a:lnTo>
                  <a:pt x="285927" y="65481"/>
                </a:lnTo>
                <a:lnTo>
                  <a:pt x="288086" y="64033"/>
                </a:lnTo>
                <a:lnTo>
                  <a:pt x="288086" y="58877"/>
                </a:lnTo>
                <a:close/>
              </a:path>
              <a:path w="551815" h="139700">
                <a:moveTo>
                  <a:pt x="294424" y="78663"/>
                </a:moveTo>
                <a:lnTo>
                  <a:pt x="287096" y="78663"/>
                </a:lnTo>
                <a:lnTo>
                  <a:pt x="287096" y="125336"/>
                </a:lnTo>
                <a:lnTo>
                  <a:pt x="294424" y="125336"/>
                </a:lnTo>
                <a:lnTo>
                  <a:pt x="294424" y="78663"/>
                </a:lnTo>
                <a:close/>
              </a:path>
              <a:path w="551815" h="139700">
                <a:moveTo>
                  <a:pt x="322300" y="4737"/>
                </a:moveTo>
                <a:lnTo>
                  <a:pt x="315112" y="4737"/>
                </a:lnTo>
                <a:lnTo>
                  <a:pt x="315112" y="43942"/>
                </a:lnTo>
                <a:lnTo>
                  <a:pt x="300748" y="43942"/>
                </a:lnTo>
                <a:lnTo>
                  <a:pt x="300748" y="18097"/>
                </a:lnTo>
                <a:lnTo>
                  <a:pt x="293420" y="18097"/>
                </a:lnTo>
                <a:lnTo>
                  <a:pt x="293420" y="43942"/>
                </a:lnTo>
                <a:lnTo>
                  <a:pt x="273583" y="43942"/>
                </a:lnTo>
                <a:lnTo>
                  <a:pt x="273583" y="18097"/>
                </a:lnTo>
                <a:lnTo>
                  <a:pt x="266255" y="18097"/>
                </a:lnTo>
                <a:lnTo>
                  <a:pt x="266255" y="43942"/>
                </a:lnTo>
                <a:lnTo>
                  <a:pt x="250888" y="43942"/>
                </a:lnTo>
                <a:lnTo>
                  <a:pt x="250888" y="22694"/>
                </a:lnTo>
                <a:lnTo>
                  <a:pt x="243547" y="22694"/>
                </a:lnTo>
                <a:lnTo>
                  <a:pt x="243547" y="43942"/>
                </a:lnTo>
                <a:lnTo>
                  <a:pt x="230187" y="43942"/>
                </a:lnTo>
                <a:lnTo>
                  <a:pt x="230187" y="22694"/>
                </a:lnTo>
                <a:lnTo>
                  <a:pt x="222872" y="22694"/>
                </a:lnTo>
                <a:lnTo>
                  <a:pt x="222872" y="43942"/>
                </a:lnTo>
                <a:lnTo>
                  <a:pt x="204050" y="43942"/>
                </a:lnTo>
                <a:lnTo>
                  <a:pt x="204050" y="17386"/>
                </a:lnTo>
                <a:lnTo>
                  <a:pt x="196710" y="17386"/>
                </a:lnTo>
                <a:lnTo>
                  <a:pt x="196710" y="55714"/>
                </a:lnTo>
                <a:lnTo>
                  <a:pt x="194551" y="57302"/>
                </a:lnTo>
                <a:lnTo>
                  <a:pt x="190106" y="57302"/>
                </a:lnTo>
                <a:lnTo>
                  <a:pt x="188810" y="57150"/>
                </a:lnTo>
                <a:lnTo>
                  <a:pt x="186944" y="57010"/>
                </a:lnTo>
                <a:lnTo>
                  <a:pt x="186220" y="63322"/>
                </a:lnTo>
                <a:lnTo>
                  <a:pt x="187667" y="63614"/>
                </a:lnTo>
                <a:lnTo>
                  <a:pt x="189242" y="63893"/>
                </a:lnTo>
                <a:lnTo>
                  <a:pt x="198297" y="63893"/>
                </a:lnTo>
                <a:lnTo>
                  <a:pt x="203758" y="61023"/>
                </a:lnTo>
                <a:lnTo>
                  <a:pt x="203860" y="57302"/>
                </a:lnTo>
                <a:lnTo>
                  <a:pt x="204050" y="51257"/>
                </a:lnTo>
                <a:lnTo>
                  <a:pt x="322300" y="51257"/>
                </a:lnTo>
                <a:lnTo>
                  <a:pt x="322300" y="43942"/>
                </a:lnTo>
                <a:lnTo>
                  <a:pt x="322300" y="4737"/>
                </a:lnTo>
                <a:close/>
              </a:path>
              <a:path w="551815" h="139700">
                <a:moveTo>
                  <a:pt x="329615" y="78968"/>
                </a:moveTo>
                <a:lnTo>
                  <a:pt x="327609" y="77241"/>
                </a:lnTo>
                <a:lnTo>
                  <a:pt x="325018" y="77241"/>
                </a:lnTo>
                <a:lnTo>
                  <a:pt x="322427" y="77101"/>
                </a:lnTo>
                <a:lnTo>
                  <a:pt x="320421" y="78828"/>
                </a:lnTo>
                <a:lnTo>
                  <a:pt x="320421" y="81407"/>
                </a:lnTo>
                <a:lnTo>
                  <a:pt x="320421" y="84137"/>
                </a:lnTo>
                <a:lnTo>
                  <a:pt x="322580" y="85572"/>
                </a:lnTo>
                <a:lnTo>
                  <a:pt x="327456" y="85572"/>
                </a:lnTo>
                <a:lnTo>
                  <a:pt x="329615" y="84137"/>
                </a:lnTo>
                <a:lnTo>
                  <a:pt x="329615" y="78968"/>
                </a:lnTo>
                <a:close/>
              </a:path>
              <a:path w="551815" h="139700">
                <a:moveTo>
                  <a:pt x="339255" y="4724"/>
                </a:moveTo>
                <a:lnTo>
                  <a:pt x="331927" y="4724"/>
                </a:lnTo>
                <a:lnTo>
                  <a:pt x="331927" y="51384"/>
                </a:lnTo>
                <a:lnTo>
                  <a:pt x="339255" y="51384"/>
                </a:lnTo>
                <a:lnTo>
                  <a:pt x="339255" y="4724"/>
                </a:lnTo>
                <a:close/>
              </a:path>
              <a:path w="551815" h="139700">
                <a:moveTo>
                  <a:pt x="341845" y="78968"/>
                </a:moveTo>
                <a:lnTo>
                  <a:pt x="339826" y="77241"/>
                </a:lnTo>
                <a:lnTo>
                  <a:pt x="337248" y="77241"/>
                </a:lnTo>
                <a:lnTo>
                  <a:pt x="334657" y="77101"/>
                </a:lnTo>
                <a:lnTo>
                  <a:pt x="332638" y="78828"/>
                </a:lnTo>
                <a:lnTo>
                  <a:pt x="332638" y="81407"/>
                </a:lnTo>
                <a:lnTo>
                  <a:pt x="332638" y="84137"/>
                </a:lnTo>
                <a:lnTo>
                  <a:pt x="334810" y="85572"/>
                </a:lnTo>
                <a:lnTo>
                  <a:pt x="339686" y="85572"/>
                </a:lnTo>
                <a:lnTo>
                  <a:pt x="341845" y="84137"/>
                </a:lnTo>
                <a:lnTo>
                  <a:pt x="341845" y="78968"/>
                </a:lnTo>
                <a:close/>
              </a:path>
              <a:path w="551815" h="139700">
                <a:moveTo>
                  <a:pt x="352615" y="132816"/>
                </a:moveTo>
                <a:lnTo>
                  <a:pt x="350608" y="131089"/>
                </a:lnTo>
                <a:lnTo>
                  <a:pt x="348018" y="131089"/>
                </a:lnTo>
                <a:lnTo>
                  <a:pt x="345427" y="131089"/>
                </a:lnTo>
                <a:lnTo>
                  <a:pt x="343420" y="132816"/>
                </a:lnTo>
                <a:lnTo>
                  <a:pt x="343420" y="137985"/>
                </a:lnTo>
                <a:lnTo>
                  <a:pt x="345579" y="139420"/>
                </a:lnTo>
                <a:lnTo>
                  <a:pt x="350456" y="139420"/>
                </a:lnTo>
                <a:lnTo>
                  <a:pt x="352615" y="137985"/>
                </a:lnTo>
                <a:lnTo>
                  <a:pt x="352615" y="132816"/>
                </a:lnTo>
                <a:close/>
              </a:path>
              <a:path w="551815" h="139700">
                <a:moveTo>
                  <a:pt x="364820" y="132816"/>
                </a:moveTo>
                <a:lnTo>
                  <a:pt x="362813" y="131089"/>
                </a:lnTo>
                <a:lnTo>
                  <a:pt x="360222" y="131089"/>
                </a:lnTo>
                <a:lnTo>
                  <a:pt x="357632" y="131089"/>
                </a:lnTo>
                <a:lnTo>
                  <a:pt x="355625" y="132816"/>
                </a:lnTo>
                <a:lnTo>
                  <a:pt x="355625" y="137985"/>
                </a:lnTo>
                <a:lnTo>
                  <a:pt x="357784" y="139420"/>
                </a:lnTo>
                <a:lnTo>
                  <a:pt x="362661" y="139420"/>
                </a:lnTo>
                <a:lnTo>
                  <a:pt x="364820" y="137985"/>
                </a:lnTo>
                <a:lnTo>
                  <a:pt x="364820" y="132816"/>
                </a:lnTo>
                <a:close/>
              </a:path>
              <a:path w="551815" h="139700">
                <a:moveTo>
                  <a:pt x="383501" y="23545"/>
                </a:moveTo>
                <a:lnTo>
                  <a:pt x="378612" y="18084"/>
                </a:lnTo>
                <a:lnTo>
                  <a:pt x="362661" y="18084"/>
                </a:lnTo>
                <a:lnTo>
                  <a:pt x="362661" y="25412"/>
                </a:lnTo>
                <a:lnTo>
                  <a:pt x="373862" y="25412"/>
                </a:lnTo>
                <a:lnTo>
                  <a:pt x="376453" y="27990"/>
                </a:lnTo>
                <a:lnTo>
                  <a:pt x="376453" y="43929"/>
                </a:lnTo>
                <a:lnTo>
                  <a:pt x="356196" y="43929"/>
                </a:lnTo>
                <a:lnTo>
                  <a:pt x="356196" y="51244"/>
                </a:lnTo>
                <a:lnTo>
                  <a:pt x="383362" y="51244"/>
                </a:lnTo>
                <a:lnTo>
                  <a:pt x="383362" y="34023"/>
                </a:lnTo>
                <a:lnTo>
                  <a:pt x="383501" y="34023"/>
                </a:lnTo>
                <a:lnTo>
                  <a:pt x="383501" y="23545"/>
                </a:lnTo>
                <a:close/>
              </a:path>
              <a:path w="551815" h="139700">
                <a:moveTo>
                  <a:pt x="402043" y="18097"/>
                </a:moveTo>
                <a:lnTo>
                  <a:pt x="394716" y="18097"/>
                </a:lnTo>
                <a:lnTo>
                  <a:pt x="394716" y="55714"/>
                </a:lnTo>
                <a:lnTo>
                  <a:pt x="392557" y="57289"/>
                </a:lnTo>
                <a:lnTo>
                  <a:pt x="388112" y="57289"/>
                </a:lnTo>
                <a:lnTo>
                  <a:pt x="384949" y="57010"/>
                </a:lnTo>
                <a:lnTo>
                  <a:pt x="384225" y="63322"/>
                </a:lnTo>
                <a:lnTo>
                  <a:pt x="387248" y="63893"/>
                </a:lnTo>
                <a:lnTo>
                  <a:pt x="396582" y="64046"/>
                </a:lnTo>
                <a:lnTo>
                  <a:pt x="402043" y="60883"/>
                </a:lnTo>
                <a:lnTo>
                  <a:pt x="402043" y="49961"/>
                </a:lnTo>
                <a:lnTo>
                  <a:pt x="402043" y="18097"/>
                </a:lnTo>
                <a:close/>
              </a:path>
              <a:path w="551815" h="139700">
                <a:moveTo>
                  <a:pt x="417855" y="4724"/>
                </a:moveTo>
                <a:lnTo>
                  <a:pt x="410514" y="4724"/>
                </a:lnTo>
                <a:lnTo>
                  <a:pt x="410514" y="51384"/>
                </a:lnTo>
                <a:lnTo>
                  <a:pt x="417855" y="51384"/>
                </a:lnTo>
                <a:lnTo>
                  <a:pt x="417855" y="4724"/>
                </a:lnTo>
                <a:close/>
              </a:path>
              <a:path w="551815" h="139700">
                <a:moveTo>
                  <a:pt x="430212" y="80264"/>
                </a:moveTo>
                <a:lnTo>
                  <a:pt x="428205" y="78676"/>
                </a:lnTo>
                <a:lnTo>
                  <a:pt x="423024" y="78676"/>
                </a:lnTo>
                <a:lnTo>
                  <a:pt x="420865" y="80403"/>
                </a:lnTo>
                <a:lnTo>
                  <a:pt x="420865" y="82842"/>
                </a:lnTo>
                <a:lnTo>
                  <a:pt x="421005" y="85712"/>
                </a:lnTo>
                <a:lnTo>
                  <a:pt x="423176" y="87147"/>
                </a:lnTo>
                <a:lnTo>
                  <a:pt x="425615" y="87147"/>
                </a:lnTo>
                <a:lnTo>
                  <a:pt x="428053" y="87147"/>
                </a:lnTo>
                <a:lnTo>
                  <a:pt x="430212" y="85712"/>
                </a:lnTo>
                <a:lnTo>
                  <a:pt x="430212" y="80264"/>
                </a:lnTo>
                <a:close/>
              </a:path>
              <a:path w="551815" h="139700">
                <a:moveTo>
                  <a:pt x="454774" y="80403"/>
                </a:moveTo>
                <a:lnTo>
                  <a:pt x="452767" y="78676"/>
                </a:lnTo>
                <a:lnTo>
                  <a:pt x="450176" y="78676"/>
                </a:lnTo>
                <a:lnTo>
                  <a:pt x="447586" y="78676"/>
                </a:lnTo>
                <a:lnTo>
                  <a:pt x="445579" y="80403"/>
                </a:lnTo>
                <a:lnTo>
                  <a:pt x="445579" y="85559"/>
                </a:lnTo>
                <a:lnTo>
                  <a:pt x="447738" y="87007"/>
                </a:lnTo>
                <a:lnTo>
                  <a:pt x="452615" y="87007"/>
                </a:lnTo>
                <a:lnTo>
                  <a:pt x="454774" y="85559"/>
                </a:lnTo>
                <a:lnTo>
                  <a:pt x="454774" y="80403"/>
                </a:lnTo>
                <a:close/>
              </a:path>
              <a:path w="551815" h="139700">
                <a:moveTo>
                  <a:pt x="467715" y="80403"/>
                </a:moveTo>
                <a:lnTo>
                  <a:pt x="465709" y="78676"/>
                </a:lnTo>
                <a:lnTo>
                  <a:pt x="460514" y="78676"/>
                </a:lnTo>
                <a:lnTo>
                  <a:pt x="458508" y="80403"/>
                </a:lnTo>
                <a:lnTo>
                  <a:pt x="458508" y="82842"/>
                </a:lnTo>
                <a:lnTo>
                  <a:pt x="458508" y="85572"/>
                </a:lnTo>
                <a:lnTo>
                  <a:pt x="460667" y="87007"/>
                </a:lnTo>
                <a:lnTo>
                  <a:pt x="465556" y="87007"/>
                </a:lnTo>
                <a:lnTo>
                  <a:pt x="467715" y="85572"/>
                </a:lnTo>
                <a:lnTo>
                  <a:pt x="467715" y="80403"/>
                </a:lnTo>
                <a:close/>
              </a:path>
              <a:path w="551815" h="139700">
                <a:moveTo>
                  <a:pt x="497586" y="78689"/>
                </a:moveTo>
                <a:lnTo>
                  <a:pt x="490258" y="78689"/>
                </a:lnTo>
                <a:lnTo>
                  <a:pt x="490258" y="117881"/>
                </a:lnTo>
                <a:lnTo>
                  <a:pt x="475183" y="117881"/>
                </a:lnTo>
                <a:lnTo>
                  <a:pt x="475183" y="92036"/>
                </a:lnTo>
                <a:lnTo>
                  <a:pt x="467855" y="92036"/>
                </a:lnTo>
                <a:lnTo>
                  <a:pt x="467855" y="117881"/>
                </a:lnTo>
                <a:lnTo>
                  <a:pt x="445719" y="117881"/>
                </a:lnTo>
                <a:lnTo>
                  <a:pt x="445719" y="92036"/>
                </a:lnTo>
                <a:lnTo>
                  <a:pt x="438391" y="92036"/>
                </a:lnTo>
                <a:lnTo>
                  <a:pt x="438391" y="117881"/>
                </a:lnTo>
                <a:lnTo>
                  <a:pt x="417410" y="117881"/>
                </a:lnTo>
                <a:lnTo>
                  <a:pt x="417410" y="98793"/>
                </a:lnTo>
                <a:lnTo>
                  <a:pt x="417410" y="98361"/>
                </a:lnTo>
                <a:lnTo>
                  <a:pt x="410946" y="91313"/>
                </a:lnTo>
                <a:lnTo>
                  <a:pt x="410083" y="91313"/>
                </a:lnTo>
                <a:lnTo>
                  <a:pt x="410083" y="102806"/>
                </a:lnTo>
                <a:lnTo>
                  <a:pt x="410083" y="117881"/>
                </a:lnTo>
                <a:lnTo>
                  <a:pt x="395859" y="117881"/>
                </a:lnTo>
                <a:lnTo>
                  <a:pt x="392277" y="114871"/>
                </a:lnTo>
                <a:lnTo>
                  <a:pt x="392277" y="102806"/>
                </a:lnTo>
                <a:lnTo>
                  <a:pt x="395859" y="98793"/>
                </a:lnTo>
                <a:lnTo>
                  <a:pt x="406488" y="98793"/>
                </a:lnTo>
                <a:lnTo>
                  <a:pt x="410083" y="102806"/>
                </a:lnTo>
                <a:lnTo>
                  <a:pt x="410083" y="91313"/>
                </a:lnTo>
                <a:lnTo>
                  <a:pt x="391414" y="91313"/>
                </a:lnTo>
                <a:lnTo>
                  <a:pt x="384949" y="98361"/>
                </a:lnTo>
                <a:lnTo>
                  <a:pt x="384949" y="115150"/>
                </a:lnTo>
                <a:lnTo>
                  <a:pt x="381927" y="118021"/>
                </a:lnTo>
                <a:lnTo>
                  <a:pt x="368554" y="118021"/>
                </a:lnTo>
                <a:lnTo>
                  <a:pt x="368554" y="92176"/>
                </a:lnTo>
                <a:lnTo>
                  <a:pt x="361226" y="92176"/>
                </a:lnTo>
                <a:lnTo>
                  <a:pt x="361226" y="118021"/>
                </a:lnTo>
                <a:lnTo>
                  <a:pt x="341401" y="118021"/>
                </a:lnTo>
                <a:lnTo>
                  <a:pt x="341401" y="117881"/>
                </a:lnTo>
                <a:lnTo>
                  <a:pt x="341401" y="99364"/>
                </a:lnTo>
                <a:lnTo>
                  <a:pt x="341401" y="92176"/>
                </a:lnTo>
                <a:lnTo>
                  <a:pt x="334213" y="92176"/>
                </a:lnTo>
                <a:lnTo>
                  <a:pt x="334213" y="99364"/>
                </a:lnTo>
                <a:lnTo>
                  <a:pt x="334213" y="117881"/>
                </a:lnTo>
                <a:lnTo>
                  <a:pt x="322148" y="117881"/>
                </a:lnTo>
                <a:lnTo>
                  <a:pt x="317690" y="114147"/>
                </a:lnTo>
                <a:lnTo>
                  <a:pt x="317690" y="103098"/>
                </a:lnTo>
                <a:lnTo>
                  <a:pt x="322008" y="99364"/>
                </a:lnTo>
                <a:lnTo>
                  <a:pt x="334213" y="99364"/>
                </a:lnTo>
                <a:lnTo>
                  <a:pt x="334213" y="92176"/>
                </a:lnTo>
                <a:lnTo>
                  <a:pt x="318122" y="92176"/>
                </a:lnTo>
                <a:lnTo>
                  <a:pt x="310654" y="99072"/>
                </a:lnTo>
                <a:lnTo>
                  <a:pt x="310654" y="118605"/>
                </a:lnTo>
                <a:lnTo>
                  <a:pt x="317842" y="125349"/>
                </a:lnTo>
                <a:lnTo>
                  <a:pt x="381215" y="125349"/>
                </a:lnTo>
                <a:lnTo>
                  <a:pt x="385813" y="124053"/>
                </a:lnTo>
                <a:lnTo>
                  <a:pt x="387959" y="120040"/>
                </a:lnTo>
                <a:lnTo>
                  <a:pt x="390829" y="124053"/>
                </a:lnTo>
                <a:lnTo>
                  <a:pt x="395427" y="125349"/>
                </a:lnTo>
                <a:lnTo>
                  <a:pt x="497586" y="125349"/>
                </a:lnTo>
                <a:lnTo>
                  <a:pt x="497586" y="120040"/>
                </a:lnTo>
                <a:lnTo>
                  <a:pt x="497586" y="118021"/>
                </a:lnTo>
                <a:lnTo>
                  <a:pt x="497586" y="117881"/>
                </a:lnTo>
                <a:lnTo>
                  <a:pt x="497586" y="78689"/>
                </a:lnTo>
                <a:close/>
              </a:path>
              <a:path w="551815" h="139700">
                <a:moveTo>
                  <a:pt x="514553" y="78663"/>
                </a:moveTo>
                <a:lnTo>
                  <a:pt x="507225" y="78663"/>
                </a:lnTo>
                <a:lnTo>
                  <a:pt x="507225" y="125336"/>
                </a:lnTo>
                <a:lnTo>
                  <a:pt x="514553" y="125336"/>
                </a:lnTo>
                <a:lnTo>
                  <a:pt x="514553" y="78663"/>
                </a:lnTo>
                <a:close/>
              </a:path>
              <a:path w="551815" h="139700">
                <a:moveTo>
                  <a:pt x="533793" y="4597"/>
                </a:moveTo>
                <a:lnTo>
                  <a:pt x="526465" y="4597"/>
                </a:lnTo>
                <a:lnTo>
                  <a:pt x="526465" y="43789"/>
                </a:lnTo>
                <a:lnTo>
                  <a:pt x="511238" y="43789"/>
                </a:lnTo>
                <a:lnTo>
                  <a:pt x="511238" y="24841"/>
                </a:lnTo>
                <a:lnTo>
                  <a:pt x="511238" y="24269"/>
                </a:lnTo>
                <a:lnTo>
                  <a:pt x="504761" y="17233"/>
                </a:lnTo>
                <a:lnTo>
                  <a:pt x="503758" y="17233"/>
                </a:lnTo>
                <a:lnTo>
                  <a:pt x="503758" y="28867"/>
                </a:lnTo>
                <a:lnTo>
                  <a:pt x="503758" y="43929"/>
                </a:lnTo>
                <a:lnTo>
                  <a:pt x="489534" y="43929"/>
                </a:lnTo>
                <a:lnTo>
                  <a:pt x="485952" y="40919"/>
                </a:lnTo>
                <a:lnTo>
                  <a:pt x="485952" y="28867"/>
                </a:lnTo>
                <a:lnTo>
                  <a:pt x="489419" y="24980"/>
                </a:lnTo>
                <a:lnTo>
                  <a:pt x="489534" y="24841"/>
                </a:lnTo>
                <a:lnTo>
                  <a:pt x="500176" y="24841"/>
                </a:lnTo>
                <a:lnTo>
                  <a:pt x="503758" y="28867"/>
                </a:lnTo>
                <a:lnTo>
                  <a:pt x="503758" y="17233"/>
                </a:lnTo>
                <a:lnTo>
                  <a:pt x="485228" y="17233"/>
                </a:lnTo>
                <a:lnTo>
                  <a:pt x="478764" y="24269"/>
                </a:lnTo>
                <a:lnTo>
                  <a:pt x="478764" y="41059"/>
                </a:lnTo>
                <a:lnTo>
                  <a:pt x="475754" y="43929"/>
                </a:lnTo>
                <a:lnTo>
                  <a:pt x="454914" y="43929"/>
                </a:lnTo>
                <a:lnTo>
                  <a:pt x="454914" y="25412"/>
                </a:lnTo>
                <a:lnTo>
                  <a:pt x="454914" y="18097"/>
                </a:lnTo>
                <a:lnTo>
                  <a:pt x="447586" y="18097"/>
                </a:lnTo>
                <a:lnTo>
                  <a:pt x="447586" y="25412"/>
                </a:lnTo>
                <a:lnTo>
                  <a:pt x="447586" y="43929"/>
                </a:lnTo>
                <a:lnTo>
                  <a:pt x="435368" y="43929"/>
                </a:lnTo>
                <a:lnTo>
                  <a:pt x="431063" y="40347"/>
                </a:lnTo>
                <a:lnTo>
                  <a:pt x="431063" y="29146"/>
                </a:lnTo>
                <a:lnTo>
                  <a:pt x="435368" y="25412"/>
                </a:lnTo>
                <a:lnTo>
                  <a:pt x="447586" y="25412"/>
                </a:lnTo>
                <a:lnTo>
                  <a:pt x="447586" y="18097"/>
                </a:lnTo>
                <a:lnTo>
                  <a:pt x="431634" y="18097"/>
                </a:lnTo>
                <a:lnTo>
                  <a:pt x="424167" y="24980"/>
                </a:lnTo>
                <a:lnTo>
                  <a:pt x="424091" y="40347"/>
                </a:lnTo>
                <a:lnTo>
                  <a:pt x="424027" y="44513"/>
                </a:lnTo>
                <a:lnTo>
                  <a:pt x="431203" y="51257"/>
                </a:lnTo>
                <a:lnTo>
                  <a:pt x="447586" y="51257"/>
                </a:lnTo>
                <a:lnTo>
                  <a:pt x="447446" y="55003"/>
                </a:lnTo>
                <a:lnTo>
                  <a:pt x="447433" y="55283"/>
                </a:lnTo>
                <a:lnTo>
                  <a:pt x="444563" y="56578"/>
                </a:lnTo>
                <a:lnTo>
                  <a:pt x="437388" y="56578"/>
                </a:lnTo>
                <a:lnTo>
                  <a:pt x="434225" y="56007"/>
                </a:lnTo>
                <a:lnTo>
                  <a:pt x="430923" y="55003"/>
                </a:lnTo>
                <a:lnTo>
                  <a:pt x="432358" y="62750"/>
                </a:lnTo>
                <a:lnTo>
                  <a:pt x="435229" y="63614"/>
                </a:lnTo>
                <a:lnTo>
                  <a:pt x="436384" y="63893"/>
                </a:lnTo>
                <a:lnTo>
                  <a:pt x="448157" y="63893"/>
                </a:lnTo>
                <a:lnTo>
                  <a:pt x="454329" y="60883"/>
                </a:lnTo>
                <a:lnTo>
                  <a:pt x="454596" y="56578"/>
                </a:lnTo>
                <a:lnTo>
                  <a:pt x="454914" y="51257"/>
                </a:lnTo>
                <a:lnTo>
                  <a:pt x="470573" y="51257"/>
                </a:lnTo>
                <a:lnTo>
                  <a:pt x="475602" y="51104"/>
                </a:lnTo>
                <a:lnTo>
                  <a:pt x="479920" y="49822"/>
                </a:lnTo>
                <a:lnTo>
                  <a:pt x="481926" y="45948"/>
                </a:lnTo>
                <a:lnTo>
                  <a:pt x="484695" y="49822"/>
                </a:lnTo>
                <a:lnTo>
                  <a:pt x="484797" y="49961"/>
                </a:lnTo>
                <a:lnTo>
                  <a:pt x="489394" y="51257"/>
                </a:lnTo>
                <a:lnTo>
                  <a:pt x="533793" y="51257"/>
                </a:lnTo>
                <a:lnTo>
                  <a:pt x="533793" y="45948"/>
                </a:lnTo>
                <a:lnTo>
                  <a:pt x="533793" y="43929"/>
                </a:lnTo>
                <a:lnTo>
                  <a:pt x="533793" y="43789"/>
                </a:lnTo>
                <a:lnTo>
                  <a:pt x="533793" y="4597"/>
                </a:lnTo>
                <a:close/>
              </a:path>
              <a:path w="551815" h="139700">
                <a:moveTo>
                  <a:pt x="550608" y="4724"/>
                </a:moveTo>
                <a:lnTo>
                  <a:pt x="543280" y="4724"/>
                </a:lnTo>
                <a:lnTo>
                  <a:pt x="543280" y="51384"/>
                </a:lnTo>
                <a:lnTo>
                  <a:pt x="550608" y="51384"/>
                </a:lnTo>
                <a:lnTo>
                  <a:pt x="550608" y="4724"/>
                </a:lnTo>
                <a:close/>
              </a:path>
              <a:path w="551815" h="139700">
                <a:moveTo>
                  <a:pt x="551472" y="92024"/>
                </a:moveTo>
                <a:lnTo>
                  <a:pt x="544283" y="92024"/>
                </a:lnTo>
                <a:lnTo>
                  <a:pt x="544283" y="99364"/>
                </a:lnTo>
                <a:lnTo>
                  <a:pt x="544283" y="117881"/>
                </a:lnTo>
                <a:lnTo>
                  <a:pt x="532218" y="117881"/>
                </a:lnTo>
                <a:lnTo>
                  <a:pt x="527761" y="114147"/>
                </a:lnTo>
                <a:lnTo>
                  <a:pt x="527761" y="103098"/>
                </a:lnTo>
                <a:lnTo>
                  <a:pt x="532079" y="99364"/>
                </a:lnTo>
                <a:lnTo>
                  <a:pt x="544283" y="99364"/>
                </a:lnTo>
                <a:lnTo>
                  <a:pt x="544283" y="92024"/>
                </a:lnTo>
                <a:lnTo>
                  <a:pt x="528193" y="92024"/>
                </a:lnTo>
                <a:lnTo>
                  <a:pt x="520725" y="98933"/>
                </a:lnTo>
                <a:lnTo>
                  <a:pt x="520725" y="118452"/>
                </a:lnTo>
                <a:lnTo>
                  <a:pt x="527913" y="125196"/>
                </a:lnTo>
                <a:lnTo>
                  <a:pt x="544144" y="125196"/>
                </a:lnTo>
                <a:lnTo>
                  <a:pt x="544004" y="128930"/>
                </a:lnTo>
                <a:lnTo>
                  <a:pt x="543991" y="129222"/>
                </a:lnTo>
                <a:lnTo>
                  <a:pt x="541121" y="130517"/>
                </a:lnTo>
                <a:lnTo>
                  <a:pt x="533946" y="130517"/>
                </a:lnTo>
                <a:lnTo>
                  <a:pt x="530783" y="129933"/>
                </a:lnTo>
                <a:lnTo>
                  <a:pt x="527481" y="128930"/>
                </a:lnTo>
                <a:lnTo>
                  <a:pt x="528916" y="136690"/>
                </a:lnTo>
                <a:lnTo>
                  <a:pt x="531787" y="137541"/>
                </a:lnTo>
                <a:lnTo>
                  <a:pt x="534377" y="137833"/>
                </a:lnTo>
                <a:lnTo>
                  <a:pt x="546722" y="137833"/>
                </a:lnTo>
                <a:lnTo>
                  <a:pt x="551472" y="134391"/>
                </a:lnTo>
                <a:lnTo>
                  <a:pt x="551472" y="130517"/>
                </a:lnTo>
                <a:lnTo>
                  <a:pt x="551472" y="117881"/>
                </a:lnTo>
                <a:lnTo>
                  <a:pt x="551472" y="99364"/>
                </a:lnTo>
                <a:lnTo>
                  <a:pt x="551472" y="92024"/>
                </a:lnTo>
                <a:close/>
              </a:path>
            </a:pathLst>
          </a:custGeom>
          <a:solidFill>
            <a:srgbClr val="148285"/>
          </a:solidFill>
        </p:spPr>
        <p:txBody>
          <a:bodyPr wrap="square" lIns="0" tIns="0" rIns="0" bIns="0" rtlCol="0"/>
          <a:lstStyle/>
          <a:p>
            <a:endParaRPr/>
          </a:p>
        </p:txBody>
      </p:sp>
      <p:grpSp>
        <p:nvGrpSpPr>
          <p:cNvPr id="16" name="object 16"/>
          <p:cNvGrpSpPr/>
          <p:nvPr/>
        </p:nvGrpSpPr>
        <p:grpSpPr>
          <a:xfrm>
            <a:off x="8918401" y="4692831"/>
            <a:ext cx="372110" cy="299720"/>
            <a:chOff x="8918401" y="4692831"/>
            <a:chExt cx="372110" cy="299720"/>
          </a:xfrm>
        </p:grpSpPr>
        <p:sp>
          <p:nvSpPr>
            <p:cNvPr id="17" name="object 17"/>
            <p:cNvSpPr/>
            <p:nvPr/>
          </p:nvSpPr>
          <p:spPr>
            <a:xfrm>
              <a:off x="9010786" y="4692831"/>
              <a:ext cx="189865" cy="299720"/>
            </a:xfrm>
            <a:custGeom>
              <a:avLst/>
              <a:gdLst/>
              <a:ahLst/>
              <a:cxnLst/>
              <a:rect l="l" t="t" r="r" b="b"/>
              <a:pathLst>
                <a:path w="189865" h="299720">
                  <a:moveTo>
                    <a:pt x="93548" y="149910"/>
                  </a:moveTo>
                  <a:lnTo>
                    <a:pt x="187223" y="299656"/>
                  </a:lnTo>
                  <a:lnTo>
                    <a:pt x="189409" y="266666"/>
                  </a:lnTo>
                  <a:lnTo>
                    <a:pt x="187691" y="235170"/>
                  </a:lnTo>
                  <a:lnTo>
                    <a:pt x="182256" y="204939"/>
                  </a:lnTo>
                  <a:lnTo>
                    <a:pt x="173291" y="175742"/>
                  </a:lnTo>
                  <a:lnTo>
                    <a:pt x="93548" y="149910"/>
                  </a:lnTo>
                  <a:close/>
                </a:path>
                <a:path w="189865" h="299720">
                  <a:moveTo>
                    <a:pt x="0" y="0"/>
                  </a:moveTo>
                  <a:lnTo>
                    <a:pt x="48425" y="77533"/>
                  </a:lnTo>
                  <a:lnTo>
                    <a:pt x="49999" y="77825"/>
                  </a:lnTo>
                  <a:lnTo>
                    <a:pt x="51434" y="78117"/>
                  </a:lnTo>
                  <a:lnTo>
                    <a:pt x="53022" y="78257"/>
                  </a:lnTo>
                  <a:lnTo>
                    <a:pt x="58572" y="68619"/>
                  </a:lnTo>
                  <a:lnTo>
                    <a:pt x="64477" y="59307"/>
                  </a:lnTo>
                  <a:lnTo>
                    <a:pt x="70764" y="50316"/>
                  </a:lnTo>
                  <a:lnTo>
                    <a:pt x="77457" y="41643"/>
                  </a:lnTo>
                  <a:lnTo>
                    <a:pt x="60139" y="29262"/>
                  </a:lnTo>
                  <a:lnTo>
                    <a:pt x="41528" y="18187"/>
                  </a:lnTo>
                  <a:lnTo>
                    <a:pt x="21518" y="8430"/>
                  </a:lnTo>
                  <a:lnTo>
                    <a:pt x="0" y="0"/>
                  </a:lnTo>
                  <a:close/>
                </a:path>
              </a:pathLst>
            </a:custGeom>
            <a:solidFill>
              <a:srgbClr val="148285"/>
            </a:solidFill>
          </p:spPr>
          <p:txBody>
            <a:bodyPr wrap="square" lIns="0" tIns="0" rIns="0" bIns="0" rtlCol="0"/>
            <a:lstStyle/>
            <a:p>
              <a:endParaRPr/>
            </a:p>
          </p:txBody>
        </p:sp>
        <p:sp>
          <p:nvSpPr>
            <p:cNvPr id="18" name="object 18"/>
            <p:cNvSpPr/>
            <p:nvPr/>
          </p:nvSpPr>
          <p:spPr>
            <a:xfrm>
              <a:off x="9009096" y="4692979"/>
              <a:ext cx="189230" cy="299720"/>
            </a:xfrm>
            <a:custGeom>
              <a:avLst/>
              <a:gdLst/>
              <a:ahLst/>
              <a:cxnLst/>
              <a:rect l="l" t="t" r="r" b="b"/>
              <a:pathLst>
                <a:path w="189229" h="299720">
                  <a:moveTo>
                    <a:pt x="188921" y="0"/>
                  </a:moveTo>
                  <a:lnTo>
                    <a:pt x="143726" y="20117"/>
                  </a:lnTo>
                  <a:lnTo>
                    <a:pt x="105172" y="46667"/>
                  </a:lnTo>
                  <a:lnTo>
                    <a:pt x="72354" y="79354"/>
                  </a:lnTo>
                  <a:lnTo>
                    <a:pt x="44369" y="117881"/>
                  </a:lnTo>
                  <a:lnTo>
                    <a:pt x="21978" y="159967"/>
                  </a:lnTo>
                  <a:lnTo>
                    <a:pt x="6974" y="203792"/>
                  </a:lnTo>
                  <a:lnTo>
                    <a:pt x="0" y="250067"/>
                  </a:lnTo>
                  <a:lnTo>
                    <a:pt x="1697" y="299504"/>
                  </a:lnTo>
                  <a:lnTo>
                    <a:pt x="188921" y="0"/>
                  </a:lnTo>
                  <a:close/>
                </a:path>
              </a:pathLst>
            </a:custGeom>
            <a:solidFill>
              <a:srgbClr val="F7941C"/>
            </a:solidFill>
          </p:spPr>
          <p:txBody>
            <a:bodyPr wrap="square" lIns="0" tIns="0" rIns="0" bIns="0" rtlCol="0"/>
            <a:lstStyle/>
            <a:p>
              <a:endParaRPr/>
            </a:p>
          </p:txBody>
        </p:sp>
        <p:sp>
          <p:nvSpPr>
            <p:cNvPr id="19" name="object 19"/>
            <p:cNvSpPr/>
            <p:nvPr/>
          </p:nvSpPr>
          <p:spPr>
            <a:xfrm>
              <a:off x="8918401" y="4767345"/>
              <a:ext cx="372110" cy="135890"/>
            </a:xfrm>
            <a:custGeom>
              <a:avLst/>
              <a:gdLst/>
              <a:ahLst/>
              <a:cxnLst/>
              <a:rect l="l" t="t" r="r" b="b"/>
              <a:pathLst>
                <a:path w="372109" h="135889">
                  <a:moveTo>
                    <a:pt x="272427" y="47389"/>
                  </a:moveTo>
                  <a:lnTo>
                    <a:pt x="186067" y="75393"/>
                  </a:lnTo>
                  <a:lnTo>
                    <a:pt x="371995" y="135832"/>
                  </a:lnTo>
                  <a:lnTo>
                    <a:pt x="350157" y="108788"/>
                  </a:lnTo>
                  <a:lnTo>
                    <a:pt x="326255" y="85205"/>
                  </a:lnTo>
                  <a:lnTo>
                    <a:pt x="300331" y="64825"/>
                  </a:lnTo>
                  <a:lnTo>
                    <a:pt x="272427" y="47389"/>
                  </a:lnTo>
                  <a:close/>
                </a:path>
                <a:path w="372109" h="135889">
                  <a:moveTo>
                    <a:pt x="109288" y="0"/>
                  </a:moveTo>
                  <a:lnTo>
                    <a:pt x="73221" y="406"/>
                  </a:lnTo>
                  <a:lnTo>
                    <a:pt x="36859" y="5279"/>
                  </a:lnTo>
                  <a:lnTo>
                    <a:pt x="0" y="14941"/>
                  </a:lnTo>
                  <a:lnTo>
                    <a:pt x="99568" y="47249"/>
                  </a:lnTo>
                  <a:lnTo>
                    <a:pt x="107490" y="43025"/>
                  </a:lnTo>
                  <a:lnTo>
                    <a:pt x="115533" y="38974"/>
                  </a:lnTo>
                  <a:lnTo>
                    <a:pt x="123712" y="35110"/>
                  </a:lnTo>
                  <a:lnTo>
                    <a:pt x="132041" y="31451"/>
                  </a:lnTo>
                  <a:lnTo>
                    <a:pt x="133489" y="27869"/>
                  </a:lnTo>
                  <a:lnTo>
                    <a:pt x="136639" y="20973"/>
                  </a:lnTo>
                  <a:lnTo>
                    <a:pt x="139369" y="15080"/>
                  </a:lnTo>
                  <a:lnTo>
                    <a:pt x="142240" y="9340"/>
                  </a:lnTo>
                  <a:lnTo>
                    <a:pt x="145262" y="3739"/>
                  </a:lnTo>
                  <a:lnTo>
                    <a:pt x="109288" y="0"/>
                  </a:lnTo>
                  <a:close/>
                </a:path>
              </a:pathLst>
            </a:custGeom>
            <a:solidFill>
              <a:srgbClr val="2BB573"/>
            </a:solidFill>
          </p:spPr>
          <p:txBody>
            <a:bodyPr wrap="square" lIns="0" tIns="0" rIns="0" bIns="0" rtlCol="0"/>
            <a:lstStyle/>
            <a:p>
              <a:endParaRPr/>
            </a:p>
          </p:txBody>
        </p:sp>
        <p:sp>
          <p:nvSpPr>
            <p:cNvPr id="20" name="object 20"/>
            <p:cNvSpPr/>
            <p:nvPr/>
          </p:nvSpPr>
          <p:spPr>
            <a:xfrm>
              <a:off x="8918402" y="4767186"/>
              <a:ext cx="372110" cy="136525"/>
            </a:xfrm>
            <a:custGeom>
              <a:avLst/>
              <a:gdLst/>
              <a:ahLst/>
              <a:cxnLst/>
              <a:rect l="l" t="t" r="r" b="b"/>
              <a:pathLst>
                <a:path w="372109" h="136525">
                  <a:moveTo>
                    <a:pt x="266159" y="0"/>
                  </a:moveTo>
                  <a:lnTo>
                    <a:pt x="231330" y="3183"/>
                  </a:lnTo>
                  <a:lnTo>
                    <a:pt x="186067" y="75548"/>
                  </a:lnTo>
                  <a:lnTo>
                    <a:pt x="371995" y="15096"/>
                  </a:lnTo>
                  <a:lnTo>
                    <a:pt x="336359" y="5686"/>
                  </a:lnTo>
                  <a:lnTo>
                    <a:pt x="301124" y="743"/>
                  </a:lnTo>
                  <a:lnTo>
                    <a:pt x="266159" y="0"/>
                  </a:lnTo>
                  <a:close/>
                </a:path>
                <a:path w="372109" h="136525">
                  <a:moveTo>
                    <a:pt x="132194" y="31758"/>
                  </a:moveTo>
                  <a:lnTo>
                    <a:pt x="94263" y="50605"/>
                  </a:lnTo>
                  <a:lnTo>
                    <a:pt x="59577" y="73911"/>
                  </a:lnTo>
                  <a:lnTo>
                    <a:pt x="28150" y="102201"/>
                  </a:lnTo>
                  <a:lnTo>
                    <a:pt x="0" y="136000"/>
                  </a:lnTo>
                  <a:lnTo>
                    <a:pt x="106324" y="101532"/>
                  </a:lnTo>
                  <a:lnTo>
                    <a:pt x="109338" y="93829"/>
                  </a:lnTo>
                  <a:lnTo>
                    <a:pt x="112571" y="86208"/>
                  </a:lnTo>
                  <a:lnTo>
                    <a:pt x="116020" y="78642"/>
                  </a:lnTo>
                  <a:lnTo>
                    <a:pt x="119684" y="71103"/>
                  </a:lnTo>
                  <a:lnTo>
                    <a:pt x="122166" y="61194"/>
                  </a:lnTo>
                  <a:lnTo>
                    <a:pt x="125077" y="51316"/>
                  </a:lnTo>
                  <a:lnTo>
                    <a:pt x="128419" y="41496"/>
                  </a:lnTo>
                  <a:lnTo>
                    <a:pt x="132194" y="31758"/>
                  </a:lnTo>
                  <a:close/>
                </a:path>
              </a:pathLst>
            </a:custGeom>
            <a:solidFill>
              <a:srgbClr val="FCB514"/>
            </a:solidFill>
          </p:spPr>
          <p:txBody>
            <a:bodyPr wrap="square" lIns="0" tIns="0" rIns="0" bIns="0" rtlCol="0"/>
            <a:lstStyle/>
            <a:p>
              <a:endParaRPr/>
            </a:p>
          </p:txBody>
        </p:sp>
      </p:grpSp>
      <p:pic>
        <p:nvPicPr>
          <p:cNvPr id="21" name="object 21"/>
          <p:cNvPicPr/>
          <p:nvPr/>
        </p:nvPicPr>
        <p:blipFill>
          <a:blip r:embed="rId5" cstate="print"/>
          <a:stretch>
            <a:fillRect/>
          </a:stretch>
        </p:blipFill>
        <p:spPr>
          <a:xfrm>
            <a:off x="4929508" y="4697445"/>
            <a:ext cx="964057" cy="283080"/>
          </a:xfrm>
          <a:prstGeom prst="rect">
            <a:avLst/>
          </a:prstGeom>
        </p:spPr>
      </p:pic>
      <p:pic>
        <p:nvPicPr>
          <p:cNvPr id="22" name="object 22"/>
          <p:cNvPicPr/>
          <p:nvPr/>
        </p:nvPicPr>
        <p:blipFill>
          <a:blip r:embed="rId6" cstate="print"/>
          <a:stretch>
            <a:fillRect/>
          </a:stretch>
        </p:blipFill>
        <p:spPr>
          <a:xfrm>
            <a:off x="6758902" y="4633124"/>
            <a:ext cx="736980" cy="392849"/>
          </a:xfrm>
          <a:prstGeom prst="rect">
            <a:avLst/>
          </a:prstGeom>
        </p:spPr>
      </p:pic>
      <p:pic>
        <p:nvPicPr>
          <p:cNvPr id="23" name="object 23"/>
          <p:cNvPicPr/>
          <p:nvPr/>
        </p:nvPicPr>
        <p:blipFill>
          <a:blip r:embed="rId7" cstate="print"/>
          <a:stretch>
            <a:fillRect/>
          </a:stretch>
        </p:blipFill>
        <p:spPr>
          <a:xfrm>
            <a:off x="3275941" y="3933561"/>
            <a:ext cx="956795" cy="250860"/>
          </a:xfrm>
          <a:prstGeom prst="rect">
            <a:avLst/>
          </a:prstGeom>
        </p:spPr>
      </p:pic>
      <p:pic>
        <p:nvPicPr>
          <p:cNvPr id="24" name="object 24"/>
          <p:cNvPicPr/>
          <p:nvPr/>
        </p:nvPicPr>
        <p:blipFill>
          <a:blip r:embed="rId8" cstate="print"/>
          <a:stretch>
            <a:fillRect/>
          </a:stretch>
        </p:blipFill>
        <p:spPr>
          <a:xfrm>
            <a:off x="1599171" y="3871290"/>
            <a:ext cx="715073" cy="381673"/>
          </a:xfrm>
          <a:prstGeom prst="rect">
            <a:avLst/>
          </a:prstGeom>
        </p:spPr>
      </p:pic>
      <p:pic>
        <p:nvPicPr>
          <p:cNvPr id="25" name="object 25"/>
          <p:cNvPicPr/>
          <p:nvPr/>
        </p:nvPicPr>
        <p:blipFill>
          <a:blip r:embed="rId9" cstate="print"/>
          <a:stretch>
            <a:fillRect/>
          </a:stretch>
        </p:blipFill>
        <p:spPr>
          <a:xfrm>
            <a:off x="5003435" y="1970747"/>
            <a:ext cx="853953" cy="803859"/>
          </a:xfrm>
          <a:prstGeom prst="rect">
            <a:avLst/>
          </a:prstGeom>
        </p:spPr>
      </p:pic>
      <p:pic>
        <p:nvPicPr>
          <p:cNvPr id="26" name="object 26"/>
          <p:cNvPicPr/>
          <p:nvPr/>
        </p:nvPicPr>
        <p:blipFill>
          <a:blip r:embed="rId10" cstate="print"/>
          <a:stretch>
            <a:fillRect/>
          </a:stretch>
        </p:blipFill>
        <p:spPr>
          <a:xfrm>
            <a:off x="4927244" y="5670008"/>
            <a:ext cx="974940" cy="300661"/>
          </a:xfrm>
          <a:prstGeom prst="rect">
            <a:avLst/>
          </a:prstGeom>
        </p:spPr>
      </p:pic>
      <p:grpSp>
        <p:nvGrpSpPr>
          <p:cNvPr id="27" name="object 27"/>
          <p:cNvGrpSpPr/>
          <p:nvPr/>
        </p:nvGrpSpPr>
        <p:grpSpPr>
          <a:xfrm>
            <a:off x="6822846" y="2087575"/>
            <a:ext cx="609600" cy="539115"/>
            <a:chOff x="6822846" y="2087575"/>
            <a:chExt cx="609600" cy="539115"/>
          </a:xfrm>
        </p:grpSpPr>
        <p:pic>
          <p:nvPicPr>
            <p:cNvPr id="28" name="object 28"/>
            <p:cNvPicPr/>
            <p:nvPr/>
          </p:nvPicPr>
          <p:blipFill>
            <a:blip r:embed="rId11" cstate="print"/>
            <a:stretch>
              <a:fillRect/>
            </a:stretch>
          </p:blipFill>
          <p:spPr>
            <a:xfrm>
              <a:off x="6822846" y="2372690"/>
              <a:ext cx="609100" cy="253421"/>
            </a:xfrm>
            <a:prstGeom prst="rect">
              <a:avLst/>
            </a:prstGeom>
          </p:spPr>
        </p:pic>
        <p:pic>
          <p:nvPicPr>
            <p:cNvPr id="29" name="object 29"/>
            <p:cNvPicPr/>
            <p:nvPr/>
          </p:nvPicPr>
          <p:blipFill>
            <a:blip r:embed="rId12" cstate="print"/>
            <a:stretch>
              <a:fillRect/>
            </a:stretch>
          </p:blipFill>
          <p:spPr>
            <a:xfrm>
              <a:off x="6986778" y="2087575"/>
              <a:ext cx="281254" cy="285095"/>
            </a:xfrm>
            <a:prstGeom prst="rect">
              <a:avLst/>
            </a:prstGeom>
          </p:spPr>
        </p:pic>
      </p:grpSp>
      <p:grpSp>
        <p:nvGrpSpPr>
          <p:cNvPr id="30" name="object 30"/>
          <p:cNvGrpSpPr/>
          <p:nvPr/>
        </p:nvGrpSpPr>
        <p:grpSpPr>
          <a:xfrm>
            <a:off x="3474846" y="2069903"/>
            <a:ext cx="534035" cy="605790"/>
            <a:chOff x="3474846" y="2069903"/>
            <a:chExt cx="534035" cy="605790"/>
          </a:xfrm>
        </p:grpSpPr>
        <p:pic>
          <p:nvPicPr>
            <p:cNvPr id="31" name="object 31"/>
            <p:cNvPicPr/>
            <p:nvPr/>
          </p:nvPicPr>
          <p:blipFill>
            <a:blip r:embed="rId13" cstate="print"/>
            <a:stretch>
              <a:fillRect/>
            </a:stretch>
          </p:blipFill>
          <p:spPr>
            <a:xfrm>
              <a:off x="3474846" y="2372695"/>
              <a:ext cx="533805" cy="302750"/>
            </a:xfrm>
            <a:prstGeom prst="rect">
              <a:avLst/>
            </a:prstGeom>
          </p:spPr>
        </p:pic>
        <p:pic>
          <p:nvPicPr>
            <p:cNvPr id="32" name="object 32"/>
            <p:cNvPicPr/>
            <p:nvPr/>
          </p:nvPicPr>
          <p:blipFill>
            <a:blip r:embed="rId14" cstate="print"/>
            <a:stretch>
              <a:fillRect/>
            </a:stretch>
          </p:blipFill>
          <p:spPr>
            <a:xfrm>
              <a:off x="3594850" y="2069903"/>
              <a:ext cx="293711" cy="302748"/>
            </a:xfrm>
            <a:prstGeom prst="rect">
              <a:avLst/>
            </a:prstGeom>
          </p:spPr>
        </p:pic>
      </p:grpSp>
      <p:pic>
        <p:nvPicPr>
          <p:cNvPr id="33" name="object 33"/>
          <p:cNvPicPr/>
          <p:nvPr/>
        </p:nvPicPr>
        <p:blipFill>
          <a:blip r:embed="rId15" cstate="print"/>
          <a:stretch>
            <a:fillRect/>
          </a:stretch>
        </p:blipFill>
        <p:spPr>
          <a:xfrm>
            <a:off x="7313586" y="2967227"/>
            <a:ext cx="678078" cy="495007"/>
          </a:xfrm>
          <a:prstGeom prst="rect">
            <a:avLst/>
          </a:prstGeom>
        </p:spPr>
      </p:pic>
      <p:pic>
        <p:nvPicPr>
          <p:cNvPr id="34" name="object 34"/>
          <p:cNvPicPr/>
          <p:nvPr/>
        </p:nvPicPr>
        <p:blipFill>
          <a:blip r:embed="rId16" cstate="print"/>
          <a:stretch>
            <a:fillRect/>
          </a:stretch>
        </p:blipFill>
        <p:spPr>
          <a:xfrm>
            <a:off x="3471164" y="5450421"/>
            <a:ext cx="541173" cy="654174"/>
          </a:xfrm>
          <a:prstGeom prst="rect">
            <a:avLst/>
          </a:prstGeom>
        </p:spPr>
      </p:pic>
      <p:pic>
        <p:nvPicPr>
          <p:cNvPr id="35" name="object 35"/>
          <p:cNvPicPr/>
          <p:nvPr/>
        </p:nvPicPr>
        <p:blipFill>
          <a:blip r:embed="rId17" cstate="print"/>
          <a:stretch>
            <a:fillRect/>
          </a:stretch>
        </p:blipFill>
        <p:spPr>
          <a:xfrm>
            <a:off x="5751791" y="2927413"/>
            <a:ext cx="557009" cy="574649"/>
          </a:xfrm>
          <a:prstGeom prst="rect">
            <a:avLst/>
          </a:prstGeom>
        </p:spPr>
      </p:pic>
      <p:pic>
        <p:nvPicPr>
          <p:cNvPr id="36" name="object 36"/>
          <p:cNvPicPr/>
          <p:nvPr/>
        </p:nvPicPr>
        <p:blipFill>
          <a:blip r:embed="rId18" cstate="print"/>
          <a:stretch>
            <a:fillRect/>
          </a:stretch>
        </p:blipFill>
        <p:spPr>
          <a:xfrm>
            <a:off x="2503830" y="2961982"/>
            <a:ext cx="501776" cy="499269"/>
          </a:xfrm>
          <a:prstGeom prst="rect">
            <a:avLst/>
          </a:prstGeom>
        </p:spPr>
      </p:pic>
      <p:pic>
        <p:nvPicPr>
          <p:cNvPr id="37" name="object 37"/>
          <p:cNvPicPr/>
          <p:nvPr/>
        </p:nvPicPr>
        <p:blipFill>
          <a:blip r:embed="rId19" cstate="print"/>
          <a:stretch>
            <a:fillRect/>
          </a:stretch>
        </p:blipFill>
        <p:spPr>
          <a:xfrm>
            <a:off x="8453602" y="3842321"/>
            <a:ext cx="680758" cy="398233"/>
          </a:xfrm>
          <a:prstGeom prst="rect">
            <a:avLst/>
          </a:prstGeom>
        </p:spPr>
      </p:pic>
      <p:pic>
        <p:nvPicPr>
          <p:cNvPr id="38" name="object 38"/>
          <p:cNvPicPr/>
          <p:nvPr/>
        </p:nvPicPr>
        <p:blipFill>
          <a:blip r:embed="rId20" cstate="print"/>
          <a:stretch>
            <a:fillRect/>
          </a:stretch>
        </p:blipFill>
        <p:spPr>
          <a:xfrm>
            <a:off x="6566039" y="6623608"/>
            <a:ext cx="996315" cy="292023"/>
          </a:xfrm>
          <a:prstGeom prst="rect">
            <a:avLst/>
          </a:prstGeom>
        </p:spPr>
      </p:pic>
      <p:pic>
        <p:nvPicPr>
          <p:cNvPr id="39" name="object 39"/>
          <p:cNvPicPr/>
          <p:nvPr/>
        </p:nvPicPr>
        <p:blipFill>
          <a:blip r:embed="rId21" cstate="print"/>
          <a:stretch>
            <a:fillRect/>
          </a:stretch>
        </p:blipFill>
        <p:spPr>
          <a:xfrm>
            <a:off x="6699971" y="5664339"/>
            <a:ext cx="861186" cy="249527"/>
          </a:xfrm>
          <a:prstGeom prst="rect">
            <a:avLst/>
          </a:prstGeom>
        </p:spPr>
      </p:pic>
      <p:pic>
        <p:nvPicPr>
          <p:cNvPr id="40" name="object 40"/>
          <p:cNvPicPr/>
          <p:nvPr/>
        </p:nvPicPr>
        <p:blipFill>
          <a:blip r:embed="rId22" cstate="print"/>
          <a:stretch>
            <a:fillRect/>
          </a:stretch>
        </p:blipFill>
        <p:spPr>
          <a:xfrm>
            <a:off x="3377755" y="4637887"/>
            <a:ext cx="708986" cy="408478"/>
          </a:xfrm>
          <a:prstGeom prst="rect">
            <a:avLst/>
          </a:prstGeom>
        </p:spPr>
      </p:pic>
      <p:pic>
        <p:nvPicPr>
          <p:cNvPr id="41" name="object 41"/>
          <p:cNvPicPr/>
          <p:nvPr/>
        </p:nvPicPr>
        <p:blipFill>
          <a:blip r:embed="rId23" cstate="print"/>
          <a:stretch>
            <a:fillRect/>
          </a:stretch>
        </p:blipFill>
        <p:spPr>
          <a:xfrm>
            <a:off x="8364608" y="5587161"/>
            <a:ext cx="909286" cy="380682"/>
          </a:xfrm>
          <a:prstGeom prst="rect">
            <a:avLst/>
          </a:prstGeom>
        </p:spPr>
      </p:pic>
      <p:pic>
        <p:nvPicPr>
          <p:cNvPr id="42" name="object 42"/>
          <p:cNvPicPr/>
          <p:nvPr/>
        </p:nvPicPr>
        <p:blipFill>
          <a:blip r:embed="rId24" cstate="print"/>
          <a:stretch>
            <a:fillRect/>
          </a:stretch>
        </p:blipFill>
        <p:spPr>
          <a:xfrm>
            <a:off x="4032432" y="2957852"/>
            <a:ext cx="811266" cy="507415"/>
          </a:xfrm>
          <a:prstGeom prst="rect">
            <a:avLst/>
          </a:prstGeom>
        </p:spPr>
      </p:pic>
      <p:sp>
        <p:nvSpPr>
          <p:cNvPr id="43" name="object 43"/>
          <p:cNvSpPr/>
          <p:nvPr/>
        </p:nvSpPr>
        <p:spPr>
          <a:xfrm>
            <a:off x="1659775" y="5516359"/>
            <a:ext cx="595630" cy="522605"/>
          </a:xfrm>
          <a:custGeom>
            <a:avLst/>
            <a:gdLst/>
            <a:ahLst/>
            <a:cxnLst/>
            <a:rect l="l" t="t" r="r" b="b"/>
            <a:pathLst>
              <a:path w="595630" h="522604">
                <a:moveTo>
                  <a:pt x="83400" y="397700"/>
                </a:moveTo>
                <a:lnTo>
                  <a:pt x="82626" y="394068"/>
                </a:lnTo>
                <a:lnTo>
                  <a:pt x="77533" y="370268"/>
                </a:lnTo>
                <a:lnTo>
                  <a:pt x="62572" y="355752"/>
                </a:lnTo>
                <a:lnTo>
                  <a:pt x="62382" y="355841"/>
                </a:lnTo>
                <a:lnTo>
                  <a:pt x="62382" y="403542"/>
                </a:lnTo>
                <a:lnTo>
                  <a:pt x="60159" y="409930"/>
                </a:lnTo>
                <a:lnTo>
                  <a:pt x="53835" y="412254"/>
                </a:lnTo>
                <a:lnTo>
                  <a:pt x="42214" y="414756"/>
                </a:lnTo>
                <a:lnTo>
                  <a:pt x="30111" y="416814"/>
                </a:lnTo>
                <a:lnTo>
                  <a:pt x="21348" y="417855"/>
                </a:lnTo>
                <a:lnTo>
                  <a:pt x="19659" y="417855"/>
                </a:lnTo>
                <a:lnTo>
                  <a:pt x="17538" y="418058"/>
                </a:lnTo>
                <a:lnTo>
                  <a:pt x="15811" y="415607"/>
                </a:lnTo>
                <a:lnTo>
                  <a:pt x="14287" y="408609"/>
                </a:lnTo>
                <a:lnTo>
                  <a:pt x="21247" y="401650"/>
                </a:lnTo>
                <a:lnTo>
                  <a:pt x="31737" y="396290"/>
                </a:lnTo>
                <a:lnTo>
                  <a:pt x="40792" y="394068"/>
                </a:lnTo>
                <a:lnTo>
                  <a:pt x="48679" y="395185"/>
                </a:lnTo>
                <a:lnTo>
                  <a:pt x="57213" y="398475"/>
                </a:lnTo>
                <a:lnTo>
                  <a:pt x="62382" y="403542"/>
                </a:lnTo>
                <a:lnTo>
                  <a:pt x="62382" y="355841"/>
                </a:lnTo>
                <a:lnTo>
                  <a:pt x="23164" y="382701"/>
                </a:lnTo>
                <a:lnTo>
                  <a:pt x="25" y="430199"/>
                </a:lnTo>
                <a:lnTo>
                  <a:pt x="0" y="449592"/>
                </a:lnTo>
                <a:lnTo>
                  <a:pt x="16421" y="460908"/>
                </a:lnTo>
                <a:lnTo>
                  <a:pt x="42887" y="459359"/>
                </a:lnTo>
                <a:lnTo>
                  <a:pt x="68478" y="446849"/>
                </a:lnTo>
                <a:lnTo>
                  <a:pt x="82283" y="425246"/>
                </a:lnTo>
                <a:lnTo>
                  <a:pt x="82575" y="418058"/>
                </a:lnTo>
                <a:lnTo>
                  <a:pt x="83375" y="398475"/>
                </a:lnTo>
                <a:lnTo>
                  <a:pt x="83400" y="397700"/>
                </a:lnTo>
                <a:close/>
              </a:path>
              <a:path w="595630" h="522604">
                <a:moveTo>
                  <a:pt x="101003" y="304317"/>
                </a:moveTo>
                <a:lnTo>
                  <a:pt x="35318" y="313550"/>
                </a:lnTo>
                <a:lnTo>
                  <a:pt x="28333" y="340601"/>
                </a:lnTo>
                <a:lnTo>
                  <a:pt x="91948" y="330441"/>
                </a:lnTo>
                <a:lnTo>
                  <a:pt x="101003" y="304317"/>
                </a:lnTo>
                <a:close/>
              </a:path>
              <a:path w="595630" h="522604">
                <a:moveTo>
                  <a:pt x="170726" y="454355"/>
                </a:moveTo>
                <a:lnTo>
                  <a:pt x="160223" y="410413"/>
                </a:lnTo>
                <a:lnTo>
                  <a:pt x="149479" y="390817"/>
                </a:lnTo>
                <a:lnTo>
                  <a:pt x="118986" y="403339"/>
                </a:lnTo>
                <a:lnTo>
                  <a:pt x="121805" y="414058"/>
                </a:lnTo>
                <a:lnTo>
                  <a:pt x="129501" y="430784"/>
                </a:lnTo>
                <a:lnTo>
                  <a:pt x="137985" y="448183"/>
                </a:lnTo>
                <a:lnTo>
                  <a:pt x="143179" y="460946"/>
                </a:lnTo>
                <a:lnTo>
                  <a:pt x="145415" y="469887"/>
                </a:lnTo>
                <a:lnTo>
                  <a:pt x="140944" y="469849"/>
                </a:lnTo>
                <a:lnTo>
                  <a:pt x="133299" y="471716"/>
                </a:lnTo>
                <a:lnTo>
                  <a:pt x="89801" y="479374"/>
                </a:lnTo>
                <a:lnTo>
                  <a:pt x="65024" y="484530"/>
                </a:lnTo>
                <a:lnTo>
                  <a:pt x="53314" y="489381"/>
                </a:lnTo>
                <a:lnTo>
                  <a:pt x="53314" y="522312"/>
                </a:lnTo>
                <a:lnTo>
                  <a:pt x="138036" y="506552"/>
                </a:lnTo>
                <a:lnTo>
                  <a:pt x="149834" y="489026"/>
                </a:lnTo>
                <a:lnTo>
                  <a:pt x="162344" y="472186"/>
                </a:lnTo>
                <a:lnTo>
                  <a:pt x="170726" y="454355"/>
                </a:lnTo>
                <a:close/>
              </a:path>
              <a:path w="595630" h="522604">
                <a:moveTo>
                  <a:pt x="239661" y="156273"/>
                </a:moveTo>
                <a:lnTo>
                  <a:pt x="227139" y="123151"/>
                </a:lnTo>
                <a:lnTo>
                  <a:pt x="196456" y="137528"/>
                </a:lnTo>
                <a:lnTo>
                  <a:pt x="203212" y="154584"/>
                </a:lnTo>
                <a:lnTo>
                  <a:pt x="211848" y="174142"/>
                </a:lnTo>
                <a:lnTo>
                  <a:pt x="214680" y="192595"/>
                </a:lnTo>
                <a:lnTo>
                  <a:pt x="204050" y="206362"/>
                </a:lnTo>
                <a:lnTo>
                  <a:pt x="57912" y="237312"/>
                </a:lnTo>
                <a:lnTo>
                  <a:pt x="93332" y="265125"/>
                </a:lnTo>
                <a:lnTo>
                  <a:pt x="190817" y="245364"/>
                </a:lnTo>
                <a:lnTo>
                  <a:pt x="211620" y="217144"/>
                </a:lnTo>
                <a:lnTo>
                  <a:pt x="231190" y="187528"/>
                </a:lnTo>
                <a:lnTo>
                  <a:pt x="239661" y="156273"/>
                </a:lnTo>
                <a:close/>
              </a:path>
              <a:path w="595630" h="522604">
                <a:moveTo>
                  <a:pt x="310184" y="203238"/>
                </a:moveTo>
                <a:lnTo>
                  <a:pt x="287210" y="0"/>
                </a:lnTo>
                <a:lnTo>
                  <a:pt x="251066" y="12776"/>
                </a:lnTo>
                <a:lnTo>
                  <a:pt x="275882" y="224802"/>
                </a:lnTo>
                <a:lnTo>
                  <a:pt x="308457" y="206870"/>
                </a:lnTo>
                <a:lnTo>
                  <a:pt x="310184" y="203238"/>
                </a:lnTo>
                <a:close/>
              </a:path>
              <a:path w="595630" h="522604">
                <a:moveTo>
                  <a:pt x="421195" y="45415"/>
                </a:moveTo>
                <a:lnTo>
                  <a:pt x="416267" y="48666"/>
                </a:lnTo>
                <a:lnTo>
                  <a:pt x="418147" y="57035"/>
                </a:lnTo>
                <a:lnTo>
                  <a:pt x="412165" y="65976"/>
                </a:lnTo>
                <a:lnTo>
                  <a:pt x="408457" y="68427"/>
                </a:lnTo>
                <a:lnTo>
                  <a:pt x="404190" y="68351"/>
                </a:lnTo>
                <a:lnTo>
                  <a:pt x="394944" y="63728"/>
                </a:lnTo>
                <a:lnTo>
                  <a:pt x="387172" y="47688"/>
                </a:lnTo>
                <a:lnTo>
                  <a:pt x="384581" y="58229"/>
                </a:lnTo>
                <a:lnTo>
                  <a:pt x="377939" y="68795"/>
                </a:lnTo>
                <a:lnTo>
                  <a:pt x="368769" y="75095"/>
                </a:lnTo>
                <a:lnTo>
                  <a:pt x="358559" y="72859"/>
                </a:lnTo>
                <a:lnTo>
                  <a:pt x="353428" y="68897"/>
                </a:lnTo>
                <a:lnTo>
                  <a:pt x="355828" y="59347"/>
                </a:lnTo>
                <a:lnTo>
                  <a:pt x="350837" y="56781"/>
                </a:lnTo>
                <a:lnTo>
                  <a:pt x="346875" y="75552"/>
                </a:lnTo>
                <a:lnTo>
                  <a:pt x="347357" y="84429"/>
                </a:lnTo>
                <a:lnTo>
                  <a:pt x="352336" y="93268"/>
                </a:lnTo>
                <a:lnTo>
                  <a:pt x="362585" y="95707"/>
                </a:lnTo>
                <a:lnTo>
                  <a:pt x="371259" y="94208"/>
                </a:lnTo>
                <a:lnTo>
                  <a:pt x="378040" y="88798"/>
                </a:lnTo>
                <a:lnTo>
                  <a:pt x="382651" y="79489"/>
                </a:lnTo>
                <a:lnTo>
                  <a:pt x="387108" y="79489"/>
                </a:lnTo>
                <a:lnTo>
                  <a:pt x="400570" y="90119"/>
                </a:lnTo>
                <a:lnTo>
                  <a:pt x="412661" y="81559"/>
                </a:lnTo>
                <a:lnTo>
                  <a:pt x="420509" y="63449"/>
                </a:lnTo>
                <a:lnTo>
                  <a:pt x="421195" y="45415"/>
                </a:lnTo>
                <a:close/>
              </a:path>
              <a:path w="595630" h="522604">
                <a:moveTo>
                  <a:pt x="424154" y="177584"/>
                </a:moveTo>
                <a:lnTo>
                  <a:pt x="420217" y="164998"/>
                </a:lnTo>
                <a:lnTo>
                  <a:pt x="413131" y="147726"/>
                </a:lnTo>
                <a:lnTo>
                  <a:pt x="404622" y="131902"/>
                </a:lnTo>
                <a:lnTo>
                  <a:pt x="396367" y="123659"/>
                </a:lnTo>
                <a:lnTo>
                  <a:pt x="372389" y="124574"/>
                </a:lnTo>
                <a:lnTo>
                  <a:pt x="354431" y="139763"/>
                </a:lnTo>
                <a:lnTo>
                  <a:pt x="345211" y="163093"/>
                </a:lnTo>
                <a:lnTo>
                  <a:pt x="347472" y="188417"/>
                </a:lnTo>
                <a:lnTo>
                  <a:pt x="356146" y="201206"/>
                </a:lnTo>
                <a:lnTo>
                  <a:pt x="367703" y="204571"/>
                </a:lnTo>
                <a:lnTo>
                  <a:pt x="381279" y="202755"/>
                </a:lnTo>
                <a:lnTo>
                  <a:pt x="395998" y="200012"/>
                </a:lnTo>
                <a:lnTo>
                  <a:pt x="400240" y="209753"/>
                </a:lnTo>
                <a:lnTo>
                  <a:pt x="401688" y="217779"/>
                </a:lnTo>
                <a:lnTo>
                  <a:pt x="399516" y="225412"/>
                </a:lnTo>
                <a:lnTo>
                  <a:pt x="392887" y="233959"/>
                </a:lnTo>
                <a:lnTo>
                  <a:pt x="232727" y="265722"/>
                </a:lnTo>
                <a:lnTo>
                  <a:pt x="270395" y="295198"/>
                </a:lnTo>
                <a:lnTo>
                  <a:pt x="377926" y="273494"/>
                </a:lnTo>
                <a:lnTo>
                  <a:pt x="392785" y="251256"/>
                </a:lnTo>
                <a:lnTo>
                  <a:pt x="409740" y="227799"/>
                </a:lnTo>
                <a:lnTo>
                  <a:pt x="422338" y="203225"/>
                </a:lnTo>
                <a:lnTo>
                  <a:pt x="424154" y="177584"/>
                </a:lnTo>
                <a:close/>
              </a:path>
              <a:path w="595630" h="522604">
                <a:moveTo>
                  <a:pt x="430288" y="322478"/>
                </a:moveTo>
                <a:lnTo>
                  <a:pt x="423189" y="321271"/>
                </a:lnTo>
                <a:lnTo>
                  <a:pt x="426821" y="324599"/>
                </a:lnTo>
                <a:lnTo>
                  <a:pt x="425780" y="328066"/>
                </a:lnTo>
                <a:lnTo>
                  <a:pt x="418007" y="343496"/>
                </a:lnTo>
                <a:lnTo>
                  <a:pt x="409117" y="347599"/>
                </a:lnTo>
                <a:lnTo>
                  <a:pt x="401459" y="341109"/>
                </a:lnTo>
                <a:lnTo>
                  <a:pt x="397383" y="324751"/>
                </a:lnTo>
                <a:lnTo>
                  <a:pt x="392087" y="330377"/>
                </a:lnTo>
                <a:lnTo>
                  <a:pt x="390994" y="341947"/>
                </a:lnTo>
                <a:lnTo>
                  <a:pt x="385927" y="347345"/>
                </a:lnTo>
                <a:lnTo>
                  <a:pt x="380619" y="351091"/>
                </a:lnTo>
                <a:lnTo>
                  <a:pt x="374078" y="352869"/>
                </a:lnTo>
                <a:lnTo>
                  <a:pt x="367804" y="351917"/>
                </a:lnTo>
                <a:lnTo>
                  <a:pt x="363296" y="347446"/>
                </a:lnTo>
                <a:lnTo>
                  <a:pt x="360438" y="341541"/>
                </a:lnTo>
                <a:lnTo>
                  <a:pt x="364972" y="332460"/>
                </a:lnTo>
                <a:lnTo>
                  <a:pt x="359930" y="329298"/>
                </a:lnTo>
                <a:lnTo>
                  <a:pt x="354977" y="351853"/>
                </a:lnTo>
                <a:lnTo>
                  <a:pt x="360210" y="369684"/>
                </a:lnTo>
                <a:lnTo>
                  <a:pt x="372681" y="374713"/>
                </a:lnTo>
                <a:lnTo>
                  <a:pt x="389458" y="358813"/>
                </a:lnTo>
                <a:lnTo>
                  <a:pt x="392785" y="358838"/>
                </a:lnTo>
                <a:lnTo>
                  <a:pt x="409473" y="367880"/>
                </a:lnTo>
                <a:lnTo>
                  <a:pt x="420839" y="358990"/>
                </a:lnTo>
                <a:lnTo>
                  <a:pt x="427558" y="340944"/>
                </a:lnTo>
                <a:lnTo>
                  <a:pt x="430288" y="322478"/>
                </a:lnTo>
                <a:close/>
              </a:path>
              <a:path w="595630" h="522604">
                <a:moveTo>
                  <a:pt x="450735" y="415594"/>
                </a:moveTo>
                <a:lnTo>
                  <a:pt x="319036" y="440537"/>
                </a:lnTo>
                <a:lnTo>
                  <a:pt x="324700" y="428599"/>
                </a:lnTo>
                <a:lnTo>
                  <a:pt x="332117" y="416801"/>
                </a:lnTo>
                <a:lnTo>
                  <a:pt x="337146" y="404507"/>
                </a:lnTo>
                <a:lnTo>
                  <a:pt x="335686" y="391096"/>
                </a:lnTo>
                <a:lnTo>
                  <a:pt x="327926" y="385724"/>
                </a:lnTo>
                <a:lnTo>
                  <a:pt x="314261" y="383425"/>
                </a:lnTo>
                <a:lnTo>
                  <a:pt x="300024" y="383679"/>
                </a:lnTo>
                <a:lnTo>
                  <a:pt x="265899" y="413105"/>
                </a:lnTo>
                <a:lnTo>
                  <a:pt x="260121" y="428625"/>
                </a:lnTo>
                <a:lnTo>
                  <a:pt x="261772" y="436384"/>
                </a:lnTo>
                <a:lnTo>
                  <a:pt x="263740" y="444017"/>
                </a:lnTo>
                <a:lnTo>
                  <a:pt x="263575" y="452056"/>
                </a:lnTo>
                <a:lnTo>
                  <a:pt x="235013" y="458736"/>
                </a:lnTo>
                <a:lnTo>
                  <a:pt x="215722" y="311137"/>
                </a:lnTo>
                <a:lnTo>
                  <a:pt x="185521" y="329742"/>
                </a:lnTo>
                <a:lnTo>
                  <a:pt x="203314" y="499465"/>
                </a:lnTo>
                <a:lnTo>
                  <a:pt x="441375" y="453898"/>
                </a:lnTo>
                <a:lnTo>
                  <a:pt x="450735" y="415594"/>
                </a:lnTo>
                <a:close/>
              </a:path>
              <a:path w="595630" h="522604">
                <a:moveTo>
                  <a:pt x="516648" y="437210"/>
                </a:moveTo>
                <a:lnTo>
                  <a:pt x="498398" y="270230"/>
                </a:lnTo>
                <a:lnTo>
                  <a:pt x="465848" y="288175"/>
                </a:lnTo>
                <a:lnTo>
                  <a:pt x="464108" y="291807"/>
                </a:lnTo>
                <a:lnTo>
                  <a:pt x="482384" y="445935"/>
                </a:lnTo>
                <a:lnTo>
                  <a:pt x="476161" y="449821"/>
                </a:lnTo>
                <a:lnTo>
                  <a:pt x="464007" y="452335"/>
                </a:lnTo>
                <a:lnTo>
                  <a:pt x="450964" y="454380"/>
                </a:lnTo>
                <a:lnTo>
                  <a:pt x="442010" y="456831"/>
                </a:lnTo>
                <a:lnTo>
                  <a:pt x="441134" y="465150"/>
                </a:lnTo>
                <a:lnTo>
                  <a:pt x="436245" y="481279"/>
                </a:lnTo>
                <a:lnTo>
                  <a:pt x="434809" y="489394"/>
                </a:lnTo>
                <a:lnTo>
                  <a:pt x="434505" y="495173"/>
                </a:lnTo>
                <a:lnTo>
                  <a:pt x="440499" y="493026"/>
                </a:lnTo>
                <a:lnTo>
                  <a:pt x="454063" y="491058"/>
                </a:lnTo>
                <a:lnTo>
                  <a:pt x="494576" y="475488"/>
                </a:lnTo>
                <a:lnTo>
                  <a:pt x="512559" y="446265"/>
                </a:lnTo>
                <a:lnTo>
                  <a:pt x="516648" y="437210"/>
                </a:lnTo>
                <a:close/>
              </a:path>
              <a:path w="595630" h="522604">
                <a:moveTo>
                  <a:pt x="563753" y="177749"/>
                </a:moveTo>
                <a:lnTo>
                  <a:pt x="562965" y="162483"/>
                </a:lnTo>
                <a:lnTo>
                  <a:pt x="556933" y="145503"/>
                </a:lnTo>
                <a:lnTo>
                  <a:pt x="541578" y="114490"/>
                </a:lnTo>
                <a:lnTo>
                  <a:pt x="509841" y="128435"/>
                </a:lnTo>
                <a:lnTo>
                  <a:pt x="537032" y="193001"/>
                </a:lnTo>
                <a:lnTo>
                  <a:pt x="446189" y="212318"/>
                </a:lnTo>
                <a:lnTo>
                  <a:pt x="446189" y="247523"/>
                </a:lnTo>
                <a:lnTo>
                  <a:pt x="527786" y="230339"/>
                </a:lnTo>
                <a:lnTo>
                  <a:pt x="535660" y="221615"/>
                </a:lnTo>
                <a:lnTo>
                  <a:pt x="547420" y="205257"/>
                </a:lnTo>
                <a:lnTo>
                  <a:pt x="558368" y="188290"/>
                </a:lnTo>
                <a:lnTo>
                  <a:pt x="563753" y="177749"/>
                </a:lnTo>
                <a:close/>
              </a:path>
              <a:path w="595630" h="522604">
                <a:moveTo>
                  <a:pt x="595299" y="450926"/>
                </a:moveTo>
                <a:lnTo>
                  <a:pt x="575627" y="283870"/>
                </a:lnTo>
                <a:lnTo>
                  <a:pt x="543039" y="301802"/>
                </a:lnTo>
                <a:lnTo>
                  <a:pt x="541324" y="305422"/>
                </a:lnTo>
                <a:lnTo>
                  <a:pt x="563143" y="472300"/>
                </a:lnTo>
                <a:lnTo>
                  <a:pt x="595299" y="450926"/>
                </a:lnTo>
                <a:close/>
              </a:path>
            </a:pathLst>
          </a:custGeom>
          <a:solidFill>
            <a:srgbClr val="E35926"/>
          </a:solidFill>
        </p:spPr>
        <p:txBody>
          <a:bodyPr wrap="square" lIns="0" tIns="0" rIns="0" bIns="0" rtlCol="0"/>
          <a:lstStyle/>
          <a:p>
            <a:endParaRPr/>
          </a:p>
        </p:txBody>
      </p:sp>
      <p:pic>
        <p:nvPicPr>
          <p:cNvPr id="44" name="object 44"/>
          <p:cNvPicPr/>
          <p:nvPr/>
        </p:nvPicPr>
        <p:blipFill>
          <a:blip r:embed="rId25" cstate="print"/>
          <a:stretch>
            <a:fillRect/>
          </a:stretch>
        </p:blipFill>
        <p:spPr>
          <a:xfrm>
            <a:off x="4923205" y="6510934"/>
            <a:ext cx="959840" cy="428332"/>
          </a:xfrm>
          <a:prstGeom prst="rect">
            <a:avLst/>
          </a:prstGeom>
        </p:spPr>
      </p:pic>
      <p:pic>
        <p:nvPicPr>
          <p:cNvPr id="45" name="object 45"/>
          <p:cNvPicPr/>
          <p:nvPr/>
        </p:nvPicPr>
        <p:blipFill>
          <a:blip r:embed="rId26" cstate="print"/>
          <a:stretch>
            <a:fillRect/>
          </a:stretch>
        </p:blipFill>
        <p:spPr>
          <a:xfrm>
            <a:off x="2999786" y="6549466"/>
            <a:ext cx="1198727" cy="334290"/>
          </a:xfrm>
          <a:prstGeom prst="rect">
            <a:avLst/>
          </a:prstGeom>
        </p:spPr>
      </p:pic>
      <p:sp>
        <p:nvSpPr>
          <p:cNvPr id="47" name="object 47"/>
          <p:cNvSpPr txBox="1">
            <a:spLocks noGrp="1"/>
          </p:cNvSpPr>
          <p:nvPr>
            <p:ph type="sldNum" sz="quarter" idx="7"/>
          </p:nvPr>
        </p:nvSpPr>
        <p:spPr>
          <a:prstGeom prst="rect">
            <a:avLst/>
          </a:prstGeom>
        </p:spPr>
        <p:txBody>
          <a:bodyPr vert="horz" wrap="square" lIns="0" tIns="8255" rIns="0" bIns="0" rtlCol="0">
            <a:spAutoFit/>
          </a:bodyPr>
          <a:lstStyle/>
          <a:p>
            <a:pPr marL="21590">
              <a:lnSpc>
                <a:spcPct val="100000"/>
              </a:lnSpc>
              <a:spcBef>
                <a:spcPts val="65"/>
              </a:spcBef>
            </a:pPr>
            <a:fld id="{81D60167-4931-47E6-BA6A-407CBD079E47}" type="slidenum">
              <a:rPr spc="-25" dirty="0"/>
              <a:t>18</a:t>
            </a:fld>
            <a:endParaRPr spc="-25" dirty="0"/>
          </a:p>
        </p:txBody>
      </p:sp>
      <p:sp>
        <p:nvSpPr>
          <p:cNvPr id="7" name="TextBox 6">
            <a:extLst>
              <a:ext uri="{FF2B5EF4-FFF2-40B4-BE49-F238E27FC236}">
                <a16:creationId xmlns:a16="http://schemas.microsoft.com/office/drawing/2014/main" id="{368698C5-C22F-8F08-FACB-83DB76344C24}"/>
              </a:ext>
            </a:extLst>
          </p:cNvPr>
          <p:cNvSpPr txBox="1"/>
          <p:nvPr/>
        </p:nvSpPr>
        <p:spPr>
          <a:xfrm>
            <a:off x="7890747" y="238471"/>
            <a:ext cx="2392585" cy="200055"/>
          </a:xfrm>
          <a:prstGeom prst="rect">
            <a:avLst/>
          </a:prstGeom>
          <a:noFill/>
        </p:spPr>
        <p:txBody>
          <a:bodyPr wrap="square" rtlCol="0">
            <a:spAutoFit/>
          </a:bodyPr>
          <a:lstStyle/>
          <a:p>
            <a:pPr rtl="1"/>
            <a:r>
              <a:rPr lang="ar-SA" sz="700" dirty="0">
                <a:latin typeface="Zanjabeel" pitchFamily="50" charset="-78"/>
                <a:cs typeface="Zanjabeel" pitchFamily="50" charset="-78"/>
              </a:rPr>
              <a:t>ملف تعريفي               2026       </a:t>
            </a:r>
            <a:endParaRPr lang="en-US" sz="700" dirty="0">
              <a:latin typeface="Zanjabeel" pitchFamily="50" charset="-78"/>
              <a:cs typeface="Zanjabeel" pitchFamily="50" charset="-78"/>
            </a:endParaRPr>
          </a:p>
        </p:txBody>
      </p:sp>
      <p:sp>
        <p:nvSpPr>
          <p:cNvPr id="9" name="TextBox 8">
            <a:extLst>
              <a:ext uri="{FF2B5EF4-FFF2-40B4-BE49-F238E27FC236}">
                <a16:creationId xmlns:a16="http://schemas.microsoft.com/office/drawing/2014/main" id="{21BD8C31-4AEC-D781-5EBC-E836761AEF9E}"/>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tx1"/>
                </a:solidFill>
                <a:latin typeface="Zanjabeel" pitchFamily="50" charset="-78"/>
                <a:cs typeface="Zanjabeel" pitchFamily="50" charset="-78"/>
              </a:rPr>
              <a:t>شركاء النجاح</a:t>
            </a:r>
            <a:endParaRPr lang="en-US" sz="700" dirty="0">
              <a:solidFill>
                <a:schemeClr val="tx1"/>
              </a:solidFill>
              <a:latin typeface="Zanjabeel" pitchFamily="50" charset="-78"/>
              <a:cs typeface="Zanjabeel" pitchFamily="50" charset="-7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2"/>
            <a:ext cx="10692130" cy="4343400"/>
          </a:xfrm>
          <a:custGeom>
            <a:avLst/>
            <a:gdLst/>
            <a:ahLst/>
            <a:cxnLst/>
            <a:rect l="l" t="t" r="r" b="b"/>
            <a:pathLst>
              <a:path w="10692130" h="4343400">
                <a:moveTo>
                  <a:pt x="10692003" y="0"/>
                </a:moveTo>
                <a:lnTo>
                  <a:pt x="0" y="0"/>
                </a:lnTo>
                <a:lnTo>
                  <a:pt x="0" y="4343400"/>
                </a:lnTo>
                <a:lnTo>
                  <a:pt x="10692003" y="4343400"/>
                </a:lnTo>
                <a:lnTo>
                  <a:pt x="10692003" y="0"/>
                </a:lnTo>
                <a:close/>
              </a:path>
            </a:pathLst>
          </a:custGeom>
          <a:solidFill>
            <a:srgbClr val="05123B"/>
          </a:solidFill>
        </p:spPr>
        <p:txBody>
          <a:bodyPr wrap="square" lIns="0" tIns="0" rIns="0" bIns="0" rtlCol="0"/>
          <a:lstStyle/>
          <a:p>
            <a:endParaRPr/>
          </a:p>
        </p:txBody>
      </p:sp>
      <p:grpSp>
        <p:nvGrpSpPr>
          <p:cNvPr id="5" name="object 5"/>
          <p:cNvGrpSpPr/>
          <p:nvPr/>
        </p:nvGrpSpPr>
        <p:grpSpPr>
          <a:xfrm>
            <a:off x="0" y="1673527"/>
            <a:ext cx="10692130" cy="5887085"/>
            <a:chOff x="0" y="1673527"/>
            <a:chExt cx="10692130" cy="5887085"/>
          </a:xfrm>
        </p:grpSpPr>
        <p:sp>
          <p:nvSpPr>
            <p:cNvPr id="6" name="object 6"/>
            <p:cNvSpPr/>
            <p:nvPr/>
          </p:nvSpPr>
          <p:spPr>
            <a:xfrm>
              <a:off x="0" y="4340580"/>
              <a:ext cx="10692130" cy="3219450"/>
            </a:xfrm>
            <a:custGeom>
              <a:avLst/>
              <a:gdLst/>
              <a:ahLst/>
              <a:cxnLst/>
              <a:rect l="l" t="t" r="r" b="b"/>
              <a:pathLst>
                <a:path w="10692130" h="3219450">
                  <a:moveTo>
                    <a:pt x="10692003" y="0"/>
                  </a:moveTo>
                  <a:lnTo>
                    <a:pt x="0" y="0"/>
                  </a:lnTo>
                  <a:lnTo>
                    <a:pt x="0" y="3219424"/>
                  </a:lnTo>
                  <a:lnTo>
                    <a:pt x="10692003" y="3219424"/>
                  </a:lnTo>
                  <a:lnTo>
                    <a:pt x="10692003" y="0"/>
                  </a:lnTo>
                  <a:close/>
                </a:path>
              </a:pathLst>
            </a:custGeom>
            <a:solidFill>
              <a:srgbClr val="D6E5F5"/>
            </a:solidFill>
          </p:spPr>
          <p:txBody>
            <a:bodyPr wrap="square" lIns="0" tIns="0" rIns="0" bIns="0" rtlCol="0"/>
            <a:lstStyle/>
            <a:p>
              <a:endParaRPr/>
            </a:p>
          </p:txBody>
        </p:sp>
        <p:sp>
          <p:nvSpPr>
            <p:cNvPr id="7" name="object 7"/>
            <p:cNvSpPr/>
            <p:nvPr/>
          </p:nvSpPr>
          <p:spPr>
            <a:xfrm>
              <a:off x="287997" y="3327425"/>
              <a:ext cx="10116185" cy="1918335"/>
            </a:xfrm>
            <a:custGeom>
              <a:avLst/>
              <a:gdLst/>
              <a:ahLst/>
              <a:cxnLst/>
              <a:rect l="l" t="t" r="r" b="b"/>
              <a:pathLst>
                <a:path w="10116185" h="1918335">
                  <a:moveTo>
                    <a:pt x="1936788" y="0"/>
                  </a:moveTo>
                  <a:lnTo>
                    <a:pt x="0" y="0"/>
                  </a:lnTo>
                  <a:lnTo>
                    <a:pt x="0" y="1918284"/>
                  </a:lnTo>
                  <a:lnTo>
                    <a:pt x="1936788" y="1918284"/>
                  </a:lnTo>
                  <a:lnTo>
                    <a:pt x="1936788" y="0"/>
                  </a:lnTo>
                  <a:close/>
                </a:path>
                <a:path w="10116185" h="1918335">
                  <a:moveTo>
                    <a:pt x="3995089" y="0"/>
                  </a:moveTo>
                  <a:lnTo>
                    <a:pt x="2058301" y="0"/>
                  </a:lnTo>
                  <a:lnTo>
                    <a:pt x="2058301" y="1918284"/>
                  </a:lnTo>
                  <a:lnTo>
                    <a:pt x="3995089" y="1918284"/>
                  </a:lnTo>
                  <a:lnTo>
                    <a:pt x="3995089" y="0"/>
                  </a:lnTo>
                  <a:close/>
                </a:path>
                <a:path w="10116185" h="1918335">
                  <a:moveTo>
                    <a:pt x="6026404" y="0"/>
                  </a:moveTo>
                  <a:lnTo>
                    <a:pt x="4089603" y="0"/>
                  </a:lnTo>
                  <a:lnTo>
                    <a:pt x="4089603" y="1918284"/>
                  </a:lnTo>
                  <a:lnTo>
                    <a:pt x="6026404" y="1918284"/>
                  </a:lnTo>
                  <a:lnTo>
                    <a:pt x="6026404" y="0"/>
                  </a:lnTo>
                  <a:close/>
                </a:path>
                <a:path w="10116185" h="1918335">
                  <a:moveTo>
                    <a:pt x="8071205" y="0"/>
                  </a:moveTo>
                  <a:lnTo>
                    <a:pt x="6134405" y="0"/>
                  </a:lnTo>
                  <a:lnTo>
                    <a:pt x="6134405" y="1918284"/>
                  </a:lnTo>
                  <a:lnTo>
                    <a:pt x="8071205" y="1918284"/>
                  </a:lnTo>
                  <a:lnTo>
                    <a:pt x="8071205" y="0"/>
                  </a:lnTo>
                  <a:close/>
                </a:path>
                <a:path w="10116185" h="1918335">
                  <a:moveTo>
                    <a:pt x="10116007" y="0"/>
                  </a:moveTo>
                  <a:lnTo>
                    <a:pt x="8179206" y="0"/>
                  </a:lnTo>
                  <a:lnTo>
                    <a:pt x="8179206" y="1918284"/>
                  </a:lnTo>
                  <a:lnTo>
                    <a:pt x="10116007" y="1918284"/>
                  </a:lnTo>
                  <a:lnTo>
                    <a:pt x="10116007" y="0"/>
                  </a:lnTo>
                  <a:close/>
                </a:path>
              </a:pathLst>
            </a:custGeom>
            <a:solidFill>
              <a:srgbClr val="0059C2"/>
            </a:solidFill>
          </p:spPr>
          <p:txBody>
            <a:bodyPr wrap="square" lIns="0" tIns="0" rIns="0" bIns="0" rtlCol="0"/>
            <a:lstStyle/>
            <a:p>
              <a:endParaRPr/>
            </a:p>
          </p:txBody>
        </p:sp>
        <p:sp>
          <p:nvSpPr>
            <p:cNvPr id="8" name="object 8"/>
            <p:cNvSpPr/>
            <p:nvPr/>
          </p:nvSpPr>
          <p:spPr>
            <a:xfrm>
              <a:off x="287996" y="6697357"/>
              <a:ext cx="430530" cy="574675"/>
            </a:xfrm>
            <a:custGeom>
              <a:avLst/>
              <a:gdLst/>
              <a:ahLst/>
              <a:cxnLst/>
              <a:rect l="l" t="t" r="r" b="b"/>
              <a:pathLst>
                <a:path w="430530" h="574675">
                  <a:moveTo>
                    <a:pt x="430415" y="0"/>
                  </a:moveTo>
                  <a:lnTo>
                    <a:pt x="286778" y="0"/>
                  </a:lnTo>
                  <a:lnTo>
                    <a:pt x="286778" y="142747"/>
                  </a:lnTo>
                  <a:lnTo>
                    <a:pt x="215036" y="0"/>
                  </a:lnTo>
                  <a:lnTo>
                    <a:pt x="143586" y="0"/>
                  </a:lnTo>
                  <a:lnTo>
                    <a:pt x="143586" y="143624"/>
                  </a:lnTo>
                  <a:lnTo>
                    <a:pt x="286778" y="143624"/>
                  </a:lnTo>
                  <a:lnTo>
                    <a:pt x="286766" y="431025"/>
                  </a:lnTo>
                  <a:lnTo>
                    <a:pt x="0" y="430974"/>
                  </a:lnTo>
                  <a:lnTo>
                    <a:pt x="72199" y="574611"/>
                  </a:lnTo>
                  <a:lnTo>
                    <a:pt x="215036" y="574649"/>
                  </a:lnTo>
                  <a:lnTo>
                    <a:pt x="286766" y="431926"/>
                  </a:lnTo>
                  <a:lnTo>
                    <a:pt x="286766" y="574649"/>
                  </a:lnTo>
                  <a:lnTo>
                    <a:pt x="358216" y="574649"/>
                  </a:lnTo>
                  <a:lnTo>
                    <a:pt x="430415" y="431037"/>
                  </a:lnTo>
                  <a:lnTo>
                    <a:pt x="430415" y="0"/>
                  </a:lnTo>
                  <a:close/>
                </a:path>
              </a:pathLst>
            </a:custGeom>
            <a:solidFill>
              <a:srgbClr val="05123B"/>
            </a:solidFill>
          </p:spPr>
          <p:txBody>
            <a:bodyPr wrap="square" lIns="0" tIns="0" rIns="0" bIns="0" rtlCol="0"/>
            <a:lstStyle/>
            <a:p>
              <a:endParaRPr/>
            </a:p>
          </p:txBody>
        </p:sp>
        <p:sp>
          <p:nvSpPr>
            <p:cNvPr id="9" name="object 9"/>
            <p:cNvSpPr/>
            <p:nvPr/>
          </p:nvSpPr>
          <p:spPr>
            <a:xfrm>
              <a:off x="7256331" y="1673527"/>
              <a:ext cx="1318260" cy="523875"/>
            </a:xfrm>
            <a:custGeom>
              <a:avLst/>
              <a:gdLst/>
              <a:ahLst/>
              <a:cxnLst/>
              <a:rect l="l" t="t" r="r" b="b"/>
              <a:pathLst>
                <a:path w="1318259" h="523875">
                  <a:moveTo>
                    <a:pt x="1054455" y="25"/>
                  </a:moveTo>
                  <a:lnTo>
                    <a:pt x="0" y="0"/>
                  </a:lnTo>
                  <a:lnTo>
                    <a:pt x="0" y="131114"/>
                  </a:lnTo>
                  <a:lnTo>
                    <a:pt x="263436" y="263525"/>
                  </a:lnTo>
                  <a:lnTo>
                    <a:pt x="263436" y="523494"/>
                  </a:lnTo>
                  <a:lnTo>
                    <a:pt x="1317891" y="523506"/>
                  </a:lnTo>
                  <a:lnTo>
                    <a:pt x="1317891" y="392391"/>
                  </a:lnTo>
                  <a:lnTo>
                    <a:pt x="1054455" y="259981"/>
                  </a:lnTo>
                  <a:lnTo>
                    <a:pt x="1054455" y="25"/>
                  </a:lnTo>
                  <a:close/>
                </a:path>
              </a:pathLst>
            </a:custGeom>
            <a:solidFill>
              <a:srgbClr val="0059C2"/>
            </a:solidFill>
          </p:spPr>
          <p:txBody>
            <a:bodyPr wrap="square" lIns="0" tIns="0" rIns="0" bIns="0" rtlCol="0"/>
            <a:lstStyle/>
            <a:p>
              <a:endParaRPr/>
            </a:p>
          </p:txBody>
        </p:sp>
      </p:grpSp>
      <p:sp>
        <p:nvSpPr>
          <p:cNvPr id="10" name="object 10" descr="$PPTXTitle"/>
          <p:cNvSpPr txBox="1">
            <a:spLocks noGrp="1"/>
          </p:cNvSpPr>
          <p:nvPr>
            <p:ph type="title"/>
          </p:nvPr>
        </p:nvSpPr>
        <p:spPr>
          <a:xfrm>
            <a:off x="6892868" y="1483435"/>
            <a:ext cx="1521460" cy="632224"/>
          </a:xfrm>
          <a:prstGeom prst="rect">
            <a:avLst/>
          </a:prstGeom>
        </p:spPr>
        <p:txBody>
          <a:bodyPr vert="horz" wrap="square" lIns="0" tIns="16510" rIns="0" bIns="0" rtlCol="0">
            <a:spAutoFit/>
          </a:bodyPr>
          <a:lstStyle/>
          <a:p>
            <a:pPr marL="38100" marR="30480" algn="r">
              <a:lnSpc>
                <a:spcPct val="100000"/>
              </a:lnSpc>
              <a:spcBef>
                <a:spcPts val="130"/>
              </a:spcBef>
            </a:pPr>
            <a:r>
              <a:rPr lang="ar-SA" sz="2000" dirty="0">
                <a:solidFill>
                  <a:schemeClr val="bg1"/>
                </a:solidFill>
                <a:latin typeface="Zanjabeel" pitchFamily="50" charset="-78"/>
                <a:cs typeface="Zanjabeel" pitchFamily="50" charset="-78"/>
              </a:rPr>
              <a:t>موقعــــنا التنافسي</a:t>
            </a:r>
            <a:endParaRPr sz="2000" dirty="0">
              <a:solidFill>
                <a:schemeClr val="bg1"/>
              </a:solidFill>
              <a:latin typeface="Zanjabeel" pitchFamily="50" charset="-78"/>
              <a:cs typeface="Zanjabeel" pitchFamily="50" charset="-78"/>
            </a:endParaRPr>
          </a:p>
        </p:txBody>
      </p:sp>
      <p:sp>
        <p:nvSpPr>
          <p:cNvPr id="12" name="object 12"/>
          <p:cNvSpPr/>
          <p:nvPr/>
        </p:nvSpPr>
        <p:spPr>
          <a:xfrm>
            <a:off x="1571739" y="3914622"/>
            <a:ext cx="8321675" cy="141605"/>
          </a:xfrm>
          <a:custGeom>
            <a:avLst/>
            <a:gdLst/>
            <a:ahLst/>
            <a:cxnLst/>
            <a:rect l="l" t="t" r="r" b="b"/>
            <a:pathLst>
              <a:path w="8321675" h="141604">
                <a:moveTo>
                  <a:pt x="141859" y="0"/>
                </a:moveTo>
                <a:lnTo>
                  <a:pt x="0" y="0"/>
                </a:lnTo>
                <a:lnTo>
                  <a:pt x="0" y="70573"/>
                </a:lnTo>
                <a:lnTo>
                  <a:pt x="141859" y="141427"/>
                </a:lnTo>
                <a:lnTo>
                  <a:pt x="141859" y="0"/>
                </a:lnTo>
                <a:close/>
              </a:path>
              <a:path w="8321675" h="141604">
                <a:moveTo>
                  <a:pt x="2186660" y="0"/>
                </a:moveTo>
                <a:lnTo>
                  <a:pt x="2044801" y="0"/>
                </a:lnTo>
                <a:lnTo>
                  <a:pt x="2044801" y="70573"/>
                </a:lnTo>
                <a:lnTo>
                  <a:pt x="2186660" y="141427"/>
                </a:lnTo>
                <a:lnTo>
                  <a:pt x="2186660" y="0"/>
                </a:lnTo>
                <a:close/>
              </a:path>
              <a:path w="8321675" h="141604">
                <a:moveTo>
                  <a:pt x="4231449" y="0"/>
                </a:moveTo>
                <a:lnTo>
                  <a:pt x="4089590" y="0"/>
                </a:lnTo>
                <a:lnTo>
                  <a:pt x="4089590" y="70573"/>
                </a:lnTo>
                <a:lnTo>
                  <a:pt x="4231449" y="141427"/>
                </a:lnTo>
                <a:lnTo>
                  <a:pt x="4231449" y="0"/>
                </a:lnTo>
                <a:close/>
              </a:path>
              <a:path w="8321675" h="141604">
                <a:moveTo>
                  <a:pt x="6276251" y="0"/>
                </a:moveTo>
                <a:lnTo>
                  <a:pt x="6134392" y="0"/>
                </a:lnTo>
                <a:lnTo>
                  <a:pt x="6134392" y="70573"/>
                </a:lnTo>
                <a:lnTo>
                  <a:pt x="6276251" y="141427"/>
                </a:lnTo>
                <a:lnTo>
                  <a:pt x="6276251" y="0"/>
                </a:lnTo>
                <a:close/>
              </a:path>
              <a:path w="8321675" h="141604">
                <a:moveTo>
                  <a:pt x="8321053" y="0"/>
                </a:moveTo>
                <a:lnTo>
                  <a:pt x="8179194" y="0"/>
                </a:lnTo>
                <a:lnTo>
                  <a:pt x="8179194" y="70573"/>
                </a:lnTo>
                <a:lnTo>
                  <a:pt x="8321053" y="141427"/>
                </a:lnTo>
                <a:lnTo>
                  <a:pt x="8321053" y="0"/>
                </a:lnTo>
                <a:close/>
              </a:path>
            </a:pathLst>
          </a:custGeom>
          <a:solidFill>
            <a:srgbClr val="FFFFFF"/>
          </a:solidFill>
        </p:spPr>
        <p:txBody>
          <a:bodyPr wrap="square" lIns="0" tIns="0" rIns="0" bIns="0" rtlCol="0"/>
          <a:lstStyle/>
          <a:p>
            <a:endParaRPr/>
          </a:p>
        </p:txBody>
      </p:sp>
      <p:sp>
        <p:nvSpPr>
          <p:cNvPr id="13" name="object 13"/>
          <p:cNvSpPr txBox="1"/>
          <p:nvPr/>
        </p:nvSpPr>
        <p:spPr>
          <a:xfrm>
            <a:off x="8699500" y="4151348"/>
            <a:ext cx="1231399" cy="520655"/>
          </a:xfrm>
          <a:prstGeom prst="rect">
            <a:avLst/>
          </a:prstGeom>
        </p:spPr>
        <p:txBody>
          <a:bodyPr vert="horz" wrap="square" lIns="0" tIns="12700" rIns="0" bIns="0" rtlCol="0">
            <a:spAutoFit/>
          </a:bodyPr>
          <a:lstStyle/>
          <a:p>
            <a:pPr marL="25400" marR="30480" algn="r">
              <a:lnSpc>
                <a:spcPct val="100000"/>
              </a:lnSpc>
              <a:spcBef>
                <a:spcPts val="100"/>
              </a:spcBef>
            </a:pPr>
            <a:r>
              <a:rPr lang="ar-SA" sz="1100" dirty="0">
                <a:solidFill>
                  <a:schemeClr val="bg1"/>
                </a:solidFill>
                <a:latin typeface="Zanjabeel Thin" pitchFamily="50" charset="-78"/>
                <a:cs typeface="Zanjabeel Thin" pitchFamily="50" charset="-78"/>
              </a:rPr>
              <a:t>عمق استشاري مقرون بتنفيذ فعلي</a:t>
            </a:r>
            <a:endParaRPr sz="1100" dirty="0">
              <a:solidFill>
                <a:schemeClr val="bg1"/>
              </a:solidFill>
              <a:latin typeface="Zanjabeel Thin" pitchFamily="50" charset="-78"/>
              <a:cs typeface="Zanjabeel Thin" pitchFamily="50" charset="-78"/>
            </a:endParaRPr>
          </a:p>
        </p:txBody>
      </p:sp>
      <p:sp>
        <p:nvSpPr>
          <p:cNvPr id="30" name="object 30"/>
          <p:cNvSpPr txBox="1">
            <a:spLocks noGrp="1"/>
          </p:cNvSpPr>
          <p:nvPr>
            <p:ph type="sldNum" sz="quarter" idx="7"/>
          </p:nvPr>
        </p:nvSpPr>
        <p:spPr>
          <a:prstGeom prst="rect">
            <a:avLst/>
          </a:prstGeom>
        </p:spPr>
        <p:txBody>
          <a:bodyPr vert="horz" wrap="square" lIns="0" tIns="8255" rIns="0" bIns="0" rtlCol="0">
            <a:spAutoFit/>
          </a:bodyPr>
          <a:lstStyle/>
          <a:p>
            <a:pPr marL="22225">
              <a:lnSpc>
                <a:spcPct val="100000"/>
              </a:lnSpc>
              <a:spcBef>
                <a:spcPts val="65"/>
              </a:spcBef>
            </a:pPr>
            <a:fld id="{81D60167-4931-47E6-BA6A-407CBD079E47}" type="slidenum">
              <a:rPr spc="-25" dirty="0"/>
              <a:t>19</a:t>
            </a:fld>
            <a:endParaRPr spc="-25" dirty="0"/>
          </a:p>
        </p:txBody>
      </p:sp>
      <p:sp>
        <p:nvSpPr>
          <p:cNvPr id="19" name="object 19"/>
          <p:cNvSpPr txBox="1"/>
          <p:nvPr/>
        </p:nvSpPr>
        <p:spPr>
          <a:xfrm>
            <a:off x="4609975" y="4151348"/>
            <a:ext cx="1231398" cy="520655"/>
          </a:xfrm>
          <a:prstGeom prst="rect">
            <a:avLst/>
          </a:prstGeom>
        </p:spPr>
        <p:txBody>
          <a:bodyPr vert="horz" wrap="square" lIns="0" tIns="12700" rIns="0" bIns="0" rtlCol="0">
            <a:spAutoFit/>
          </a:bodyPr>
          <a:lstStyle/>
          <a:p>
            <a:pPr marL="25400" marR="30480" algn="r">
              <a:spcBef>
                <a:spcPts val="100"/>
              </a:spcBef>
            </a:pPr>
            <a:r>
              <a:rPr lang="ar-SA" sz="1100" dirty="0">
                <a:solidFill>
                  <a:schemeClr val="bg1"/>
                </a:solidFill>
                <a:latin typeface="Zanjabeel Thin" pitchFamily="50" charset="-78"/>
                <a:cs typeface="Zanjabeel Thin" pitchFamily="50" charset="-78"/>
              </a:rPr>
              <a:t>تركيز واضح على قياس الأثر وربط الجهد بالنتيجة</a:t>
            </a:r>
            <a:endParaRPr sz="1100" dirty="0">
              <a:solidFill>
                <a:schemeClr val="bg1"/>
              </a:solidFill>
              <a:latin typeface="Zanjabeel Thin" pitchFamily="50" charset="-78"/>
              <a:cs typeface="Zanjabeel Thin" pitchFamily="50" charset="-78"/>
            </a:endParaRPr>
          </a:p>
        </p:txBody>
      </p:sp>
      <p:sp>
        <p:nvSpPr>
          <p:cNvPr id="22" name="object 22"/>
          <p:cNvSpPr txBox="1"/>
          <p:nvPr/>
        </p:nvSpPr>
        <p:spPr>
          <a:xfrm>
            <a:off x="2463091" y="4151348"/>
            <a:ext cx="1333581" cy="689932"/>
          </a:xfrm>
          <a:prstGeom prst="rect">
            <a:avLst/>
          </a:prstGeom>
        </p:spPr>
        <p:txBody>
          <a:bodyPr vert="horz" wrap="square" lIns="0" tIns="12700" rIns="0" bIns="0" rtlCol="0">
            <a:spAutoFit/>
          </a:bodyPr>
          <a:lstStyle/>
          <a:p>
            <a:pPr marL="25400" marR="30480" algn="r">
              <a:spcBef>
                <a:spcPts val="100"/>
              </a:spcBef>
            </a:pPr>
            <a:r>
              <a:rPr lang="ar-SA" sz="1100" dirty="0">
                <a:solidFill>
                  <a:schemeClr val="bg1"/>
                </a:solidFill>
                <a:latin typeface="Zanjabeel Thin" pitchFamily="50" charset="-78"/>
                <a:cs typeface="Zanjabeel Thin" pitchFamily="50" charset="-78"/>
              </a:rPr>
              <a:t>فهم دقيق لبيئة العمل في القطاع شبه الحكومي والخاص</a:t>
            </a:r>
            <a:endParaRPr sz="1100" dirty="0">
              <a:solidFill>
                <a:schemeClr val="bg1"/>
              </a:solidFill>
              <a:latin typeface="Zanjabeel Thin" pitchFamily="50" charset="-78"/>
              <a:cs typeface="Zanjabeel Thin" pitchFamily="50" charset="-78"/>
            </a:endParaRPr>
          </a:p>
        </p:txBody>
      </p:sp>
      <p:sp>
        <p:nvSpPr>
          <p:cNvPr id="26" name="object 26"/>
          <p:cNvSpPr txBox="1"/>
          <p:nvPr/>
        </p:nvSpPr>
        <p:spPr>
          <a:xfrm>
            <a:off x="546100" y="4151348"/>
            <a:ext cx="1205999" cy="520655"/>
          </a:xfrm>
          <a:prstGeom prst="rect">
            <a:avLst/>
          </a:prstGeom>
        </p:spPr>
        <p:txBody>
          <a:bodyPr vert="horz" wrap="square" lIns="0" tIns="12700" rIns="0" bIns="0" rtlCol="0">
            <a:spAutoFit/>
          </a:bodyPr>
          <a:lstStyle/>
          <a:p>
            <a:pPr marL="25400" marR="30480" algn="r">
              <a:lnSpc>
                <a:spcPct val="100000"/>
              </a:lnSpc>
              <a:spcBef>
                <a:spcPts val="100"/>
              </a:spcBef>
            </a:pPr>
            <a:r>
              <a:rPr lang="ar-SA" sz="1100" dirty="0">
                <a:solidFill>
                  <a:schemeClr val="bg1"/>
                </a:solidFill>
                <a:latin typeface="Zanjabeel Thin" pitchFamily="50" charset="-78"/>
                <a:cs typeface="Zanjabeel Thin" pitchFamily="50" charset="-78"/>
              </a:rPr>
              <a:t>التزام صارح بالحوكمة المهنية والسرية</a:t>
            </a:r>
            <a:endParaRPr sz="1100" dirty="0">
              <a:solidFill>
                <a:schemeClr val="bg1"/>
              </a:solidFill>
              <a:latin typeface="Zanjabeel Thin" pitchFamily="50" charset="-78"/>
              <a:cs typeface="Zanjabeel Thin" pitchFamily="50" charset="-78"/>
            </a:endParaRPr>
          </a:p>
        </p:txBody>
      </p:sp>
      <p:sp>
        <p:nvSpPr>
          <p:cNvPr id="31" name="object 13">
            <a:extLst>
              <a:ext uri="{FF2B5EF4-FFF2-40B4-BE49-F238E27FC236}">
                <a16:creationId xmlns:a16="http://schemas.microsoft.com/office/drawing/2014/main" id="{B724949F-D722-B327-A1E2-85275D2C2ABC}"/>
              </a:ext>
            </a:extLst>
          </p:cNvPr>
          <p:cNvSpPr txBox="1"/>
          <p:nvPr/>
        </p:nvSpPr>
        <p:spPr>
          <a:xfrm>
            <a:off x="6654609" y="4151348"/>
            <a:ext cx="1231399" cy="520655"/>
          </a:xfrm>
          <a:prstGeom prst="rect">
            <a:avLst/>
          </a:prstGeom>
        </p:spPr>
        <p:txBody>
          <a:bodyPr vert="horz" wrap="square" lIns="0" tIns="12700" rIns="0" bIns="0" rtlCol="0">
            <a:spAutoFit/>
          </a:bodyPr>
          <a:lstStyle/>
          <a:p>
            <a:pPr marL="25400" marR="30480" algn="r" rtl="1">
              <a:spcBef>
                <a:spcPts val="100"/>
              </a:spcBef>
            </a:pPr>
            <a:r>
              <a:rPr lang="ar-SA" sz="1100" dirty="0">
                <a:solidFill>
                  <a:schemeClr val="bg1"/>
                </a:solidFill>
                <a:latin typeface="Zanjabeel Thin" pitchFamily="50" charset="-78"/>
                <a:cs typeface="Zanjabeel Thin" pitchFamily="50" charset="-78"/>
              </a:rPr>
              <a:t>خبرة مثبتة في مشاريع التحول المعقدة</a:t>
            </a:r>
          </a:p>
        </p:txBody>
      </p:sp>
      <p:sp>
        <p:nvSpPr>
          <p:cNvPr id="11" name="TextBox 10">
            <a:extLst>
              <a:ext uri="{FF2B5EF4-FFF2-40B4-BE49-F238E27FC236}">
                <a16:creationId xmlns:a16="http://schemas.microsoft.com/office/drawing/2014/main" id="{3D494CE2-985D-03BD-0859-F8077C7AE6B8}"/>
              </a:ext>
            </a:extLst>
          </p:cNvPr>
          <p:cNvSpPr txBox="1"/>
          <p:nvPr/>
        </p:nvSpPr>
        <p:spPr>
          <a:xfrm>
            <a:off x="7890747" y="238471"/>
            <a:ext cx="2392585" cy="200055"/>
          </a:xfrm>
          <a:prstGeom prst="rect">
            <a:avLst/>
          </a:prstGeom>
          <a:noFill/>
        </p:spPr>
        <p:txBody>
          <a:bodyPr wrap="square" rtlCol="0">
            <a:spAutoFit/>
          </a:bodyPr>
          <a:lstStyle/>
          <a:p>
            <a:pPr rtl="1"/>
            <a:r>
              <a:rPr lang="ar-SA" sz="700" dirty="0">
                <a:solidFill>
                  <a:schemeClr val="bg1"/>
                </a:solidFill>
                <a:latin typeface="Zanjabeel" pitchFamily="50" charset="-78"/>
                <a:cs typeface="Zanjabeel" pitchFamily="50" charset="-78"/>
              </a:rPr>
              <a:t>ملف تعريفي               2026       </a:t>
            </a:r>
            <a:endParaRPr lang="en-US" sz="700" dirty="0">
              <a:solidFill>
                <a:schemeClr val="bg1"/>
              </a:solidFill>
              <a:latin typeface="Zanjabeel" pitchFamily="50" charset="-78"/>
              <a:cs typeface="Zanjabeel" pitchFamily="50" charset="-78"/>
            </a:endParaRPr>
          </a:p>
        </p:txBody>
      </p:sp>
      <p:sp>
        <p:nvSpPr>
          <p:cNvPr id="14" name="TextBox 13">
            <a:extLst>
              <a:ext uri="{FF2B5EF4-FFF2-40B4-BE49-F238E27FC236}">
                <a16:creationId xmlns:a16="http://schemas.microsoft.com/office/drawing/2014/main" id="{69CDD822-2836-1CFF-4AB0-5171226DB6A4}"/>
              </a:ext>
            </a:extLst>
          </p:cNvPr>
          <p:cNvSpPr txBox="1"/>
          <p:nvPr/>
        </p:nvSpPr>
        <p:spPr>
          <a:xfrm>
            <a:off x="9168035" y="7105444"/>
            <a:ext cx="1085850" cy="200055"/>
          </a:xfrm>
          <a:prstGeom prst="rect">
            <a:avLst/>
          </a:prstGeom>
          <a:noFill/>
        </p:spPr>
        <p:txBody>
          <a:bodyPr wrap="square" rtlCol="0">
            <a:spAutoFit/>
          </a:bodyPr>
          <a:lstStyle/>
          <a:p>
            <a:pPr rtl="1"/>
            <a:r>
              <a:rPr lang="ar-SA" sz="700" dirty="0">
                <a:solidFill>
                  <a:schemeClr val="tx1"/>
                </a:solidFill>
                <a:latin typeface="Zanjabeel" pitchFamily="50" charset="-78"/>
                <a:cs typeface="Zanjabeel" pitchFamily="50" charset="-78"/>
              </a:rPr>
              <a:t>موقعنا التنافسي</a:t>
            </a:r>
            <a:endParaRPr lang="en-US" sz="700" dirty="0">
              <a:solidFill>
                <a:schemeClr val="tx1"/>
              </a:solidFill>
              <a:latin typeface="Zanjabeel" pitchFamily="50" charset="-78"/>
              <a:cs typeface="Zanjabeel" pitchFamily="50" charset="-7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2"/>
            <a:ext cx="10692130" cy="7560309"/>
          </a:xfrm>
          <a:custGeom>
            <a:avLst/>
            <a:gdLst/>
            <a:ahLst/>
            <a:cxnLst/>
            <a:rect l="l" t="t" r="r" b="b"/>
            <a:pathLst>
              <a:path w="10692130" h="7560309">
                <a:moveTo>
                  <a:pt x="10692003" y="0"/>
                </a:moveTo>
                <a:lnTo>
                  <a:pt x="0" y="0"/>
                </a:lnTo>
                <a:lnTo>
                  <a:pt x="0" y="7559992"/>
                </a:lnTo>
                <a:lnTo>
                  <a:pt x="10692003" y="7559992"/>
                </a:lnTo>
                <a:lnTo>
                  <a:pt x="10692003" y="0"/>
                </a:lnTo>
                <a:close/>
              </a:path>
            </a:pathLst>
          </a:custGeom>
          <a:solidFill>
            <a:srgbClr val="05123B"/>
          </a:solidFill>
        </p:spPr>
        <p:txBody>
          <a:bodyPr wrap="square" lIns="0" tIns="0" rIns="0" bIns="0" rtlCol="0"/>
          <a:lstStyle/>
          <a:p>
            <a:endParaRPr/>
          </a:p>
        </p:txBody>
      </p:sp>
      <p:sp>
        <p:nvSpPr>
          <p:cNvPr id="3" name="object 3"/>
          <p:cNvSpPr/>
          <p:nvPr/>
        </p:nvSpPr>
        <p:spPr>
          <a:xfrm>
            <a:off x="-5" y="8"/>
            <a:ext cx="4269740" cy="5245735"/>
          </a:xfrm>
          <a:custGeom>
            <a:avLst/>
            <a:gdLst/>
            <a:ahLst/>
            <a:cxnLst/>
            <a:rect l="l" t="t" r="r" b="b"/>
            <a:pathLst>
              <a:path w="4269740" h="5245735">
                <a:moveTo>
                  <a:pt x="4269498" y="0"/>
                </a:moveTo>
                <a:lnTo>
                  <a:pt x="88" y="0"/>
                </a:lnTo>
                <a:lnTo>
                  <a:pt x="0" y="5245709"/>
                </a:lnTo>
                <a:lnTo>
                  <a:pt x="1069289" y="5245709"/>
                </a:lnTo>
                <a:lnTo>
                  <a:pt x="2149208" y="3097187"/>
                </a:lnTo>
                <a:lnTo>
                  <a:pt x="4269447" y="3097174"/>
                </a:lnTo>
                <a:lnTo>
                  <a:pt x="4269498" y="0"/>
                </a:lnTo>
                <a:close/>
              </a:path>
            </a:pathLst>
          </a:custGeom>
          <a:solidFill>
            <a:srgbClr val="0059C2"/>
          </a:solidFill>
        </p:spPr>
        <p:txBody>
          <a:bodyPr wrap="square" lIns="0" tIns="0" rIns="0" bIns="0" rtlCol="0"/>
          <a:lstStyle/>
          <a:p>
            <a:endParaRPr/>
          </a:p>
        </p:txBody>
      </p:sp>
      <p:grpSp>
        <p:nvGrpSpPr>
          <p:cNvPr id="4" name="object 4"/>
          <p:cNvGrpSpPr/>
          <p:nvPr/>
        </p:nvGrpSpPr>
        <p:grpSpPr>
          <a:xfrm>
            <a:off x="8603995" y="6941942"/>
            <a:ext cx="1005840" cy="194310"/>
            <a:chOff x="8603995" y="6941942"/>
            <a:chExt cx="1005840" cy="194310"/>
          </a:xfrm>
        </p:grpSpPr>
        <p:pic>
          <p:nvPicPr>
            <p:cNvPr id="5" name="object 5"/>
            <p:cNvPicPr/>
            <p:nvPr/>
          </p:nvPicPr>
          <p:blipFill>
            <a:blip r:embed="rId2" cstate="print"/>
            <a:stretch>
              <a:fillRect/>
            </a:stretch>
          </p:blipFill>
          <p:spPr>
            <a:xfrm>
              <a:off x="8603995" y="6941942"/>
              <a:ext cx="271449" cy="193728"/>
            </a:xfrm>
            <a:prstGeom prst="rect">
              <a:avLst/>
            </a:prstGeom>
          </p:spPr>
        </p:pic>
        <p:pic>
          <p:nvPicPr>
            <p:cNvPr id="6" name="object 6"/>
            <p:cNvPicPr/>
            <p:nvPr/>
          </p:nvPicPr>
          <p:blipFill>
            <a:blip r:embed="rId3" cstate="print"/>
            <a:stretch>
              <a:fillRect/>
            </a:stretch>
          </p:blipFill>
          <p:spPr>
            <a:xfrm>
              <a:off x="8895784" y="6941942"/>
              <a:ext cx="347529" cy="191178"/>
            </a:xfrm>
            <a:prstGeom prst="rect">
              <a:avLst/>
            </a:prstGeom>
          </p:spPr>
        </p:pic>
        <p:pic>
          <p:nvPicPr>
            <p:cNvPr id="7" name="object 7"/>
            <p:cNvPicPr/>
            <p:nvPr/>
          </p:nvPicPr>
          <p:blipFill>
            <a:blip r:embed="rId4" cstate="print"/>
            <a:stretch>
              <a:fillRect/>
            </a:stretch>
          </p:blipFill>
          <p:spPr>
            <a:xfrm>
              <a:off x="9263651" y="6941942"/>
              <a:ext cx="345954" cy="191178"/>
            </a:xfrm>
            <a:prstGeom prst="rect">
              <a:avLst/>
            </a:prstGeom>
          </p:spPr>
        </p:pic>
      </p:grpSp>
      <p:grpSp>
        <p:nvGrpSpPr>
          <p:cNvPr id="8" name="object 8"/>
          <p:cNvGrpSpPr/>
          <p:nvPr/>
        </p:nvGrpSpPr>
        <p:grpSpPr>
          <a:xfrm>
            <a:off x="8605231" y="6482430"/>
            <a:ext cx="313690" cy="419100"/>
            <a:chOff x="8605231" y="6482430"/>
            <a:chExt cx="313690" cy="419100"/>
          </a:xfrm>
        </p:grpSpPr>
        <p:sp>
          <p:nvSpPr>
            <p:cNvPr id="9" name="object 9"/>
            <p:cNvSpPr/>
            <p:nvPr/>
          </p:nvSpPr>
          <p:spPr>
            <a:xfrm>
              <a:off x="8704410" y="6482430"/>
              <a:ext cx="58419" cy="57785"/>
            </a:xfrm>
            <a:custGeom>
              <a:avLst/>
              <a:gdLst/>
              <a:ahLst/>
              <a:cxnLst/>
              <a:rect l="l" t="t" r="r" b="b"/>
              <a:pathLst>
                <a:path w="58420" h="57784">
                  <a:moveTo>
                    <a:pt x="40411" y="0"/>
                  </a:moveTo>
                  <a:lnTo>
                    <a:pt x="17919" y="0"/>
                  </a:lnTo>
                  <a:lnTo>
                    <a:pt x="11861" y="2273"/>
                  </a:lnTo>
                  <a:lnTo>
                    <a:pt x="2374" y="11302"/>
                  </a:lnTo>
                  <a:lnTo>
                    <a:pt x="0" y="18694"/>
                  </a:lnTo>
                  <a:lnTo>
                    <a:pt x="0" y="38950"/>
                  </a:lnTo>
                  <a:lnTo>
                    <a:pt x="2374" y="46189"/>
                  </a:lnTo>
                  <a:lnTo>
                    <a:pt x="11861" y="55219"/>
                  </a:lnTo>
                  <a:lnTo>
                    <a:pt x="17919" y="57480"/>
                  </a:lnTo>
                  <a:lnTo>
                    <a:pt x="25260" y="57480"/>
                  </a:lnTo>
                  <a:lnTo>
                    <a:pt x="40411" y="57480"/>
                  </a:lnTo>
                  <a:lnTo>
                    <a:pt x="46456" y="55219"/>
                  </a:lnTo>
                  <a:lnTo>
                    <a:pt x="55943" y="46189"/>
                  </a:lnTo>
                  <a:lnTo>
                    <a:pt x="58318" y="38950"/>
                  </a:lnTo>
                  <a:lnTo>
                    <a:pt x="58318" y="18694"/>
                  </a:lnTo>
                  <a:lnTo>
                    <a:pt x="55943" y="11302"/>
                  </a:lnTo>
                  <a:lnTo>
                    <a:pt x="46456" y="2273"/>
                  </a:lnTo>
                  <a:lnTo>
                    <a:pt x="40411" y="0"/>
                  </a:lnTo>
                  <a:close/>
                </a:path>
              </a:pathLst>
            </a:custGeom>
            <a:solidFill>
              <a:srgbClr val="FFFFFF"/>
            </a:solidFill>
          </p:spPr>
          <p:txBody>
            <a:bodyPr wrap="square" lIns="0" tIns="0" rIns="0" bIns="0" rtlCol="0"/>
            <a:lstStyle/>
            <a:p>
              <a:endParaRPr/>
            </a:p>
          </p:txBody>
        </p:sp>
        <p:pic>
          <p:nvPicPr>
            <p:cNvPr id="10" name="object 10"/>
            <p:cNvPicPr/>
            <p:nvPr/>
          </p:nvPicPr>
          <p:blipFill>
            <a:blip r:embed="rId5" cstate="print"/>
            <a:stretch>
              <a:fillRect/>
            </a:stretch>
          </p:blipFill>
          <p:spPr>
            <a:xfrm>
              <a:off x="8605231" y="6582894"/>
              <a:ext cx="185051" cy="211226"/>
            </a:xfrm>
            <a:prstGeom prst="rect">
              <a:avLst/>
            </a:prstGeom>
          </p:spPr>
        </p:pic>
        <p:sp>
          <p:nvSpPr>
            <p:cNvPr id="11" name="object 11"/>
            <p:cNvSpPr/>
            <p:nvPr/>
          </p:nvSpPr>
          <p:spPr>
            <a:xfrm>
              <a:off x="8635987" y="6482435"/>
              <a:ext cx="283210" cy="419100"/>
            </a:xfrm>
            <a:custGeom>
              <a:avLst/>
              <a:gdLst/>
              <a:ahLst/>
              <a:cxnLst/>
              <a:rect l="l" t="t" r="r" b="b"/>
              <a:pathLst>
                <a:path w="283209" h="419100">
                  <a:moveTo>
                    <a:pt x="58318" y="18694"/>
                  </a:moveTo>
                  <a:lnTo>
                    <a:pt x="55943" y="11303"/>
                  </a:lnTo>
                  <a:lnTo>
                    <a:pt x="46456" y="2273"/>
                  </a:lnTo>
                  <a:lnTo>
                    <a:pt x="40411" y="0"/>
                  </a:lnTo>
                  <a:lnTo>
                    <a:pt x="17919" y="0"/>
                  </a:lnTo>
                  <a:lnTo>
                    <a:pt x="11861" y="2273"/>
                  </a:lnTo>
                  <a:lnTo>
                    <a:pt x="2374" y="11303"/>
                  </a:lnTo>
                  <a:lnTo>
                    <a:pt x="0" y="18694"/>
                  </a:lnTo>
                  <a:lnTo>
                    <a:pt x="0" y="38950"/>
                  </a:lnTo>
                  <a:lnTo>
                    <a:pt x="2374" y="46189"/>
                  </a:lnTo>
                  <a:lnTo>
                    <a:pt x="11861" y="55219"/>
                  </a:lnTo>
                  <a:lnTo>
                    <a:pt x="17919" y="57480"/>
                  </a:lnTo>
                  <a:lnTo>
                    <a:pt x="25260" y="57480"/>
                  </a:lnTo>
                  <a:lnTo>
                    <a:pt x="40411" y="57480"/>
                  </a:lnTo>
                  <a:lnTo>
                    <a:pt x="46456" y="55219"/>
                  </a:lnTo>
                  <a:lnTo>
                    <a:pt x="55943" y="46189"/>
                  </a:lnTo>
                  <a:lnTo>
                    <a:pt x="58318" y="38950"/>
                  </a:lnTo>
                  <a:lnTo>
                    <a:pt x="58318" y="18694"/>
                  </a:lnTo>
                  <a:close/>
                </a:path>
                <a:path w="283209" h="419100">
                  <a:moveTo>
                    <a:pt x="282854" y="276644"/>
                  </a:moveTo>
                  <a:lnTo>
                    <a:pt x="278726" y="223024"/>
                  </a:lnTo>
                  <a:lnTo>
                    <a:pt x="268617" y="160286"/>
                  </a:lnTo>
                  <a:lnTo>
                    <a:pt x="224078" y="167767"/>
                  </a:lnTo>
                  <a:lnTo>
                    <a:pt x="235788" y="240487"/>
                  </a:lnTo>
                  <a:lnTo>
                    <a:pt x="238315" y="262089"/>
                  </a:lnTo>
                  <a:lnTo>
                    <a:pt x="238772" y="270268"/>
                  </a:lnTo>
                  <a:lnTo>
                    <a:pt x="238772" y="278053"/>
                  </a:lnTo>
                  <a:lnTo>
                    <a:pt x="228625" y="325843"/>
                  </a:lnTo>
                  <a:lnTo>
                    <a:pt x="195262" y="352399"/>
                  </a:lnTo>
                  <a:lnTo>
                    <a:pt x="157492" y="357492"/>
                  </a:lnTo>
                  <a:lnTo>
                    <a:pt x="139585" y="357492"/>
                  </a:lnTo>
                  <a:lnTo>
                    <a:pt x="139585" y="418706"/>
                  </a:lnTo>
                  <a:lnTo>
                    <a:pt x="157962" y="418706"/>
                  </a:lnTo>
                  <a:lnTo>
                    <a:pt x="173494" y="418045"/>
                  </a:lnTo>
                  <a:lnTo>
                    <a:pt x="213753" y="408190"/>
                  </a:lnTo>
                  <a:lnTo>
                    <a:pt x="252780" y="378752"/>
                  </a:lnTo>
                  <a:lnTo>
                    <a:pt x="275513" y="333895"/>
                  </a:lnTo>
                  <a:lnTo>
                    <a:pt x="282397" y="291960"/>
                  </a:lnTo>
                  <a:lnTo>
                    <a:pt x="282854" y="276644"/>
                  </a:lnTo>
                  <a:close/>
                </a:path>
              </a:pathLst>
            </a:custGeom>
            <a:solidFill>
              <a:srgbClr val="FFFFFF"/>
            </a:solidFill>
          </p:spPr>
          <p:txBody>
            <a:bodyPr wrap="square" lIns="0" tIns="0" rIns="0" bIns="0" rtlCol="0"/>
            <a:lstStyle/>
            <a:p>
              <a:endParaRPr/>
            </a:p>
          </p:txBody>
        </p:sp>
      </p:grpSp>
      <p:sp>
        <p:nvSpPr>
          <p:cNvPr id="12" name="object 12"/>
          <p:cNvSpPr/>
          <p:nvPr/>
        </p:nvSpPr>
        <p:spPr>
          <a:xfrm>
            <a:off x="8965234" y="6443179"/>
            <a:ext cx="639445" cy="444500"/>
          </a:xfrm>
          <a:custGeom>
            <a:avLst/>
            <a:gdLst/>
            <a:ahLst/>
            <a:cxnLst/>
            <a:rect l="l" t="t" r="r" b="b"/>
            <a:pathLst>
              <a:path w="639445" h="444500">
                <a:moveTo>
                  <a:pt x="49136" y="0"/>
                </a:moveTo>
                <a:lnTo>
                  <a:pt x="0" y="0"/>
                </a:lnTo>
                <a:lnTo>
                  <a:pt x="0" y="345808"/>
                </a:lnTo>
                <a:lnTo>
                  <a:pt x="49136" y="345808"/>
                </a:lnTo>
                <a:lnTo>
                  <a:pt x="49136" y="0"/>
                </a:lnTo>
                <a:close/>
              </a:path>
              <a:path w="639445" h="444500">
                <a:moveTo>
                  <a:pt x="523455" y="405155"/>
                </a:moveTo>
                <a:lnTo>
                  <a:pt x="521081" y="397751"/>
                </a:lnTo>
                <a:lnTo>
                  <a:pt x="511594" y="388721"/>
                </a:lnTo>
                <a:lnTo>
                  <a:pt x="505548" y="386461"/>
                </a:lnTo>
                <a:lnTo>
                  <a:pt x="490397" y="386461"/>
                </a:lnTo>
                <a:lnTo>
                  <a:pt x="483044" y="386461"/>
                </a:lnTo>
                <a:lnTo>
                  <a:pt x="476999" y="388721"/>
                </a:lnTo>
                <a:lnTo>
                  <a:pt x="467512" y="397751"/>
                </a:lnTo>
                <a:lnTo>
                  <a:pt x="465137" y="405155"/>
                </a:lnTo>
                <a:lnTo>
                  <a:pt x="465137" y="425399"/>
                </a:lnTo>
                <a:lnTo>
                  <a:pt x="467512" y="432638"/>
                </a:lnTo>
                <a:lnTo>
                  <a:pt x="476999" y="441667"/>
                </a:lnTo>
                <a:lnTo>
                  <a:pt x="483044" y="443941"/>
                </a:lnTo>
                <a:lnTo>
                  <a:pt x="505548" y="443941"/>
                </a:lnTo>
                <a:lnTo>
                  <a:pt x="511594" y="441667"/>
                </a:lnTo>
                <a:lnTo>
                  <a:pt x="521081" y="432638"/>
                </a:lnTo>
                <a:lnTo>
                  <a:pt x="523455" y="425399"/>
                </a:lnTo>
                <a:lnTo>
                  <a:pt x="523455" y="405155"/>
                </a:lnTo>
                <a:close/>
              </a:path>
              <a:path w="639445" h="444500">
                <a:moveTo>
                  <a:pt x="639178" y="192989"/>
                </a:moveTo>
                <a:lnTo>
                  <a:pt x="592569" y="190157"/>
                </a:lnTo>
                <a:lnTo>
                  <a:pt x="551929" y="182130"/>
                </a:lnTo>
                <a:lnTo>
                  <a:pt x="456425" y="156629"/>
                </a:lnTo>
                <a:lnTo>
                  <a:pt x="444487" y="153250"/>
                </a:lnTo>
                <a:lnTo>
                  <a:pt x="424967" y="148920"/>
                </a:lnTo>
                <a:lnTo>
                  <a:pt x="414934" y="148132"/>
                </a:lnTo>
                <a:lnTo>
                  <a:pt x="412800" y="148132"/>
                </a:lnTo>
                <a:lnTo>
                  <a:pt x="390296" y="151701"/>
                </a:lnTo>
                <a:lnTo>
                  <a:pt x="374230" y="162394"/>
                </a:lnTo>
                <a:lnTo>
                  <a:pt x="364591" y="180213"/>
                </a:lnTo>
                <a:lnTo>
                  <a:pt x="361378" y="205143"/>
                </a:lnTo>
                <a:lnTo>
                  <a:pt x="361378" y="241122"/>
                </a:lnTo>
                <a:lnTo>
                  <a:pt x="407746" y="241122"/>
                </a:lnTo>
                <a:lnTo>
                  <a:pt x="407746" y="204203"/>
                </a:lnTo>
                <a:lnTo>
                  <a:pt x="484886" y="223901"/>
                </a:lnTo>
                <a:lnTo>
                  <a:pt x="556526" y="239369"/>
                </a:lnTo>
                <a:lnTo>
                  <a:pt x="556526" y="241706"/>
                </a:lnTo>
                <a:lnTo>
                  <a:pt x="521601" y="258902"/>
                </a:lnTo>
                <a:lnTo>
                  <a:pt x="483412" y="273456"/>
                </a:lnTo>
                <a:lnTo>
                  <a:pt x="438048" y="282206"/>
                </a:lnTo>
                <a:lnTo>
                  <a:pt x="375145" y="284581"/>
                </a:lnTo>
                <a:lnTo>
                  <a:pt x="329234" y="284581"/>
                </a:lnTo>
                <a:lnTo>
                  <a:pt x="294195" y="251968"/>
                </a:lnTo>
                <a:lnTo>
                  <a:pt x="239687" y="96735"/>
                </a:lnTo>
                <a:lnTo>
                  <a:pt x="188722" y="115417"/>
                </a:lnTo>
                <a:lnTo>
                  <a:pt x="230047" y="235051"/>
                </a:lnTo>
                <a:lnTo>
                  <a:pt x="232498" y="241287"/>
                </a:lnTo>
                <a:lnTo>
                  <a:pt x="234403" y="246888"/>
                </a:lnTo>
                <a:lnTo>
                  <a:pt x="237159" y="256857"/>
                </a:lnTo>
                <a:lnTo>
                  <a:pt x="237858" y="261061"/>
                </a:lnTo>
                <a:lnTo>
                  <a:pt x="237858" y="271970"/>
                </a:lnTo>
                <a:lnTo>
                  <a:pt x="201574" y="284581"/>
                </a:lnTo>
                <a:lnTo>
                  <a:pt x="139128" y="284581"/>
                </a:lnTo>
                <a:lnTo>
                  <a:pt x="139128" y="252806"/>
                </a:lnTo>
                <a:lnTo>
                  <a:pt x="92290" y="252806"/>
                </a:lnTo>
                <a:lnTo>
                  <a:pt x="92290" y="285521"/>
                </a:lnTo>
                <a:lnTo>
                  <a:pt x="93230" y="299935"/>
                </a:lnTo>
                <a:lnTo>
                  <a:pt x="115785" y="337527"/>
                </a:lnTo>
                <a:lnTo>
                  <a:pt x="150152" y="345795"/>
                </a:lnTo>
                <a:lnTo>
                  <a:pt x="184581" y="345795"/>
                </a:lnTo>
                <a:lnTo>
                  <a:pt x="227977" y="332714"/>
                </a:lnTo>
                <a:lnTo>
                  <a:pt x="247040" y="288785"/>
                </a:lnTo>
                <a:lnTo>
                  <a:pt x="248869" y="288315"/>
                </a:lnTo>
                <a:lnTo>
                  <a:pt x="269608" y="323443"/>
                </a:lnTo>
                <a:lnTo>
                  <a:pt x="312064" y="344220"/>
                </a:lnTo>
                <a:lnTo>
                  <a:pt x="335661" y="345795"/>
                </a:lnTo>
                <a:lnTo>
                  <a:pt x="385800" y="345681"/>
                </a:lnTo>
                <a:lnTo>
                  <a:pt x="426085" y="342734"/>
                </a:lnTo>
                <a:lnTo>
                  <a:pt x="467245" y="332587"/>
                </a:lnTo>
                <a:lnTo>
                  <a:pt x="513067" y="311556"/>
                </a:lnTo>
                <a:lnTo>
                  <a:pt x="554228" y="286448"/>
                </a:lnTo>
                <a:lnTo>
                  <a:pt x="602907" y="254203"/>
                </a:lnTo>
                <a:lnTo>
                  <a:pt x="639178" y="254203"/>
                </a:lnTo>
                <a:lnTo>
                  <a:pt x="639178" y="192989"/>
                </a:lnTo>
                <a:close/>
              </a:path>
            </a:pathLst>
          </a:custGeom>
          <a:solidFill>
            <a:srgbClr val="FFFFFF"/>
          </a:solidFill>
        </p:spPr>
        <p:txBody>
          <a:bodyPr wrap="square" lIns="0" tIns="0" rIns="0" bIns="0" rtlCol="0"/>
          <a:lstStyle/>
          <a:p>
            <a:endParaRPr/>
          </a:p>
        </p:txBody>
      </p:sp>
      <p:sp>
        <p:nvSpPr>
          <p:cNvPr id="13" name="object 13"/>
          <p:cNvSpPr/>
          <p:nvPr/>
        </p:nvSpPr>
        <p:spPr>
          <a:xfrm>
            <a:off x="9711888" y="6331561"/>
            <a:ext cx="692150" cy="941069"/>
          </a:xfrm>
          <a:custGeom>
            <a:avLst/>
            <a:gdLst/>
            <a:ahLst/>
            <a:cxnLst/>
            <a:rect l="l" t="t" r="r" b="b"/>
            <a:pathLst>
              <a:path w="692150" h="941070">
                <a:moveTo>
                  <a:pt x="345751" y="0"/>
                </a:moveTo>
                <a:lnTo>
                  <a:pt x="230842" y="0"/>
                </a:lnTo>
                <a:lnTo>
                  <a:pt x="230842" y="235051"/>
                </a:lnTo>
                <a:lnTo>
                  <a:pt x="461131" y="235051"/>
                </a:lnTo>
                <a:lnTo>
                  <a:pt x="461131" y="705408"/>
                </a:lnTo>
                <a:lnTo>
                  <a:pt x="0" y="705408"/>
                </a:lnTo>
                <a:lnTo>
                  <a:pt x="116084" y="940447"/>
                </a:lnTo>
                <a:lnTo>
                  <a:pt x="345751" y="940447"/>
                </a:lnTo>
                <a:lnTo>
                  <a:pt x="461118" y="706869"/>
                </a:lnTo>
                <a:lnTo>
                  <a:pt x="691384" y="706869"/>
                </a:lnTo>
                <a:lnTo>
                  <a:pt x="692106" y="705408"/>
                </a:lnTo>
                <a:lnTo>
                  <a:pt x="692106" y="233603"/>
                </a:lnTo>
                <a:lnTo>
                  <a:pt x="461131" y="233603"/>
                </a:lnTo>
                <a:lnTo>
                  <a:pt x="345751" y="0"/>
                </a:lnTo>
                <a:close/>
              </a:path>
              <a:path w="692150" h="941070">
                <a:moveTo>
                  <a:pt x="691384" y="706869"/>
                </a:moveTo>
                <a:lnTo>
                  <a:pt x="461118" y="706869"/>
                </a:lnTo>
                <a:lnTo>
                  <a:pt x="461118" y="940447"/>
                </a:lnTo>
                <a:lnTo>
                  <a:pt x="576015" y="940447"/>
                </a:lnTo>
                <a:lnTo>
                  <a:pt x="691384" y="706869"/>
                </a:lnTo>
                <a:close/>
              </a:path>
              <a:path w="692150" h="941070">
                <a:moveTo>
                  <a:pt x="692106" y="0"/>
                </a:moveTo>
                <a:lnTo>
                  <a:pt x="461131" y="0"/>
                </a:lnTo>
                <a:lnTo>
                  <a:pt x="461131" y="233603"/>
                </a:lnTo>
                <a:lnTo>
                  <a:pt x="692106" y="233603"/>
                </a:lnTo>
                <a:lnTo>
                  <a:pt x="692106" y="0"/>
                </a:lnTo>
                <a:close/>
              </a:path>
            </a:pathLst>
          </a:custGeom>
          <a:solidFill>
            <a:srgbClr val="D6E5F5"/>
          </a:solidFill>
        </p:spPr>
        <p:txBody>
          <a:bodyPr wrap="square" lIns="0" tIns="0" rIns="0" bIns="0" rtlCol="0"/>
          <a:lstStyle/>
          <a:p>
            <a:endParaRPr/>
          </a:p>
        </p:txBody>
      </p:sp>
      <p:sp>
        <p:nvSpPr>
          <p:cNvPr id="14" name="object 14" descr="$PPTXTitle"/>
          <p:cNvSpPr txBox="1">
            <a:spLocks noGrp="1"/>
          </p:cNvSpPr>
          <p:nvPr>
            <p:ph type="title"/>
          </p:nvPr>
        </p:nvSpPr>
        <p:spPr>
          <a:xfrm>
            <a:off x="5499101" y="2313130"/>
            <a:ext cx="4928026" cy="630300"/>
          </a:xfrm>
          <a:prstGeom prst="rect">
            <a:avLst/>
          </a:prstGeom>
        </p:spPr>
        <p:txBody>
          <a:bodyPr vert="horz" wrap="square" lIns="0" tIns="14604" rIns="0" bIns="0" rtlCol="0">
            <a:spAutoFit/>
          </a:bodyPr>
          <a:lstStyle/>
          <a:p>
            <a:pPr marL="25400" marR="17780" algn="r">
              <a:lnSpc>
                <a:spcPct val="100000"/>
              </a:lnSpc>
              <a:spcBef>
                <a:spcPts val="114"/>
              </a:spcBef>
            </a:pPr>
            <a:r>
              <a:rPr lang="ar-SA" sz="2000" dirty="0">
                <a:solidFill>
                  <a:schemeClr val="bg1"/>
                </a:solidFill>
                <a:latin typeface="Zanjabeel" pitchFamily="50" charset="-78"/>
                <a:cs typeface="Zanjabeel" pitchFamily="50" charset="-78"/>
              </a:rPr>
              <a:t>نعمل مع شركاءنا على تصميم وتنفيذ حلول مؤسسية متكاملة تربط</a:t>
            </a:r>
            <a:endParaRPr sz="2000" dirty="0">
              <a:solidFill>
                <a:schemeClr val="bg1"/>
              </a:solidFill>
              <a:latin typeface="Zanjabeel" pitchFamily="50" charset="-78"/>
              <a:cs typeface="Zanjabeel" pitchFamily="50" charset="-78"/>
            </a:endParaRPr>
          </a:p>
        </p:txBody>
      </p:sp>
      <p:sp>
        <p:nvSpPr>
          <p:cNvPr id="16" name="object 16"/>
          <p:cNvSpPr txBox="1"/>
          <p:nvPr/>
        </p:nvSpPr>
        <p:spPr>
          <a:xfrm>
            <a:off x="1297699" y="3642149"/>
            <a:ext cx="2677795" cy="482600"/>
          </a:xfrm>
          <a:prstGeom prst="rect">
            <a:avLst/>
          </a:prstGeom>
        </p:spPr>
        <p:txBody>
          <a:bodyPr vert="horz" wrap="square" lIns="0" tIns="12700" rIns="0" bIns="0" rtlCol="0">
            <a:spAutoFit/>
          </a:bodyPr>
          <a:lstStyle/>
          <a:p>
            <a:pPr marL="12700" marR="5080">
              <a:lnSpc>
                <a:spcPct val="100000"/>
              </a:lnSpc>
              <a:spcBef>
                <a:spcPts val="100"/>
              </a:spcBef>
            </a:pPr>
            <a:r>
              <a:rPr sz="1500" spc="-20" dirty="0">
                <a:solidFill>
                  <a:srgbClr val="FFFFFF"/>
                </a:solidFill>
                <a:latin typeface="Alexandria" pitchFamily="2" charset="-78"/>
                <a:cs typeface="Alexandria" pitchFamily="2" charset="-78"/>
              </a:rPr>
              <a:t>Strategic</a:t>
            </a:r>
            <a:r>
              <a:rPr sz="1500" spc="-75" dirty="0">
                <a:solidFill>
                  <a:srgbClr val="FFFFFF"/>
                </a:solidFill>
                <a:latin typeface="Alexandria" pitchFamily="2" charset="-78"/>
                <a:cs typeface="Alexandria" pitchFamily="2" charset="-78"/>
              </a:rPr>
              <a:t> </a:t>
            </a:r>
            <a:r>
              <a:rPr sz="1500" spc="-25" dirty="0">
                <a:solidFill>
                  <a:srgbClr val="FFFFFF"/>
                </a:solidFill>
                <a:latin typeface="Alexandria" pitchFamily="2" charset="-78"/>
                <a:cs typeface="Alexandria" pitchFamily="2" charset="-78"/>
              </a:rPr>
              <a:t>Advisory</a:t>
            </a:r>
            <a:r>
              <a:rPr sz="1500" spc="-75" dirty="0">
                <a:solidFill>
                  <a:srgbClr val="FFFFFF"/>
                </a:solidFill>
                <a:latin typeface="Alexandria" pitchFamily="2" charset="-78"/>
                <a:cs typeface="Alexandria" pitchFamily="2" charset="-78"/>
              </a:rPr>
              <a:t> </a:t>
            </a:r>
            <a:r>
              <a:rPr sz="1500" spc="-50" dirty="0">
                <a:solidFill>
                  <a:srgbClr val="FFFFFF"/>
                </a:solidFill>
                <a:latin typeface="Alexandria" pitchFamily="2" charset="-78"/>
                <a:cs typeface="Alexandria" pitchFamily="2" charset="-78"/>
              </a:rPr>
              <a:t>&amp; </a:t>
            </a:r>
            <a:r>
              <a:rPr sz="1500" spc="-10" dirty="0">
                <a:solidFill>
                  <a:srgbClr val="FFFFFF"/>
                </a:solidFill>
                <a:latin typeface="Alexandria" pitchFamily="2" charset="-78"/>
                <a:cs typeface="Alexandria" pitchFamily="2" charset="-78"/>
              </a:rPr>
              <a:t>Institutional</a:t>
            </a:r>
            <a:r>
              <a:rPr sz="1500" spc="-90" dirty="0">
                <a:solidFill>
                  <a:srgbClr val="FFFFFF"/>
                </a:solidFill>
                <a:latin typeface="Alexandria" pitchFamily="2" charset="-78"/>
                <a:cs typeface="Alexandria" pitchFamily="2" charset="-78"/>
              </a:rPr>
              <a:t> </a:t>
            </a:r>
            <a:r>
              <a:rPr sz="1500" spc="-10" dirty="0">
                <a:solidFill>
                  <a:srgbClr val="FFFFFF"/>
                </a:solidFill>
                <a:latin typeface="Alexandria" pitchFamily="2" charset="-78"/>
                <a:cs typeface="Alexandria" pitchFamily="2" charset="-78"/>
              </a:rPr>
              <a:t>Transformation</a:t>
            </a:r>
            <a:endParaRPr sz="1500" dirty="0">
              <a:latin typeface="Alexandria" pitchFamily="2" charset="-78"/>
              <a:cs typeface="Alexandria" pitchFamily="2" charset="-78"/>
            </a:endParaRPr>
          </a:p>
        </p:txBody>
      </p:sp>
      <p:sp>
        <p:nvSpPr>
          <p:cNvPr id="17" name="object 17"/>
          <p:cNvSpPr/>
          <p:nvPr/>
        </p:nvSpPr>
        <p:spPr>
          <a:xfrm>
            <a:off x="9491067" y="3368435"/>
            <a:ext cx="90170" cy="90170"/>
          </a:xfrm>
          <a:custGeom>
            <a:avLst/>
            <a:gdLst/>
            <a:ahLst/>
            <a:cxnLst/>
            <a:rect l="l" t="t" r="r" b="b"/>
            <a:pathLst>
              <a:path w="90170" h="90170">
                <a:moveTo>
                  <a:pt x="45008" y="0"/>
                </a:moveTo>
                <a:lnTo>
                  <a:pt x="0" y="45008"/>
                </a:lnTo>
                <a:lnTo>
                  <a:pt x="45021" y="90030"/>
                </a:lnTo>
                <a:lnTo>
                  <a:pt x="90030" y="45021"/>
                </a:lnTo>
                <a:lnTo>
                  <a:pt x="45008" y="0"/>
                </a:lnTo>
                <a:close/>
              </a:path>
            </a:pathLst>
          </a:custGeom>
          <a:solidFill>
            <a:srgbClr val="D6E5F5"/>
          </a:solidFill>
        </p:spPr>
        <p:txBody>
          <a:bodyPr wrap="square" lIns="0" tIns="0" rIns="0" bIns="0" rtlCol="0"/>
          <a:lstStyle/>
          <a:p>
            <a:endParaRPr/>
          </a:p>
        </p:txBody>
      </p:sp>
      <p:sp>
        <p:nvSpPr>
          <p:cNvPr id="18" name="object 18"/>
          <p:cNvSpPr/>
          <p:nvPr/>
        </p:nvSpPr>
        <p:spPr>
          <a:xfrm>
            <a:off x="9491078" y="3733844"/>
            <a:ext cx="90170" cy="90170"/>
          </a:xfrm>
          <a:custGeom>
            <a:avLst/>
            <a:gdLst/>
            <a:ahLst/>
            <a:cxnLst/>
            <a:rect l="l" t="t" r="r" b="b"/>
            <a:pathLst>
              <a:path w="90170" h="90170">
                <a:moveTo>
                  <a:pt x="45008" y="0"/>
                </a:moveTo>
                <a:lnTo>
                  <a:pt x="0" y="45008"/>
                </a:lnTo>
                <a:lnTo>
                  <a:pt x="45008" y="90017"/>
                </a:lnTo>
                <a:lnTo>
                  <a:pt x="90017" y="45008"/>
                </a:lnTo>
                <a:lnTo>
                  <a:pt x="45008" y="0"/>
                </a:lnTo>
                <a:close/>
              </a:path>
            </a:pathLst>
          </a:custGeom>
          <a:solidFill>
            <a:srgbClr val="D6E5F5"/>
          </a:solidFill>
        </p:spPr>
        <p:txBody>
          <a:bodyPr wrap="square" lIns="0" tIns="0" rIns="0" bIns="0" rtlCol="0"/>
          <a:lstStyle/>
          <a:p>
            <a:endParaRPr/>
          </a:p>
        </p:txBody>
      </p:sp>
      <p:sp>
        <p:nvSpPr>
          <p:cNvPr id="19" name="object 19"/>
          <p:cNvSpPr/>
          <p:nvPr/>
        </p:nvSpPr>
        <p:spPr>
          <a:xfrm>
            <a:off x="9491091" y="4099255"/>
            <a:ext cx="90170" cy="90170"/>
          </a:xfrm>
          <a:custGeom>
            <a:avLst/>
            <a:gdLst/>
            <a:ahLst/>
            <a:cxnLst/>
            <a:rect l="l" t="t" r="r" b="b"/>
            <a:pathLst>
              <a:path w="90170" h="90170">
                <a:moveTo>
                  <a:pt x="44996" y="0"/>
                </a:moveTo>
                <a:lnTo>
                  <a:pt x="0" y="44996"/>
                </a:lnTo>
                <a:lnTo>
                  <a:pt x="45008" y="90004"/>
                </a:lnTo>
                <a:lnTo>
                  <a:pt x="90004" y="45008"/>
                </a:lnTo>
                <a:lnTo>
                  <a:pt x="44996" y="0"/>
                </a:lnTo>
                <a:close/>
              </a:path>
            </a:pathLst>
          </a:custGeom>
          <a:solidFill>
            <a:srgbClr val="D6E5F5"/>
          </a:solidFill>
        </p:spPr>
        <p:txBody>
          <a:bodyPr wrap="square" lIns="0" tIns="0" rIns="0" bIns="0" rtlCol="0"/>
          <a:lstStyle/>
          <a:p>
            <a:endParaRPr/>
          </a:p>
        </p:txBody>
      </p:sp>
      <p:sp>
        <p:nvSpPr>
          <p:cNvPr id="22" name="TextBox 21">
            <a:extLst>
              <a:ext uri="{FF2B5EF4-FFF2-40B4-BE49-F238E27FC236}">
                <a16:creationId xmlns:a16="http://schemas.microsoft.com/office/drawing/2014/main" id="{0BE18E81-F65C-6441-1DB1-7FB5B95A12DF}"/>
              </a:ext>
            </a:extLst>
          </p:cNvPr>
          <p:cNvSpPr txBox="1"/>
          <p:nvPr/>
        </p:nvSpPr>
        <p:spPr>
          <a:xfrm>
            <a:off x="6585487" y="3274517"/>
            <a:ext cx="2890347" cy="261610"/>
          </a:xfrm>
          <a:prstGeom prst="rect">
            <a:avLst/>
          </a:prstGeom>
          <a:noFill/>
        </p:spPr>
        <p:txBody>
          <a:bodyPr wrap="square" rtlCol="0">
            <a:spAutoFit/>
          </a:bodyPr>
          <a:lstStyle/>
          <a:p>
            <a:pPr algn="r" rtl="1"/>
            <a:r>
              <a:rPr lang="ar-SA" sz="1100" dirty="0">
                <a:solidFill>
                  <a:schemeClr val="bg1"/>
                </a:solidFill>
                <a:latin typeface="Zanjabeel" pitchFamily="50" charset="-78"/>
                <a:cs typeface="Zanjabeel" pitchFamily="50" charset="-78"/>
              </a:rPr>
              <a:t>الاستراتيجية بالتنفيذ</a:t>
            </a:r>
            <a:endParaRPr lang="en-US" sz="1100" dirty="0">
              <a:solidFill>
                <a:schemeClr val="bg1"/>
              </a:solidFill>
              <a:latin typeface="Zanjabeel" pitchFamily="50" charset="-78"/>
              <a:cs typeface="Zanjabeel" pitchFamily="50" charset="-78"/>
            </a:endParaRPr>
          </a:p>
        </p:txBody>
      </p:sp>
      <p:sp>
        <p:nvSpPr>
          <p:cNvPr id="23" name="TextBox 22">
            <a:extLst>
              <a:ext uri="{FF2B5EF4-FFF2-40B4-BE49-F238E27FC236}">
                <a16:creationId xmlns:a16="http://schemas.microsoft.com/office/drawing/2014/main" id="{21B598C0-90E7-1E07-AAAE-017CEBF16A24}"/>
              </a:ext>
            </a:extLst>
          </p:cNvPr>
          <p:cNvSpPr txBox="1"/>
          <p:nvPr/>
        </p:nvSpPr>
        <p:spPr>
          <a:xfrm>
            <a:off x="4090506" y="3639926"/>
            <a:ext cx="5394351" cy="261610"/>
          </a:xfrm>
          <a:prstGeom prst="rect">
            <a:avLst/>
          </a:prstGeom>
          <a:noFill/>
        </p:spPr>
        <p:txBody>
          <a:bodyPr wrap="square" rtlCol="0">
            <a:spAutoFit/>
          </a:bodyPr>
          <a:lstStyle/>
          <a:p>
            <a:pPr algn="r" rtl="1"/>
            <a:r>
              <a:rPr lang="ar-SA" sz="1100" dirty="0">
                <a:solidFill>
                  <a:schemeClr val="bg1"/>
                </a:solidFill>
                <a:latin typeface="Zanjabeel" pitchFamily="50" charset="-78"/>
                <a:cs typeface="Zanjabeel" pitchFamily="50" charset="-78"/>
              </a:rPr>
              <a:t>وتعزز جاهزية القيادات وترفع كفاءة الأداء</a:t>
            </a:r>
            <a:endParaRPr lang="en-US" sz="1100" dirty="0">
              <a:solidFill>
                <a:schemeClr val="bg1"/>
              </a:solidFill>
              <a:latin typeface="Zanjabeel" pitchFamily="50" charset="-78"/>
              <a:cs typeface="Zanjabeel" pitchFamily="50" charset="-78"/>
            </a:endParaRPr>
          </a:p>
        </p:txBody>
      </p:sp>
      <p:sp>
        <p:nvSpPr>
          <p:cNvPr id="24" name="TextBox 23">
            <a:extLst>
              <a:ext uri="{FF2B5EF4-FFF2-40B4-BE49-F238E27FC236}">
                <a16:creationId xmlns:a16="http://schemas.microsoft.com/office/drawing/2014/main" id="{33D23AD2-8B1A-6CB3-FC6C-B9F7E27D6C86}"/>
              </a:ext>
            </a:extLst>
          </p:cNvPr>
          <p:cNvSpPr txBox="1"/>
          <p:nvPr/>
        </p:nvSpPr>
        <p:spPr>
          <a:xfrm>
            <a:off x="4446599" y="4005337"/>
            <a:ext cx="5047217" cy="261610"/>
          </a:xfrm>
          <a:prstGeom prst="rect">
            <a:avLst/>
          </a:prstGeom>
          <a:noFill/>
        </p:spPr>
        <p:txBody>
          <a:bodyPr wrap="square" rtlCol="0">
            <a:spAutoFit/>
          </a:bodyPr>
          <a:lstStyle/>
          <a:p>
            <a:pPr algn="r" rtl="1"/>
            <a:r>
              <a:rPr lang="ar-SA" sz="1100" dirty="0">
                <a:solidFill>
                  <a:schemeClr val="bg1"/>
                </a:solidFill>
                <a:latin typeface="Zanjabeel" pitchFamily="50" charset="-78"/>
                <a:cs typeface="Zanjabeel" pitchFamily="50" charset="-78"/>
              </a:rPr>
              <a:t>ضمن إطار منهجي قائم على القياس والاستدامة</a:t>
            </a:r>
            <a:endParaRPr lang="en-US" sz="1100" dirty="0">
              <a:solidFill>
                <a:schemeClr val="bg1"/>
              </a:solidFill>
              <a:latin typeface="Zanjabeel" pitchFamily="50" charset="-78"/>
              <a:cs typeface="Zanjabeel" pitchFamily="50" charset="-78"/>
            </a:endParaRPr>
          </a:p>
        </p:txBody>
      </p:sp>
      <p:sp>
        <p:nvSpPr>
          <p:cNvPr id="15" name="object 13">
            <a:extLst>
              <a:ext uri="{FF2B5EF4-FFF2-40B4-BE49-F238E27FC236}">
                <a16:creationId xmlns:a16="http://schemas.microsoft.com/office/drawing/2014/main" id="{873A874C-5CE8-ABB7-9C05-B1F8893DE14C}"/>
              </a:ext>
            </a:extLst>
          </p:cNvPr>
          <p:cNvSpPr txBox="1"/>
          <p:nvPr/>
        </p:nvSpPr>
        <p:spPr>
          <a:xfrm>
            <a:off x="2949980" y="6939176"/>
            <a:ext cx="1293247" cy="197490"/>
          </a:xfrm>
          <a:prstGeom prst="rect">
            <a:avLst/>
          </a:prstGeom>
        </p:spPr>
        <p:txBody>
          <a:bodyPr vert="horz" wrap="square" lIns="0" tIns="12700" rIns="0" bIns="0" rtlCol="0">
            <a:spAutoFit/>
          </a:bodyPr>
          <a:lstStyle/>
          <a:p>
            <a:pPr marL="38100" marR="30480" algn="r" rtl="1">
              <a:lnSpc>
                <a:spcPct val="100000"/>
              </a:lnSpc>
              <a:spcBef>
                <a:spcPts val="100"/>
              </a:spcBef>
            </a:pPr>
            <a:r>
              <a:rPr lang="ar-SA" sz="1200" dirty="0">
                <a:solidFill>
                  <a:schemeClr val="bg1"/>
                </a:solidFill>
                <a:latin typeface="Zanjabeel" pitchFamily="50" charset="-78"/>
                <a:cs typeface="Zanjabeel" pitchFamily="50" charset="-78"/>
              </a:rPr>
              <a:t>بيانات التواصل:</a:t>
            </a:r>
            <a:endParaRPr sz="1200" dirty="0">
              <a:solidFill>
                <a:schemeClr val="bg1"/>
              </a:solidFill>
              <a:latin typeface="Zanjabeel" pitchFamily="50" charset="-78"/>
              <a:cs typeface="Zanjabeel" pitchFamily="50" charset="-78"/>
            </a:endParaRPr>
          </a:p>
        </p:txBody>
      </p:sp>
      <p:sp>
        <p:nvSpPr>
          <p:cNvPr id="20" name="object 13">
            <a:extLst>
              <a:ext uri="{FF2B5EF4-FFF2-40B4-BE49-F238E27FC236}">
                <a16:creationId xmlns:a16="http://schemas.microsoft.com/office/drawing/2014/main" id="{1C758B9B-635F-A5DF-9360-AB981E2091A9}"/>
              </a:ext>
            </a:extLst>
          </p:cNvPr>
          <p:cNvSpPr txBox="1"/>
          <p:nvPr/>
        </p:nvSpPr>
        <p:spPr>
          <a:xfrm>
            <a:off x="2802181" y="7274993"/>
            <a:ext cx="1445372" cy="166712"/>
          </a:xfrm>
          <a:prstGeom prst="rect">
            <a:avLst/>
          </a:prstGeom>
        </p:spPr>
        <p:txBody>
          <a:bodyPr vert="horz" wrap="square" lIns="0" tIns="12700" rIns="0" bIns="0" rtlCol="0">
            <a:spAutoFit/>
          </a:bodyPr>
          <a:lstStyle/>
          <a:p>
            <a:pPr marL="38100" marR="30480" algn="r" rtl="1">
              <a:lnSpc>
                <a:spcPct val="100000"/>
              </a:lnSpc>
              <a:spcBef>
                <a:spcPts val="100"/>
              </a:spcBef>
            </a:pPr>
            <a:r>
              <a:rPr lang="ar-SA" sz="1000" dirty="0">
                <a:solidFill>
                  <a:schemeClr val="bg1"/>
                </a:solidFill>
                <a:latin typeface="Zanjabeel Light" pitchFamily="50" charset="-78"/>
                <a:cs typeface="Zanjabeel Light" pitchFamily="50" charset="-78"/>
              </a:rPr>
              <a:t>الرياض – حي القيروان </a:t>
            </a:r>
            <a:endParaRPr sz="1000" dirty="0">
              <a:solidFill>
                <a:schemeClr val="bg1"/>
              </a:solidFill>
              <a:latin typeface="Zanjabeel Light" pitchFamily="50" charset="-78"/>
              <a:cs typeface="Zanjabeel Light" pitchFamily="50" charset="-78"/>
            </a:endParaRPr>
          </a:p>
        </p:txBody>
      </p:sp>
      <p:sp>
        <p:nvSpPr>
          <p:cNvPr id="21" name="object 13">
            <a:extLst>
              <a:ext uri="{FF2B5EF4-FFF2-40B4-BE49-F238E27FC236}">
                <a16:creationId xmlns:a16="http://schemas.microsoft.com/office/drawing/2014/main" id="{2DCACB9F-7245-71CC-1EAE-915800726CB6}"/>
              </a:ext>
            </a:extLst>
          </p:cNvPr>
          <p:cNvSpPr txBox="1"/>
          <p:nvPr/>
        </p:nvSpPr>
        <p:spPr>
          <a:xfrm>
            <a:off x="1384427" y="7295015"/>
            <a:ext cx="1371600" cy="166712"/>
          </a:xfrm>
          <a:prstGeom prst="rect">
            <a:avLst/>
          </a:prstGeom>
        </p:spPr>
        <p:txBody>
          <a:bodyPr vert="horz" wrap="square" lIns="0" tIns="12700" rIns="0" bIns="0" rtlCol="0">
            <a:spAutoFit/>
          </a:bodyPr>
          <a:lstStyle/>
          <a:p>
            <a:pPr marL="38100" marR="30480" algn="r" rtl="1">
              <a:spcBef>
                <a:spcPts val="100"/>
              </a:spcBef>
            </a:pPr>
            <a:r>
              <a:rPr lang="en-US" sz="1000" dirty="0">
                <a:solidFill>
                  <a:schemeClr val="bg1"/>
                </a:solidFill>
                <a:latin typeface="Alexandria Light" pitchFamily="2" charset="-78"/>
                <a:cs typeface="Alexandria Light" pitchFamily="2" charset="-78"/>
              </a:rPr>
              <a:t>055 848 9483</a:t>
            </a:r>
            <a:endParaRPr sz="1000" dirty="0">
              <a:solidFill>
                <a:schemeClr val="bg1"/>
              </a:solidFill>
              <a:latin typeface="Alexandria Light" pitchFamily="2" charset="-78"/>
              <a:cs typeface="Alexandria Light" pitchFamily="2" charset="-78"/>
            </a:endParaRPr>
          </a:p>
        </p:txBody>
      </p:sp>
      <p:sp>
        <p:nvSpPr>
          <p:cNvPr id="25" name="object 13">
            <a:extLst>
              <a:ext uri="{FF2B5EF4-FFF2-40B4-BE49-F238E27FC236}">
                <a16:creationId xmlns:a16="http://schemas.microsoft.com/office/drawing/2014/main" id="{121ED819-D776-A555-013A-51F9B68A7B86}"/>
              </a:ext>
            </a:extLst>
          </p:cNvPr>
          <p:cNvSpPr txBox="1"/>
          <p:nvPr/>
        </p:nvSpPr>
        <p:spPr>
          <a:xfrm>
            <a:off x="-259086" y="7282686"/>
            <a:ext cx="1984324" cy="166712"/>
          </a:xfrm>
          <a:prstGeom prst="rect">
            <a:avLst/>
          </a:prstGeom>
        </p:spPr>
        <p:txBody>
          <a:bodyPr vert="horz" wrap="square" lIns="0" tIns="12700" rIns="0" bIns="0" rtlCol="0">
            <a:spAutoFit/>
          </a:bodyPr>
          <a:lstStyle/>
          <a:p>
            <a:pPr marL="38100" marR="30480" algn="r" rtl="1">
              <a:lnSpc>
                <a:spcPct val="100000"/>
              </a:lnSpc>
              <a:spcBef>
                <a:spcPts val="100"/>
              </a:spcBef>
            </a:pPr>
            <a:r>
              <a:rPr lang="en-US" sz="1000" dirty="0">
                <a:solidFill>
                  <a:schemeClr val="bg1"/>
                </a:solidFill>
                <a:latin typeface="Alexandria Light" pitchFamily="2" charset="-78"/>
                <a:cs typeface="Alexandria Light" pitchFamily="2" charset="-78"/>
              </a:rPr>
              <a:t>info@jadara-aladaa.com</a:t>
            </a:r>
            <a:endParaRPr sz="1000" dirty="0">
              <a:solidFill>
                <a:schemeClr val="bg1"/>
              </a:solidFill>
              <a:latin typeface="Alexandria Light" pitchFamily="2" charset="-78"/>
              <a:cs typeface="Alexandria Light" pitchFamily="2" charset="-7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240</TotalTime>
  <Words>2105</Words>
  <Application>Microsoft Office PowerPoint</Application>
  <PresentationFormat>Custom</PresentationFormat>
  <Paragraphs>248</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Alexandria</vt:lpstr>
      <vt:lpstr>Alexandria Light</vt:lpstr>
      <vt:lpstr>Arial</vt:lpstr>
      <vt:lpstr>Calibri</vt:lpstr>
      <vt:lpstr>Verdana</vt:lpstr>
      <vt:lpstr>Zanjabeel</vt:lpstr>
      <vt:lpstr>Zanjabeel ExtraBold</vt:lpstr>
      <vt:lpstr>Zanjabeel Light</vt:lpstr>
      <vt:lpstr>Zanjabeel Thin</vt:lpstr>
      <vt:lpstr>Office Theme</vt:lpstr>
      <vt:lpstr>قيادة التحول تعزيز الأداء, تحقيق الأثر Driving Transformation. Enabling Performance. Delivering Impact.         </vt:lpstr>
      <vt:lpstr>جدارة الأداء بالأرقام</vt:lpstr>
      <vt:lpstr>مــن نحن</vt:lpstr>
      <vt:lpstr>الرؤيـــــــة والرسالة</vt:lpstr>
      <vt:lpstr>القيمــ</vt:lpstr>
      <vt:lpstr>السياق والتحديات التي نعالجها</vt:lpstr>
      <vt:lpstr>PowerPoint Presentation</vt:lpstr>
      <vt:lpstr>PowerPoint Presentation</vt:lpstr>
      <vt:lpstr>التمــكين المؤسسي</vt:lpstr>
      <vt:lpstr>التمــكين المؤسسي</vt:lpstr>
      <vt:lpstr>التمــكين المؤسسي</vt:lpstr>
      <vt:lpstr>PowerPoint Presentation</vt:lpstr>
      <vt:lpstr>PowerPoint Presentation</vt:lpstr>
      <vt:lpstr>التمكين القيادي</vt:lpstr>
      <vt:lpstr>PowerPoint Presentation</vt:lpstr>
      <vt:lpstr>دراسة الحالة</vt:lpstr>
      <vt:lpstr>PowerPoint Presentation</vt:lpstr>
      <vt:lpstr>PowerPoint Presentation</vt:lpstr>
      <vt:lpstr>موقعــــنا التنافسي</vt:lpstr>
      <vt:lpstr>نعمل مع شركاءنا على تصميم وتنفيذ حلول مؤسسية متكاملة تربط</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عبدالله الرشيد ID 444100067</cp:lastModifiedBy>
  <cp:revision>2</cp:revision>
  <dcterms:created xsi:type="dcterms:W3CDTF">2026-03-26T08:35:58Z</dcterms:created>
  <dcterms:modified xsi:type="dcterms:W3CDTF">2026-03-26T12:46:52Z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2026-03-25T00:00:00Z</vt:filetime>
  </property>
  <property fmtid="{D5CDD505-2E9C-101B-9397-08002B2CF9AE}" pid="3" name="Creator">
    <vt:lpwstr>Adobe InDesign 21.0 (Macintosh)</vt:lpwstr>
  </property>
  <property fmtid="{D5CDD505-2E9C-101B-9397-08002B2CF9AE}" pid="4" name="LastSaved">
    <vt:filetime>2026-03-26T00:00:00Z</vt:filetime>
  </property>
  <property fmtid="{D5CDD505-2E9C-101B-9397-08002B2CF9AE}" pid="5" name="Producer">
    <vt:lpwstr>Adobe PDF Library 18.0</vt:lpwstr>
  </property>
</Properties>
</file>